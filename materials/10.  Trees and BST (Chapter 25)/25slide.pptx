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6"/>
  </p:notesMasterIdLst>
  <p:handoutMasterIdLst>
    <p:handoutMasterId r:id="rId57"/>
  </p:handoutMasterIdLst>
  <p:sldIdLst>
    <p:sldId id="438" r:id="rId2"/>
    <p:sldId id="488" r:id="rId3"/>
    <p:sldId id="510" r:id="rId4"/>
    <p:sldId id="587" r:id="rId5"/>
    <p:sldId id="511" r:id="rId6"/>
    <p:sldId id="512" r:id="rId7"/>
    <p:sldId id="513" r:id="rId8"/>
    <p:sldId id="595" r:id="rId9"/>
    <p:sldId id="514" r:id="rId10"/>
    <p:sldId id="544" r:id="rId11"/>
    <p:sldId id="545" r:id="rId12"/>
    <p:sldId id="546" r:id="rId13"/>
    <p:sldId id="547" r:id="rId14"/>
    <p:sldId id="548" r:id="rId15"/>
    <p:sldId id="549" r:id="rId16"/>
    <p:sldId id="550" r:id="rId17"/>
    <p:sldId id="551" r:id="rId18"/>
    <p:sldId id="552" r:id="rId19"/>
    <p:sldId id="553" r:id="rId20"/>
    <p:sldId id="554" r:id="rId21"/>
    <p:sldId id="555" r:id="rId22"/>
    <p:sldId id="556" r:id="rId23"/>
    <p:sldId id="557" r:id="rId24"/>
    <p:sldId id="558" r:id="rId25"/>
    <p:sldId id="559" r:id="rId26"/>
    <p:sldId id="562" r:id="rId27"/>
    <p:sldId id="560" r:id="rId28"/>
    <p:sldId id="561" r:id="rId29"/>
    <p:sldId id="563" r:id="rId30"/>
    <p:sldId id="543" r:id="rId31"/>
    <p:sldId id="515" r:id="rId32"/>
    <p:sldId id="590" r:id="rId33"/>
    <p:sldId id="516" r:id="rId34"/>
    <p:sldId id="517" r:id="rId35"/>
    <p:sldId id="573" r:id="rId36"/>
    <p:sldId id="518" r:id="rId37"/>
    <p:sldId id="572" r:id="rId38"/>
    <p:sldId id="575" r:id="rId39"/>
    <p:sldId id="576" r:id="rId40"/>
    <p:sldId id="578" r:id="rId41"/>
    <p:sldId id="579" r:id="rId42"/>
    <p:sldId id="581" r:id="rId43"/>
    <p:sldId id="582" r:id="rId44"/>
    <p:sldId id="580" r:id="rId45"/>
    <p:sldId id="583" r:id="rId46"/>
    <p:sldId id="584" r:id="rId47"/>
    <p:sldId id="574" r:id="rId48"/>
    <p:sldId id="589" r:id="rId49"/>
    <p:sldId id="586" r:id="rId50"/>
    <p:sldId id="591" r:id="rId51"/>
    <p:sldId id="592" r:id="rId52"/>
    <p:sldId id="593" r:id="rId53"/>
    <p:sldId id="594" r:id="rId54"/>
    <p:sldId id="596" r:id="rId5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0929"/>
  </p:normalViewPr>
  <p:slideViewPr>
    <p:cSldViewPr>
      <p:cViewPr varScale="1">
        <p:scale>
          <a:sx n="69" d="100"/>
          <a:sy n="69" d="100"/>
        </p:scale>
        <p:origin x="1306" y="77"/>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43" d="100"/>
          <a:sy n="43" d="100"/>
        </p:scale>
        <p:origin x="-1422" y="-84"/>
      </p:cViewPr>
      <p:guideLst>
        <p:guide orient="horz" pos="2160"/>
        <p:guide pos="288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2749C10-450B-2F8C-1165-D856942A6BE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AD1D22B6-094D-499D-BD34-FAA71EEBDE5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58372" name="Rectangle 4">
            <a:extLst>
              <a:ext uri="{FF2B5EF4-FFF2-40B4-BE49-F238E27FC236}">
                <a16:creationId xmlns:a16="http://schemas.microsoft.com/office/drawing/2014/main" id="{6FCA32AA-35DC-F346-F92A-836231563289}"/>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0AE42787-902B-95FD-588B-8F8F3F1FB639}"/>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A78037F3-2A7E-A605-8CEF-6A8F8F094DF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9680B5A2-DE9F-080E-330B-03536DF046D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0C84D513-A6CC-4305-9CAE-72908B50FA1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C0924217-45FF-E6C0-85D9-C952FC2E0A93}"/>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FF37EA2F-D28F-67EC-3E87-99765A96CE6A}"/>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E0413257-53EC-9105-0CBC-2E26F02D7BA0}"/>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E38C9C73-FDFB-D44F-9B1D-94D1296346FE}"/>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4C4882EF-9A8E-0D48-1001-168251F9A5C2}"/>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400F72DB-DE02-B065-7632-BA2512EBC028}"/>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9FB40350-3E84-3896-3A2B-583D3555A3A3}"/>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B66648E7-4464-2645-D707-1951CA7FF8DB}"/>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6D6A075E-47AE-B958-BC33-1D2827E0130F}"/>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D8476022-50F1-8422-4987-4A1069033267}"/>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541E84C2-721B-0B26-CFC2-374DD960F098}"/>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98BA12B1-6311-6DBE-A7E2-F81EC85C04E1}"/>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2AC97628-C7FF-41F0-1A10-81B37C0982AF}"/>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A20B0774-EE86-1952-B473-F9B15C3EEB14}"/>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28770339-FC0C-8F56-3147-9EE64052D00E}"/>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78D80A8C-1C6D-25F7-921A-8BDE9DBE2839}"/>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0ED25E1B-C133-4E08-098B-DB8CAFBC161F}"/>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33D1E43A-AAC7-92CD-7511-A0FB06086B20}"/>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7B09C001-EA1C-6002-259F-90FB835A6B48}"/>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5C02508B-E3E8-8107-9F1F-3E0CA904B070}"/>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9B047A92-AD4E-7C0E-B59E-44FDF940CCE8}"/>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05DD3BEC-DDD6-CCF2-0489-9E4964F353DA}"/>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12B3F64B-E503-A9A5-1326-1B3BA547D4D1}"/>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280CA89F-B877-6F9D-500F-7E12587FCABF}"/>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6FEC7B4C-06E7-980C-0494-6BC88FCA3E9E}"/>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62CD73A5-0C60-CCDC-027A-47B3C417A9FC}"/>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D4C4310F-B671-61B9-1148-9A0108FBC389}"/>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CF12C3A5-5A30-C56D-3916-A4AD0731B679}"/>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0C3B875F-E8F9-46F5-94F8-152D7253FCC3}"/>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1FDCA410-4450-49C6-27E4-A99BEC5B5E6D}"/>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80ED8F08-1236-CD2D-B3AD-B2E04A1A54E8}"/>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CAC75C33-FAD1-E223-1007-FB3D05374458}"/>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36B40343-BF01-0330-3EF6-E34976D8E885}"/>
              </a:ext>
            </a:extLst>
          </p:cNvPr>
          <p:cNvSpPr>
            <a:spLocks noGrp="1" noChangeArrowheads="1"/>
          </p:cNvSpPr>
          <p:nvPr>
            <p:ph type="sldNum" sz="quarter" idx="12"/>
          </p:nvPr>
        </p:nvSpPr>
        <p:spPr>
          <a:xfrm>
            <a:off x="6553200" y="6400800"/>
            <a:ext cx="1905000" cy="457200"/>
          </a:xfrm>
        </p:spPr>
        <p:txBody>
          <a:bodyPr/>
          <a:lstStyle>
            <a:lvl1pPr>
              <a:defRPr/>
            </a:lvl1pPr>
          </a:lstStyle>
          <a:p>
            <a:fld id="{CB1ADAF1-837B-4D17-A499-C332B3AADB32}" type="slidenum">
              <a:rPr lang="en-US" altLang="en-US"/>
              <a:pPr/>
              <a:t>‹#›</a:t>
            </a:fld>
            <a:endParaRPr lang="en-US" altLang="en-US"/>
          </a:p>
        </p:txBody>
      </p:sp>
    </p:spTree>
    <p:extLst>
      <p:ext uri="{BB962C8B-B14F-4D97-AF65-F5344CB8AC3E}">
        <p14:creationId xmlns:p14="http://schemas.microsoft.com/office/powerpoint/2010/main" val="359594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6F0E22EA-15DC-9BEE-6ACE-5434F0EAF85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6824E718-80C8-BA24-42A3-995A68F22FA3}"/>
              </a:ext>
            </a:extLst>
          </p:cNvPr>
          <p:cNvSpPr>
            <a:spLocks noGrp="1" noChangeArrowheads="1"/>
          </p:cNvSpPr>
          <p:nvPr>
            <p:ph type="sldNum" sz="quarter" idx="11"/>
          </p:nvPr>
        </p:nvSpPr>
        <p:spPr>
          <a:ln/>
        </p:spPr>
        <p:txBody>
          <a:bodyPr/>
          <a:lstStyle>
            <a:lvl1pPr>
              <a:defRPr/>
            </a:lvl1pPr>
          </a:lstStyle>
          <a:p>
            <a:fld id="{07AC701A-F5E1-47DE-943D-67F6099CA6C2}" type="slidenum">
              <a:rPr lang="en-US" altLang="en-US"/>
              <a:pPr/>
              <a:t>‹#›</a:t>
            </a:fld>
            <a:endParaRPr lang="en-US" altLang="en-US"/>
          </a:p>
        </p:txBody>
      </p:sp>
    </p:spTree>
    <p:extLst>
      <p:ext uri="{BB962C8B-B14F-4D97-AF65-F5344CB8AC3E}">
        <p14:creationId xmlns:p14="http://schemas.microsoft.com/office/powerpoint/2010/main" val="3775024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48763C90-988A-6370-BF47-868828C0266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3B7571FC-4582-C1A2-9FD7-09BDE84C1223}"/>
              </a:ext>
            </a:extLst>
          </p:cNvPr>
          <p:cNvSpPr>
            <a:spLocks noGrp="1" noChangeArrowheads="1"/>
          </p:cNvSpPr>
          <p:nvPr>
            <p:ph type="sldNum" sz="quarter" idx="11"/>
          </p:nvPr>
        </p:nvSpPr>
        <p:spPr>
          <a:ln/>
        </p:spPr>
        <p:txBody>
          <a:bodyPr/>
          <a:lstStyle>
            <a:lvl1pPr>
              <a:defRPr/>
            </a:lvl1pPr>
          </a:lstStyle>
          <a:p>
            <a:fld id="{1B6AD2F0-2177-4794-8B61-7881C4C7FAB6}" type="slidenum">
              <a:rPr lang="en-US" altLang="en-US"/>
              <a:pPr/>
              <a:t>‹#›</a:t>
            </a:fld>
            <a:endParaRPr lang="en-US" altLang="en-US"/>
          </a:p>
        </p:txBody>
      </p:sp>
    </p:spTree>
    <p:extLst>
      <p:ext uri="{BB962C8B-B14F-4D97-AF65-F5344CB8AC3E}">
        <p14:creationId xmlns:p14="http://schemas.microsoft.com/office/powerpoint/2010/main" val="3816193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689FA1A7-BA0A-F2CD-9EB1-9A61FB01E1F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ECD01DEB-9FDC-A1B8-36D8-C2953FA11543}"/>
              </a:ext>
            </a:extLst>
          </p:cNvPr>
          <p:cNvSpPr>
            <a:spLocks noGrp="1" noChangeArrowheads="1"/>
          </p:cNvSpPr>
          <p:nvPr>
            <p:ph type="sldNum" sz="quarter" idx="11"/>
          </p:nvPr>
        </p:nvSpPr>
        <p:spPr>
          <a:ln/>
        </p:spPr>
        <p:txBody>
          <a:bodyPr/>
          <a:lstStyle>
            <a:lvl1pPr>
              <a:defRPr/>
            </a:lvl1pPr>
          </a:lstStyle>
          <a:p>
            <a:fld id="{BAFB8C02-FFCA-422E-9A91-B1F059951414}" type="slidenum">
              <a:rPr lang="en-US" altLang="en-US"/>
              <a:pPr/>
              <a:t>‹#›</a:t>
            </a:fld>
            <a:endParaRPr lang="en-US" altLang="en-US"/>
          </a:p>
        </p:txBody>
      </p:sp>
    </p:spTree>
    <p:extLst>
      <p:ext uri="{BB962C8B-B14F-4D97-AF65-F5344CB8AC3E}">
        <p14:creationId xmlns:p14="http://schemas.microsoft.com/office/powerpoint/2010/main" val="267019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7F4E3E14-C729-66C7-582F-9D396818FA0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18004F84-19AD-0F78-BD52-061A400E71ED}"/>
              </a:ext>
            </a:extLst>
          </p:cNvPr>
          <p:cNvSpPr>
            <a:spLocks noGrp="1" noChangeArrowheads="1"/>
          </p:cNvSpPr>
          <p:nvPr>
            <p:ph type="sldNum" sz="quarter" idx="11"/>
          </p:nvPr>
        </p:nvSpPr>
        <p:spPr>
          <a:ln/>
        </p:spPr>
        <p:txBody>
          <a:bodyPr/>
          <a:lstStyle>
            <a:lvl1pPr>
              <a:defRPr/>
            </a:lvl1pPr>
          </a:lstStyle>
          <a:p>
            <a:fld id="{C354E1D2-6343-4F90-8889-CE5307BEDC37}" type="slidenum">
              <a:rPr lang="en-US" altLang="en-US"/>
              <a:pPr/>
              <a:t>‹#›</a:t>
            </a:fld>
            <a:endParaRPr lang="en-US" altLang="en-US"/>
          </a:p>
        </p:txBody>
      </p:sp>
    </p:spTree>
    <p:extLst>
      <p:ext uri="{BB962C8B-B14F-4D97-AF65-F5344CB8AC3E}">
        <p14:creationId xmlns:p14="http://schemas.microsoft.com/office/powerpoint/2010/main" val="2378868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D573C171-96BB-229F-6DE7-7D052673EAD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95E2F975-2C43-D405-F8E1-406C631AD066}"/>
              </a:ext>
            </a:extLst>
          </p:cNvPr>
          <p:cNvSpPr>
            <a:spLocks noGrp="1" noChangeArrowheads="1"/>
          </p:cNvSpPr>
          <p:nvPr>
            <p:ph type="sldNum" sz="quarter" idx="11"/>
          </p:nvPr>
        </p:nvSpPr>
        <p:spPr>
          <a:ln/>
        </p:spPr>
        <p:txBody>
          <a:bodyPr/>
          <a:lstStyle>
            <a:lvl1pPr>
              <a:defRPr/>
            </a:lvl1pPr>
          </a:lstStyle>
          <a:p>
            <a:fld id="{4C865939-AE71-4A7F-8B61-A635773B034B}" type="slidenum">
              <a:rPr lang="en-US" altLang="en-US"/>
              <a:pPr/>
              <a:t>‹#›</a:t>
            </a:fld>
            <a:endParaRPr lang="en-US" altLang="en-US"/>
          </a:p>
        </p:txBody>
      </p:sp>
    </p:spTree>
    <p:extLst>
      <p:ext uri="{BB962C8B-B14F-4D97-AF65-F5344CB8AC3E}">
        <p14:creationId xmlns:p14="http://schemas.microsoft.com/office/powerpoint/2010/main" val="2811184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0B98E37F-13BC-082E-2EBA-13533D372F8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4ACE319F-8CD2-C375-1A09-75CDFAF6264F}"/>
              </a:ext>
            </a:extLst>
          </p:cNvPr>
          <p:cNvSpPr>
            <a:spLocks noGrp="1" noChangeArrowheads="1"/>
          </p:cNvSpPr>
          <p:nvPr>
            <p:ph type="sldNum" sz="quarter" idx="11"/>
          </p:nvPr>
        </p:nvSpPr>
        <p:spPr>
          <a:ln/>
        </p:spPr>
        <p:txBody>
          <a:bodyPr/>
          <a:lstStyle>
            <a:lvl1pPr>
              <a:defRPr/>
            </a:lvl1pPr>
          </a:lstStyle>
          <a:p>
            <a:fld id="{20CBA20D-3129-4815-8577-925051005694}" type="slidenum">
              <a:rPr lang="en-US" altLang="en-US"/>
              <a:pPr/>
              <a:t>‹#›</a:t>
            </a:fld>
            <a:endParaRPr lang="en-US" altLang="en-US"/>
          </a:p>
        </p:txBody>
      </p:sp>
    </p:spTree>
    <p:extLst>
      <p:ext uri="{BB962C8B-B14F-4D97-AF65-F5344CB8AC3E}">
        <p14:creationId xmlns:p14="http://schemas.microsoft.com/office/powerpoint/2010/main" val="802421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1597C6D-A73C-DF28-3C96-EC6C4B1AF16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1E01C57A-7DD5-69F3-38DA-1C6B3A5D34A9}"/>
              </a:ext>
            </a:extLst>
          </p:cNvPr>
          <p:cNvSpPr>
            <a:spLocks noGrp="1" noChangeArrowheads="1"/>
          </p:cNvSpPr>
          <p:nvPr>
            <p:ph type="sldNum" sz="quarter" idx="11"/>
          </p:nvPr>
        </p:nvSpPr>
        <p:spPr>
          <a:ln/>
        </p:spPr>
        <p:txBody>
          <a:bodyPr/>
          <a:lstStyle>
            <a:lvl1pPr>
              <a:defRPr/>
            </a:lvl1pPr>
          </a:lstStyle>
          <a:p>
            <a:fld id="{53EAFABF-5A75-44F0-A32F-85DF68EB248F}" type="slidenum">
              <a:rPr lang="en-US" altLang="en-US"/>
              <a:pPr/>
              <a:t>‹#›</a:t>
            </a:fld>
            <a:endParaRPr lang="en-US" altLang="en-US"/>
          </a:p>
        </p:txBody>
      </p:sp>
    </p:spTree>
    <p:extLst>
      <p:ext uri="{BB962C8B-B14F-4D97-AF65-F5344CB8AC3E}">
        <p14:creationId xmlns:p14="http://schemas.microsoft.com/office/powerpoint/2010/main" val="157181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94472AAE-D7DA-2F78-A7D1-3FA786B8F5F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398AA45B-0286-C63A-492A-9CEECDE90450}"/>
              </a:ext>
            </a:extLst>
          </p:cNvPr>
          <p:cNvSpPr>
            <a:spLocks noGrp="1" noChangeArrowheads="1"/>
          </p:cNvSpPr>
          <p:nvPr>
            <p:ph type="sldNum" sz="quarter" idx="11"/>
          </p:nvPr>
        </p:nvSpPr>
        <p:spPr>
          <a:ln/>
        </p:spPr>
        <p:txBody>
          <a:bodyPr/>
          <a:lstStyle>
            <a:lvl1pPr>
              <a:defRPr/>
            </a:lvl1pPr>
          </a:lstStyle>
          <a:p>
            <a:fld id="{3D8D9D0A-3DCB-465F-85AB-39298269AEAF}" type="slidenum">
              <a:rPr lang="en-US" altLang="en-US"/>
              <a:pPr/>
              <a:t>‹#›</a:t>
            </a:fld>
            <a:endParaRPr lang="en-US" altLang="en-US"/>
          </a:p>
        </p:txBody>
      </p:sp>
    </p:spTree>
    <p:extLst>
      <p:ext uri="{BB962C8B-B14F-4D97-AF65-F5344CB8AC3E}">
        <p14:creationId xmlns:p14="http://schemas.microsoft.com/office/powerpoint/2010/main" val="3001682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6FE31278-03FB-1220-25BB-E91C3A2877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8B9E16E1-0690-7336-10F9-7C9CCDAEFDFF}"/>
              </a:ext>
            </a:extLst>
          </p:cNvPr>
          <p:cNvSpPr>
            <a:spLocks noGrp="1" noChangeArrowheads="1"/>
          </p:cNvSpPr>
          <p:nvPr>
            <p:ph type="sldNum" sz="quarter" idx="11"/>
          </p:nvPr>
        </p:nvSpPr>
        <p:spPr>
          <a:ln/>
        </p:spPr>
        <p:txBody>
          <a:bodyPr/>
          <a:lstStyle>
            <a:lvl1pPr>
              <a:defRPr/>
            </a:lvl1pPr>
          </a:lstStyle>
          <a:p>
            <a:fld id="{7C57E86B-8567-4B0C-848F-08CB4778C855}" type="slidenum">
              <a:rPr lang="en-US" altLang="en-US"/>
              <a:pPr/>
              <a:t>‹#›</a:t>
            </a:fld>
            <a:endParaRPr lang="en-US" altLang="en-US"/>
          </a:p>
        </p:txBody>
      </p:sp>
    </p:spTree>
    <p:extLst>
      <p:ext uri="{BB962C8B-B14F-4D97-AF65-F5344CB8AC3E}">
        <p14:creationId xmlns:p14="http://schemas.microsoft.com/office/powerpoint/2010/main" val="3156206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CA6EB1E-90FD-D27A-5EBA-0E884AF0B7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E0E0D067-397A-C464-3B27-CF14619C9B89}"/>
              </a:ext>
            </a:extLst>
          </p:cNvPr>
          <p:cNvSpPr>
            <a:spLocks noGrp="1" noChangeArrowheads="1"/>
          </p:cNvSpPr>
          <p:nvPr>
            <p:ph type="sldNum" sz="quarter" idx="11"/>
          </p:nvPr>
        </p:nvSpPr>
        <p:spPr>
          <a:ln/>
        </p:spPr>
        <p:txBody>
          <a:bodyPr/>
          <a:lstStyle>
            <a:lvl1pPr>
              <a:defRPr/>
            </a:lvl1pPr>
          </a:lstStyle>
          <a:p>
            <a:fld id="{DAE4E70C-8FF2-4645-9182-7E502D2058D2}" type="slidenum">
              <a:rPr lang="en-US" altLang="en-US"/>
              <a:pPr/>
              <a:t>‹#›</a:t>
            </a:fld>
            <a:endParaRPr lang="en-US" altLang="en-US"/>
          </a:p>
        </p:txBody>
      </p:sp>
    </p:spTree>
    <p:extLst>
      <p:ext uri="{BB962C8B-B14F-4D97-AF65-F5344CB8AC3E}">
        <p14:creationId xmlns:p14="http://schemas.microsoft.com/office/powerpoint/2010/main" val="781378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D9DE35BC-6AEC-8A3D-5489-0FB993A97A4B}"/>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B1F6C84F-BF3A-0147-6365-F4BC1902F4F7}"/>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4EE87E5D-4559-A6D5-5098-A692F7DC5CE0}"/>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9F80FC8D-45F5-ABB9-100A-0098E7D3196B}"/>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5D48C35D-6433-279C-AA36-8163D48A7483}"/>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900BB3E4-96DE-8046-55A2-97FB4CDBDD73}"/>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0EF747F8-44F7-9871-983D-FC59959C1CE7}"/>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622A455B-5973-4743-5270-E8625D3AB0DA}"/>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C2BF8029-5BCC-316C-22BA-7DE5B1C45BC5}"/>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A95493DF-3765-F308-7EE5-159AEE63050E}"/>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30141796-8D8D-759A-E527-180CD89B4B29}"/>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5FB7BC03-D00D-AE9D-44F6-0979FA606B25}"/>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96E7A4FD-85DE-0051-4135-D8EAC731D818}"/>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6ADBD7C5-1126-1CF3-4170-2C2FF7E3D5D7}"/>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25AF58A8-AA49-7C2D-6A78-AC524590F294}"/>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DC24A5AF-689D-72E1-41FA-0B02D1DF5EAF}"/>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AB66961C-CCB3-972B-1CAA-D709505BDA68}"/>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C673D3CB-F359-E0A5-E99B-8D281D66449A}"/>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0A2EAC20-0A09-9161-15FE-3525150E1CB1}"/>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AAE92C78-454E-5E06-DFBF-6DA104F6B935}"/>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314E5076-921E-592A-9874-18D1336FF8EF}"/>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D5FB8DE1-D416-9B1E-8E2D-D667811E43E3}"/>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27E647A5-892B-8A40-004C-FF4942D38C44}"/>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672C2874-8A6A-1BAC-8C0F-CA77E6FC37E4}"/>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4E889523-09A9-F109-4266-0758A972613F}"/>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4CCE4974-4432-2461-3C0C-E6991FFD2FAE}"/>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35684515-73B4-168A-C4C1-FCB4B3B91877}"/>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549B3622-9F68-D7D4-7064-BEE36E78238E}"/>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DF59E6B7-B64C-1DB9-6C56-CCEF14FF30E1}"/>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EE1D3B1F-38CE-7833-0807-4B4E2C660DA2}"/>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3F08EB5B-2592-096B-23A5-8FD28BB0BF10}"/>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489A542-AAAE-14AC-A8CB-AC7E9E5FB3F1}"/>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30CEDFDC-8965-46B3-B2CD-A468D0D4E8F5}" type="slidenum">
              <a:rPr lang="en-US" altLang="en-US"/>
              <a:pPr/>
              <a:t>‹#›</a:t>
            </a:fld>
            <a:endParaRPr lang="en-US" altLang="en-US"/>
          </a:p>
        </p:txBody>
      </p:sp>
      <p:sp>
        <p:nvSpPr>
          <p:cNvPr id="1031" name="Rectangle 35">
            <a:extLst>
              <a:ext uri="{FF2B5EF4-FFF2-40B4-BE49-F238E27FC236}">
                <a16:creationId xmlns:a16="http://schemas.microsoft.com/office/drawing/2014/main" id="{20B1D1BD-A18C-E88F-3EF1-F54D6DA96909}"/>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charset="0"/>
              </a:rPr>
              <a:t>Liang, Introduction to Java Programming, Tenth Edition, (c) 2013 Pearson Education, Inc. All rights reserved. </a:t>
            </a:r>
          </a:p>
        </p:txBody>
      </p:sp>
    </p:spTree>
  </p:cSld>
  <p:clrMap bg1="lt1" tx1="dk1" bg2="lt2" tx2="dk2" accent1="accent1" accent2="accent2" accent3="accent3" accent4="accent4" accent5="accent5" accent6="accent6" hlink="hlink" folHlink="folHlink"/>
  <p:sldLayoutIdLst>
    <p:sldLayoutId id="2147483767"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s.armstrong.edu/liang/animation/BSTAnimation.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ml/AbstractTree.html" TargetMode="Externa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hyperlink" Target="http://www.cs.armstrong.edu/liang/intro10e/html/AbstractTree.html" TargetMode="External"/><Relationship Id="rId5" Type="http://schemas.openxmlformats.org/officeDocument/2006/relationships/hyperlink" Target="http://www.cs.armstrong.edu/liang/intro10e/html/Tree.html" TargetMode="External"/><Relationship Id="rId4" Type="http://schemas.openxmlformats.org/officeDocument/2006/relationships/hyperlink" Target="html/Tree.html"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www.cs.armstrong.edu/liang/intro10e/html/BST.html" TargetMode="External"/><Relationship Id="rId2" Type="http://schemas.openxmlformats.org/officeDocument/2006/relationships/hyperlink" Target="html/BST.html"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hyperlink" Target="html/TestBST.bat" TargetMode="External"/><Relationship Id="rId2" Type="http://schemas.openxmlformats.org/officeDocument/2006/relationships/hyperlink" Target="html/TestBST.html" TargetMode="External"/><Relationship Id="rId1" Type="http://schemas.openxmlformats.org/officeDocument/2006/relationships/slideLayout" Target="../slideLayouts/slideLayout2.xml"/><Relationship Id="rId4" Type="http://schemas.openxmlformats.org/officeDocument/2006/relationships/hyperlink" Target="http://www.cs.armstrong.edu/liang/intro10e/html/TestBST.ht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9.bin"/><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30.bin"/></Relationships>
</file>

<file path=ppt/slides/_rels/slide4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32.bin"/></Relationships>
</file>

<file path=ppt/slides/_rels/slide46.xml.rels><?xml version="1.0" encoding="UTF-8" standalone="yes"?>
<Relationships xmlns="http://schemas.openxmlformats.org/package/2006/relationships"><Relationship Id="rId8" Type="http://schemas.openxmlformats.org/officeDocument/2006/relationships/hyperlink" Target="http://www.cs.armstrong.edu/liang/intro10e/html/TestBSTDelete.html" TargetMode="External"/><Relationship Id="rId3" Type="http://schemas.openxmlformats.org/officeDocument/2006/relationships/image" Target="../media/image28.wmf"/><Relationship Id="rId7" Type="http://schemas.openxmlformats.org/officeDocument/2006/relationships/hyperlink" Target="html/TestBinaryTreeDelete.bat" TargetMode="External"/><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hyperlink" Target="html/TestBSTDelete.html" TargetMode="External"/><Relationship Id="rId5" Type="http://schemas.openxmlformats.org/officeDocument/2006/relationships/image" Target="../media/image29.wmf"/><Relationship Id="rId4"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www.cs.armstrong.edu/liang/intro10e/html/BTView.html" TargetMode="External"/><Relationship Id="rId3" Type="http://schemas.openxmlformats.org/officeDocument/2006/relationships/hyperlink" Target="html/BSTAnimation.bat" TargetMode="External"/><Relationship Id="rId7" Type="http://schemas.openxmlformats.org/officeDocument/2006/relationships/hyperlink" Target="http://www.cs.armstrong.edu/liang/intro10e/html/BSTAnimation.html" TargetMode="External"/><Relationship Id="rId2" Type="http://schemas.openxmlformats.org/officeDocument/2006/relationships/hyperlink" Target="html/BTView.html" TargetMode="External"/><Relationship Id="rId1" Type="http://schemas.openxmlformats.org/officeDocument/2006/relationships/slideLayout" Target="../slideLayouts/slideLayout2.xml"/><Relationship Id="rId6" Type="http://schemas.openxmlformats.org/officeDocument/2006/relationships/hyperlink" Target="html/BSTAnimation.html" TargetMode="External"/><Relationship Id="rId5" Type="http://schemas.openxmlformats.org/officeDocument/2006/relationships/image" Target="../media/image31.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hyperlink" Target="html/TestBinaryTreeWithIterator.bat" TargetMode="External"/><Relationship Id="rId2" Type="http://schemas.openxmlformats.org/officeDocument/2006/relationships/hyperlink" Target="html/TestBSTWithIterator.html" TargetMode="Externa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hyperlink" Target="http://www.cs.armstrong.edu/liang/intro10e/html/TestBSTWithIterator.html"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5.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36.bin"/></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37.wmf"/><Relationship Id="rId4" Type="http://schemas.openxmlformats.org/officeDocument/2006/relationships/oleObject" Target="../embeddings/oleObject38.bin"/><Relationship Id="rId9" Type="http://schemas.openxmlformats.org/officeDocument/2006/relationships/image" Target="../media/image39.wmf"/></Relationships>
</file>

<file path=ppt/slides/_rels/slide54.xml.rels><?xml version="1.0" encoding="UTF-8" standalone="yes"?>
<Relationships xmlns="http://schemas.openxmlformats.org/package/2006/relationships"><Relationship Id="rId3" Type="http://schemas.openxmlformats.org/officeDocument/2006/relationships/hyperlink" Target="html/HuffmanCode.bat" TargetMode="External"/><Relationship Id="rId2" Type="http://schemas.openxmlformats.org/officeDocument/2006/relationships/hyperlink" Target="html/HuffmanCode.html" TargetMode="External"/><Relationship Id="rId1" Type="http://schemas.openxmlformats.org/officeDocument/2006/relationships/slideLayout" Target="../slideLayouts/slideLayout2.xml"/><Relationship Id="rId4" Type="http://schemas.openxmlformats.org/officeDocument/2006/relationships/hyperlink" Target="http://www.cs.armstrong.edu/liang/intro10e/html/HuffmanCod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68B74CEC-3E4D-C959-81E6-F99E317EA75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44826CC-BD50-4198-828B-E6E943D3AA08}" type="slidenum">
              <a:rPr lang="en-US" altLang="en-US" sz="1400"/>
              <a:pPr>
                <a:spcBef>
                  <a:spcPct val="0"/>
                </a:spcBef>
                <a:buClrTx/>
                <a:buSzTx/>
                <a:buFontTx/>
                <a:buNone/>
              </a:pPr>
              <a:t>1</a:t>
            </a:fld>
            <a:endParaRPr lang="en-US" altLang="en-US" sz="1400"/>
          </a:p>
        </p:txBody>
      </p:sp>
      <p:sp>
        <p:nvSpPr>
          <p:cNvPr id="3075" name="Rectangle 2">
            <a:extLst>
              <a:ext uri="{FF2B5EF4-FFF2-40B4-BE49-F238E27FC236}">
                <a16:creationId xmlns:a16="http://schemas.microsoft.com/office/drawing/2014/main" id="{0E91F061-D4AE-F173-640B-3616F9A8F76F}"/>
              </a:ext>
            </a:extLst>
          </p:cNvPr>
          <p:cNvSpPr>
            <a:spLocks noGrp="1" noChangeArrowheads="1"/>
          </p:cNvSpPr>
          <p:nvPr>
            <p:ph type="title"/>
          </p:nvPr>
        </p:nvSpPr>
        <p:spPr>
          <a:xfrm>
            <a:off x="431800" y="1665288"/>
            <a:ext cx="8316913" cy="1655762"/>
          </a:xfrm>
          <a:noFill/>
        </p:spPr>
        <p:txBody>
          <a:bodyPr/>
          <a:lstStyle/>
          <a:p>
            <a:r>
              <a:rPr lang="en-US" altLang="en-US" sz="3600"/>
              <a:t>Chapter 25 Binary Search Trees</a:t>
            </a:r>
          </a:p>
        </p:txBody>
      </p:sp>
      <p:sp>
        <p:nvSpPr>
          <p:cNvPr id="3076" name="Rectangle 6">
            <a:extLst>
              <a:ext uri="{FF2B5EF4-FFF2-40B4-BE49-F238E27FC236}">
                <a16:creationId xmlns:a16="http://schemas.microsoft.com/office/drawing/2014/main" id="{D47443D7-8637-1BC8-7C59-B2FFDAF72531}"/>
              </a:ext>
            </a:extLst>
          </p:cNvPr>
          <p:cNvSpPr>
            <a:spLocks noChangeArrowheads="1"/>
          </p:cNvSpPr>
          <p:nvPr/>
        </p:nvSpPr>
        <p:spPr bwMode="auto">
          <a:xfrm>
            <a:off x="2281238"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D5B36BC0-F2A2-C61A-0BAD-7C08FCCBC84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1E46A25-40E7-4381-B700-50639CA3D8D1}" type="slidenum">
              <a:rPr lang="en-US" altLang="en-US" sz="1400"/>
              <a:pPr>
                <a:spcBef>
                  <a:spcPct val="0"/>
                </a:spcBef>
                <a:buClrTx/>
                <a:buSzTx/>
                <a:buFontTx/>
                <a:buNone/>
              </a:pPr>
              <a:t>2</a:t>
            </a:fld>
            <a:endParaRPr lang="en-US" altLang="en-US" sz="1400"/>
          </a:p>
        </p:txBody>
      </p:sp>
      <p:sp>
        <p:nvSpPr>
          <p:cNvPr id="4099" name="Rectangle 2">
            <a:extLst>
              <a:ext uri="{FF2B5EF4-FFF2-40B4-BE49-F238E27FC236}">
                <a16:creationId xmlns:a16="http://schemas.microsoft.com/office/drawing/2014/main" id="{BC8A220F-5CD7-B40A-4F1E-D6FC796D8017}"/>
              </a:ext>
            </a:extLst>
          </p:cNvPr>
          <p:cNvSpPr>
            <a:spLocks noGrp="1" noChangeArrowheads="1"/>
          </p:cNvSpPr>
          <p:nvPr>
            <p:ph type="title"/>
          </p:nvPr>
        </p:nvSpPr>
        <p:spPr>
          <a:xfrm>
            <a:off x="685800" y="228600"/>
            <a:ext cx="7772400" cy="838200"/>
          </a:xfrm>
          <a:noFill/>
        </p:spPr>
        <p:txBody>
          <a:bodyPr/>
          <a:lstStyle/>
          <a:p>
            <a:r>
              <a:rPr lang="en-US" altLang="en-US"/>
              <a:t>Objectives</a:t>
            </a:r>
          </a:p>
        </p:txBody>
      </p:sp>
      <p:sp>
        <p:nvSpPr>
          <p:cNvPr id="4100" name="Rectangle 3">
            <a:extLst>
              <a:ext uri="{FF2B5EF4-FFF2-40B4-BE49-F238E27FC236}">
                <a16:creationId xmlns:a16="http://schemas.microsoft.com/office/drawing/2014/main" id="{DA7F11A6-6B49-6A0F-5B73-156C8E881C6E}"/>
              </a:ext>
            </a:extLst>
          </p:cNvPr>
          <p:cNvSpPr>
            <a:spLocks noGrp="1" noChangeArrowheads="1"/>
          </p:cNvSpPr>
          <p:nvPr>
            <p:ph type="body" idx="1"/>
          </p:nvPr>
        </p:nvSpPr>
        <p:spPr>
          <a:xfrm>
            <a:off x="304800" y="1371600"/>
            <a:ext cx="8534400" cy="4953000"/>
          </a:xfrm>
          <a:noFill/>
        </p:spPr>
        <p:txBody>
          <a:bodyPr/>
          <a:lstStyle/>
          <a:p>
            <a:pPr>
              <a:buFont typeface="Wingdings" panose="05000000000000000000" pitchFamily="2" charset="2"/>
              <a:buChar char="§"/>
            </a:pPr>
            <a:r>
              <a:rPr lang="en-US" altLang="en-US" sz="2400"/>
              <a:t>To design and implement a binary search tree (§25.2).</a:t>
            </a:r>
          </a:p>
          <a:p>
            <a:pPr>
              <a:buFont typeface="Wingdings" panose="05000000000000000000" pitchFamily="2" charset="2"/>
              <a:buChar char="§"/>
            </a:pPr>
            <a:r>
              <a:rPr lang="en-US" altLang="en-US" sz="2400"/>
              <a:t>To represent binary trees using linked data structures (§25.2.1).</a:t>
            </a:r>
          </a:p>
          <a:p>
            <a:pPr>
              <a:buFont typeface="Wingdings" panose="05000000000000000000" pitchFamily="2" charset="2"/>
              <a:buChar char="§"/>
            </a:pPr>
            <a:r>
              <a:rPr lang="en-US" altLang="en-US" sz="2400"/>
              <a:t>To search an element in binary search tree (§25.2.2).</a:t>
            </a:r>
          </a:p>
          <a:p>
            <a:pPr>
              <a:buFont typeface="Wingdings" panose="05000000000000000000" pitchFamily="2" charset="2"/>
              <a:buChar char="§"/>
            </a:pPr>
            <a:r>
              <a:rPr lang="en-US" altLang="en-US" sz="2400"/>
              <a:t>To insert an element into a binary search tree (§25.2.3).</a:t>
            </a:r>
          </a:p>
          <a:p>
            <a:pPr>
              <a:buFont typeface="Wingdings" panose="05000000000000000000" pitchFamily="2" charset="2"/>
              <a:buChar char="§"/>
            </a:pPr>
            <a:r>
              <a:rPr lang="en-US" altLang="en-US" sz="2400"/>
              <a:t>To traverse elements in a binary tree (§25.2.4).</a:t>
            </a:r>
          </a:p>
          <a:p>
            <a:pPr>
              <a:buFont typeface="Wingdings" panose="05000000000000000000" pitchFamily="2" charset="2"/>
              <a:buChar char="§"/>
            </a:pPr>
            <a:r>
              <a:rPr lang="en-US" altLang="en-US" sz="2400"/>
              <a:t>To delete elements from a binary search tree (§25.3).</a:t>
            </a:r>
          </a:p>
          <a:p>
            <a:pPr>
              <a:buFont typeface="Wingdings" panose="05000000000000000000" pitchFamily="2" charset="2"/>
              <a:buChar char="§"/>
            </a:pPr>
            <a:r>
              <a:rPr lang="en-US" altLang="en-US" sz="2400"/>
              <a:t>To display binary tree graphically (§25.4).</a:t>
            </a:r>
          </a:p>
          <a:p>
            <a:pPr>
              <a:buFont typeface="Wingdings" panose="05000000000000000000" pitchFamily="2" charset="2"/>
              <a:buChar char="§"/>
            </a:pPr>
            <a:r>
              <a:rPr lang="en-US" altLang="en-US" sz="2400"/>
              <a:t>To create iterators for traversing a binary tree (§25.5).</a:t>
            </a:r>
          </a:p>
          <a:p>
            <a:pPr>
              <a:buFont typeface="Wingdings" panose="05000000000000000000" pitchFamily="2" charset="2"/>
              <a:buChar char="§"/>
            </a:pPr>
            <a:r>
              <a:rPr lang="en-US" altLang="en-US" sz="2400"/>
              <a:t>To implement Huffman coding for compressing data using a binary tree (§25.6).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801BAA53-23FA-29F6-D5ED-22AF7C73FEF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B2DFBA0-5605-41B6-B968-3EE567BC8243}" type="slidenum">
              <a:rPr lang="en-US" altLang="en-US" sz="1400"/>
              <a:pPr>
                <a:spcBef>
                  <a:spcPct val="0"/>
                </a:spcBef>
                <a:buClrTx/>
                <a:buSzTx/>
                <a:buFontTx/>
                <a:buNone/>
              </a:pPr>
              <a:t>3</a:t>
            </a:fld>
            <a:endParaRPr lang="en-US" altLang="en-US" sz="1400"/>
          </a:p>
        </p:txBody>
      </p:sp>
      <p:sp>
        <p:nvSpPr>
          <p:cNvPr id="5123" name="Rectangle 2">
            <a:extLst>
              <a:ext uri="{FF2B5EF4-FFF2-40B4-BE49-F238E27FC236}">
                <a16:creationId xmlns:a16="http://schemas.microsoft.com/office/drawing/2014/main" id="{98491537-0E5F-68DD-18F5-E22DE0F1706B}"/>
              </a:ext>
            </a:extLst>
          </p:cNvPr>
          <p:cNvSpPr>
            <a:spLocks noGrp="1" noChangeArrowheads="1"/>
          </p:cNvSpPr>
          <p:nvPr>
            <p:ph type="title"/>
          </p:nvPr>
        </p:nvSpPr>
        <p:spPr>
          <a:xfrm>
            <a:off x="0" y="152400"/>
            <a:ext cx="8839200" cy="533400"/>
          </a:xfrm>
          <a:noFill/>
        </p:spPr>
        <p:txBody>
          <a:bodyPr/>
          <a:lstStyle/>
          <a:p>
            <a:r>
              <a:rPr lang="en-US" altLang="en-US" sz="3600"/>
              <a:t>Binary Trees</a:t>
            </a:r>
          </a:p>
        </p:txBody>
      </p:sp>
      <p:sp>
        <p:nvSpPr>
          <p:cNvPr id="5124" name="Rectangle 3">
            <a:extLst>
              <a:ext uri="{FF2B5EF4-FFF2-40B4-BE49-F238E27FC236}">
                <a16:creationId xmlns:a16="http://schemas.microsoft.com/office/drawing/2014/main" id="{9CB319CE-6EF5-FE3E-0E0F-B70BC6694402}"/>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5" name="Rectangle 4">
            <a:extLst>
              <a:ext uri="{FF2B5EF4-FFF2-40B4-BE49-F238E27FC236}">
                <a16:creationId xmlns:a16="http://schemas.microsoft.com/office/drawing/2014/main" id="{9495FEB9-7DAF-2350-C609-4459B491F47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6" name="Rectangle 6">
            <a:extLst>
              <a:ext uri="{FF2B5EF4-FFF2-40B4-BE49-F238E27FC236}">
                <a16:creationId xmlns:a16="http://schemas.microsoft.com/office/drawing/2014/main" id="{5DBDDF2E-395C-0269-878B-ECC249CCF8C1}"/>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7" name="Rectangle 7">
            <a:extLst>
              <a:ext uri="{FF2B5EF4-FFF2-40B4-BE49-F238E27FC236}">
                <a16:creationId xmlns:a16="http://schemas.microsoft.com/office/drawing/2014/main" id="{2D028656-24F5-FDF4-FC68-3297288EED34}"/>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8" name="Rectangle 8">
            <a:extLst>
              <a:ext uri="{FF2B5EF4-FFF2-40B4-BE49-F238E27FC236}">
                <a16:creationId xmlns:a16="http://schemas.microsoft.com/office/drawing/2014/main" id="{FB5B1EA4-5834-5DC4-01B1-153B10F2608F}"/>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9" name="Rectangle 9">
            <a:extLst>
              <a:ext uri="{FF2B5EF4-FFF2-40B4-BE49-F238E27FC236}">
                <a16:creationId xmlns:a16="http://schemas.microsoft.com/office/drawing/2014/main" id="{1FDC11FE-C827-D027-2A44-674471A6EF41}"/>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30" name="Rectangle 10">
            <a:extLst>
              <a:ext uri="{FF2B5EF4-FFF2-40B4-BE49-F238E27FC236}">
                <a16:creationId xmlns:a16="http://schemas.microsoft.com/office/drawing/2014/main" id="{D93F1DAF-53D1-1211-3755-F31A23373C42}"/>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31" name="Rectangle 11">
            <a:extLst>
              <a:ext uri="{FF2B5EF4-FFF2-40B4-BE49-F238E27FC236}">
                <a16:creationId xmlns:a16="http://schemas.microsoft.com/office/drawing/2014/main" id="{CF528299-BB01-7332-50A6-4E3A3383CD1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32" name="Rectangle 12">
            <a:extLst>
              <a:ext uri="{FF2B5EF4-FFF2-40B4-BE49-F238E27FC236}">
                <a16:creationId xmlns:a16="http://schemas.microsoft.com/office/drawing/2014/main" id="{49F6AD26-9E24-158D-F130-AE8367FFC273}"/>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33" name="Rectangle 13">
            <a:extLst>
              <a:ext uri="{FF2B5EF4-FFF2-40B4-BE49-F238E27FC236}">
                <a16:creationId xmlns:a16="http://schemas.microsoft.com/office/drawing/2014/main" id="{8AF90E7F-918B-C054-7C84-87C9756C236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34" name="Rectangle 16">
            <a:extLst>
              <a:ext uri="{FF2B5EF4-FFF2-40B4-BE49-F238E27FC236}">
                <a16:creationId xmlns:a16="http://schemas.microsoft.com/office/drawing/2014/main" id="{D1213254-1A80-25AC-93FA-6EDAF1280687}"/>
              </a:ext>
            </a:extLst>
          </p:cNvPr>
          <p:cNvSpPr>
            <a:spLocks noGrp="1" noChangeArrowheads="1"/>
          </p:cNvSpPr>
          <p:nvPr>
            <p:ph type="body" idx="1"/>
          </p:nvPr>
        </p:nvSpPr>
        <p:spPr>
          <a:xfrm>
            <a:off x="152400" y="990600"/>
            <a:ext cx="8686800" cy="2286000"/>
          </a:xfrm>
          <a:noFill/>
        </p:spPr>
        <p:txBody>
          <a:bodyPr/>
          <a:lstStyle/>
          <a:p>
            <a:pPr marL="0" indent="0">
              <a:buFont typeface="Monotype Sorts"/>
              <a:buNone/>
            </a:pPr>
            <a:r>
              <a:rPr lang="en-US" altLang="en-US" sz="2800">
                <a:cs typeface="Courier New" panose="02070309020205020404" pitchFamily="49" charset="0"/>
              </a:rPr>
              <a:t>A list, stack, or queue is a linear structure that consists of a sequence of elements. A binary tree is a hierarchical structure. It is either empty or consists of an element, called the </a:t>
            </a:r>
            <a:r>
              <a:rPr lang="en-US" altLang="en-US" sz="2800" i="1">
                <a:cs typeface="Courier New" panose="02070309020205020404" pitchFamily="49" charset="0"/>
              </a:rPr>
              <a:t>root</a:t>
            </a:r>
            <a:r>
              <a:rPr lang="en-US" altLang="en-US" sz="2800">
                <a:cs typeface="Courier New" panose="02070309020205020404" pitchFamily="49" charset="0"/>
              </a:rPr>
              <a:t>, and two distinct binary trees, called the </a:t>
            </a:r>
            <a:r>
              <a:rPr lang="en-US" altLang="en-US" sz="2800" i="1">
                <a:cs typeface="Courier New" panose="02070309020205020404" pitchFamily="49" charset="0"/>
              </a:rPr>
              <a:t>left subtree</a:t>
            </a:r>
            <a:r>
              <a:rPr lang="en-US" altLang="en-US" sz="2800">
                <a:cs typeface="Courier New" panose="02070309020205020404" pitchFamily="49" charset="0"/>
              </a:rPr>
              <a:t> and </a:t>
            </a:r>
            <a:r>
              <a:rPr lang="en-US" altLang="en-US" sz="2800" i="1">
                <a:cs typeface="Courier New" panose="02070309020205020404" pitchFamily="49" charset="0"/>
              </a:rPr>
              <a:t>right subtree</a:t>
            </a:r>
            <a:r>
              <a:rPr lang="en-US" altLang="en-US" sz="2800">
                <a:cs typeface="Courier New" panose="02070309020205020404" pitchFamily="49" charset="0"/>
              </a:rPr>
              <a:t>. </a:t>
            </a:r>
          </a:p>
        </p:txBody>
      </p:sp>
      <p:sp>
        <p:nvSpPr>
          <p:cNvPr id="5135" name="Rectangle 19">
            <a:extLst>
              <a:ext uri="{FF2B5EF4-FFF2-40B4-BE49-F238E27FC236}">
                <a16:creationId xmlns:a16="http://schemas.microsoft.com/office/drawing/2014/main" id="{CFFE68E6-9ED5-8CCA-2E86-5A23F16EBA6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136" name="Object 18">
            <a:extLst>
              <a:ext uri="{FF2B5EF4-FFF2-40B4-BE49-F238E27FC236}">
                <a16:creationId xmlns:a16="http://schemas.microsoft.com/office/drawing/2014/main" id="{CF84AD3E-0A92-3D46-BD1D-5B41595C523C}"/>
              </a:ext>
            </a:extLst>
          </p:cNvPr>
          <p:cNvGraphicFramePr>
            <a:graphicFrameLocks noChangeAspect="1"/>
          </p:cNvGraphicFramePr>
          <p:nvPr/>
        </p:nvGraphicFramePr>
        <p:xfrm>
          <a:off x="457200" y="3200400"/>
          <a:ext cx="7696200" cy="2535238"/>
        </p:xfrm>
        <a:graphic>
          <a:graphicData uri="http://schemas.openxmlformats.org/presentationml/2006/ole">
            <mc:AlternateContent xmlns:mc="http://schemas.openxmlformats.org/markup-compatibility/2006">
              <mc:Choice xmlns:v="urn:schemas-microsoft-com:vml" Requires="v">
                <p:oleObj r:id="rId2" imgW="4858512" imgH="1600200" progId="Word.Picture.8">
                  <p:embed/>
                </p:oleObj>
              </mc:Choice>
              <mc:Fallback>
                <p:oleObj r:id="rId2" imgW="4858512" imgH="160020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200400"/>
                        <a:ext cx="7696200"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0B6EC0B5-D31E-CBA7-B951-964B20CFD58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8E5DD1B-3AF1-4E0C-A4C7-3EE21AEB5411}" type="slidenum">
              <a:rPr lang="en-US" altLang="en-US" sz="1400"/>
              <a:pPr>
                <a:spcBef>
                  <a:spcPct val="0"/>
                </a:spcBef>
                <a:buClrTx/>
                <a:buSzTx/>
                <a:buFontTx/>
                <a:buNone/>
              </a:pPr>
              <a:t>4</a:t>
            </a:fld>
            <a:endParaRPr lang="en-US" altLang="en-US" sz="1400"/>
          </a:p>
        </p:txBody>
      </p:sp>
      <p:sp>
        <p:nvSpPr>
          <p:cNvPr id="6147" name="Rectangle 2">
            <a:extLst>
              <a:ext uri="{FF2B5EF4-FFF2-40B4-BE49-F238E27FC236}">
                <a16:creationId xmlns:a16="http://schemas.microsoft.com/office/drawing/2014/main" id="{C426BEBC-7B62-5D6D-9842-71FAC844A0E8}"/>
              </a:ext>
            </a:extLst>
          </p:cNvPr>
          <p:cNvSpPr>
            <a:spLocks noGrp="1" noChangeArrowheads="1"/>
          </p:cNvSpPr>
          <p:nvPr>
            <p:ph type="title"/>
          </p:nvPr>
        </p:nvSpPr>
        <p:spPr>
          <a:xfrm>
            <a:off x="0" y="152400"/>
            <a:ext cx="8839200" cy="533400"/>
          </a:xfrm>
          <a:noFill/>
        </p:spPr>
        <p:txBody>
          <a:bodyPr/>
          <a:lstStyle/>
          <a:p>
            <a:r>
              <a:rPr lang="en-US" altLang="en-US" sz="3600"/>
              <a:t>See How a Binary Search Tree Works</a:t>
            </a:r>
          </a:p>
        </p:txBody>
      </p:sp>
      <p:sp>
        <p:nvSpPr>
          <p:cNvPr id="6148" name="Rectangle 3">
            <a:extLst>
              <a:ext uri="{FF2B5EF4-FFF2-40B4-BE49-F238E27FC236}">
                <a16:creationId xmlns:a16="http://schemas.microsoft.com/office/drawing/2014/main" id="{7A28C096-D5EC-D902-0F9C-3C5B3E31838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49" name="Rectangle 4">
            <a:extLst>
              <a:ext uri="{FF2B5EF4-FFF2-40B4-BE49-F238E27FC236}">
                <a16:creationId xmlns:a16="http://schemas.microsoft.com/office/drawing/2014/main" id="{E5EA1D0B-1D5C-EF26-739A-B513EE050B0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0" name="Rectangle 5">
            <a:extLst>
              <a:ext uri="{FF2B5EF4-FFF2-40B4-BE49-F238E27FC236}">
                <a16:creationId xmlns:a16="http://schemas.microsoft.com/office/drawing/2014/main" id="{9C430247-E4CD-DC08-05CF-F4666292FE5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1" name="Rectangle 6">
            <a:extLst>
              <a:ext uri="{FF2B5EF4-FFF2-40B4-BE49-F238E27FC236}">
                <a16:creationId xmlns:a16="http://schemas.microsoft.com/office/drawing/2014/main" id="{95841F37-DC4E-4CB7-0D3B-5E67002B62A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2" name="Rectangle 7">
            <a:extLst>
              <a:ext uri="{FF2B5EF4-FFF2-40B4-BE49-F238E27FC236}">
                <a16:creationId xmlns:a16="http://schemas.microsoft.com/office/drawing/2014/main" id="{28518C0E-200E-D519-BE71-4C83FDE90B8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3" name="Rectangle 8">
            <a:extLst>
              <a:ext uri="{FF2B5EF4-FFF2-40B4-BE49-F238E27FC236}">
                <a16:creationId xmlns:a16="http://schemas.microsoft.com/office/drawing/2014/main" id="{D87693EA-CD88-8D85-E56A-11E23F6AF7F2}"/>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4" name="Rectangle 9">
            <a:extLst>
              <a:ext uri="{FF2B5EF4-FFF2-40B4-BE49-F238E27FC236}">
                <a16:creationId xmlns:a16="http://schemas.microsoft.com/office/drawing/2014/main" id="{258130C0-28A4-2FCA-A556-750C54EC17DD}"/>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5" name="Rectangle 10">
            <a:extLst>
              <a:ext uri="{FF2B5EF4-FFF2-40B4-BE49-F238E27FC236}">
                <a16:creationId xmlns:a16="http://schemas.microsoft.com/office/drawing/2014/main" id="{59750578-4F21-128C-C70D-AC83F6706B47}"/>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6" name="Rectangle 11">
            <a:extLst>
              <a:ext uri="{FF2B5EF4-FFF2-40B4-BE49-F238E27FC236}">
                <a16:creationId xmlns:a16="http://schemas.microsoft.com/office/drawing/2014/main" id="{EE697C9B-8D5A-0FBD-7D16-E3A9C9FD0AC0}"/>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7" name="Rectangle 12">
            <a:extLst>
              <a:ext uri="{FF2B5EF4-FFF2-40B4-BE49-F238E27FC236}">
                <a16:creationId xmlns:a16="http://schemas.microsoft.com/office/drawing/2014/main" id="{8C410430-18F8-2314-F97C-7856755BEA4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8" name="Rectangle 14">
            <a:extLst>
              <a:ext uri="{FF2B5EF4-FFF2-40B4-BE49-F238E27FC236}">
                <a16:creationId xmlns:a16="http://schemas.microsoft.com/office/drawing/2014/main" id="{CD7D84FF-85BB-F241-C8A0-18A4879A5E0A}"/>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6159" name="Picture 16">
            <a:extLst>
              <a:ext uri="{FF2B5EF4-FFF2-40B4-BE49-F238E27FC236}">
                <a16:creationId xmlns:a16="http://schemas.microsoft.com/office/drawing/2014/main" id="{8369A7E9-E122-A360-8D2F-03BA7C144C55}"/>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2492375"/>
            <a:ext cx="7848600"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0" name="Rounded Rectangle 1">
            <a:hlinkClick r:id="rId3"/>
            <a:extLst>
              <a:ext uri="{FF2B5EF4-FFF2-40B4-BE49-F238E27FC236}">
                <a16:creationId xmlns:a16="http://schemas.microsoft.com/office/drawing/2014/main" id="{65635748-0031-4869-52DE-D90921F1593A}"/>
              </a:ext>
            </a:extLst>
          </p:cNvPr>
          <p:cNvSpPr>
            <a:spLocks noChangeArrowheads="1"/>
          </p:cNvSpPr>
          <p:nvPr/>
        </p:nvSpPr>
        <p:spPr bwMode="auto">
          <a:xfrm>
            <a:off x="358775" y="908050"/>
            <a:ext cx="8480425" cy="13493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u="sng">
                <a:solidFill>
                  <a:srgbClr val="009C47"/>
                </a:solidFill>
              </a:rPr>
              <a:t>www.cs.armstrong.edu/liang/animation/web/BST.html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AAEA123F-6A78-5C8B-3C1F-C0923B22A39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282FE8A-F9FF-4FA9-9986-D498C854E362}" type="slidenum">
              <a:rPr lang="en-US" altLang="en-US" sz="1400"/>
              <a:pPr>
                <a:spcBef>
                  <a:spcPct val="0"/>
                </a:spcBef>
                <a:buClrTx/>
                <a:buSzTx/>
                <a:buFontTx/>
                <a:buNone/>
              </a:pPr>
              <a:t>5</a:t>
            </a:fld>
            <a:endParaRPr lang="en-US" altLang="en-US" sz="1400"/>
          </a:p>
        </p:txBody>
      </p:sp>
      <p:sp>
        <p:nvSpPr>
          <p:cNvPr id="7171" name="Rectangle 2">
            <a:extLst>
              <a:ext uri="{FF2B5EF4-FFF2-40B4-BE49-F238E27FC236}">
                <a16:creationId xmlns:a16="http://schemas.microsoft.com/office/drawing/2014/main" id="{E09C1CF7-E674-238C-EEAB-B7D0F8467996}"/>
              </a:ext>
            </a:extLst>
          </p:cNvPr>
          <p:cNvSpPr>
            <a:spLocks noGrp="1" noChangeArrowheads="1"/>
          </p:cNvSpPr>
          <p:nvPr>
            <p:ph type="title"/>
          </p:nvPr>
        </p:nvSpPr>
        <p:spPr>
          <a:xfrm>
            <a:off x="0" y="152400"/>
            <a:ext cx="8839200" cy="533400"/>
          </a:xfrm>
          <a:noFill/>
        </p:spPr>
        <p:txBody>
          <a:bodyPr/>
          <a:lstStyle/>
          <a:p>
            <a:r>
              <a:rPr lang="en-US" altLang="en-US" sz="3600"/>
              <a:t>Binary Tree Terms</a:t>
            </a:r>
          </a:p>
        </p:txBody>
      </p:sp>
      <p:sp>
        <p:nvSpPr>
          <p:cNvPr id="7172" name="Rectangle 3">
            <a:extLst>
              <a:ext uri="{FF2B5EF4-FFF2-40B4-BE49-F238E27FC236}">
                <a16:creationId xmlns:a16="http://schemas.microsoft.com/office/drawing/2014/main" id="{259354D3-D961-8364-AB79-F5E28741739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3" name="Rectangle 4">
            <a:extLst>
              <a:ext uri="{FF2B5EF4-FFF2-40B4-BE49-F238E27FC236}">
                <a16:creationId xmlns:a16="http://schemas.microsoft.com/office/drawing/2014/main" id="{BC478D82-F0C9-54EA-5299-8EC968FE359A}"/>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5">
            <a:extLst>
              <a:ext uri="{FF2B5EF4-FFF2-40B4-BE49-F238E27FC236}">
                <a16:creationId xmlns:a16="http://schemas.microsoft.com/office/drawing/2014/main" id="{A2F65861-F250-48AE-02EA-F4021F9627B0}"/>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Rectangle 6">
            <a:extLst>
              <a:ext uri="{FF2B5EF4-FFF2-40B4-BE49-F238E27FC236}">
                <a16:creationId xmlns:a16="http://schemas.microsoft.com/office/drawing/2014/main" id="{083DCB86-8A53-5C7C-3279-7287DAA815A0}"/>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6" name="Rectangle 7">
            <a:extLst>
              <a:ext uri="{FF2B5EF4-FFF2-40B4-BE49-F238E27FC236}">
                <a16:creationId xmlns:a16="http://schemas.microsoft.com/office/drawing/2014/main" id="{A5083ACE-82CC-F264-6F61-31479B5163B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7" name="Rectangle 8">
            <a:extLst>
              <a:ext uri="{FF2B5EF4-FFF2-40B4-BE49-F238E27FC236}">
                <a16:creationId xmlns:a16="http://schemas.microsoft.com/office/drawing/2014/main" id="{33D3303A-5D35-1C6C-CB9C-931AA815339F}"/>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8" name="Rectangle 9">
            <a:extLst>
              <a:ext uri="{FF2B5EF4-FFF2-40B4-BE49-F238E27FC236}">
                <a16:creationId xmlns:a16="http://schemas.microsoft.com/office/drawing/2014/main" id="{8E0C59AD-5C5C-70C2-38D9-7BAFDF8FB811}"/>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9" name="Rectangle 10">
            <a:extLst>
              <a:ext uri="{FF2B5EF4-FFF2-40B4-BE49-F238E27FC236}">
                <a16:creationId xmlns:a16="http://schemas.microsoft.com/office/drawing/2014/main" id="{9A86B3B3-9779-4967-4113-A107649614B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80" name="Rectangle 11">
            <a:extLst>
              <a:ext uri="{FF2B5EF4-FFF2-40B4-BE49-F238E27FC236}">
                <a16:creationId xmlns:a16="http://schemas.microsoft.com/office/drawing/2014/main" id="{89D3AEC1-1680-03D5-7E63-B737C2E7D4D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81" name="Rectangle 12">
            <a:extLst>
              <a:ext uri="{FF2B5EF4-FFF2-40B4-BE49-F238E27FC236}">
                <a16:creationId xmlns:a16="http://schemas.microsoft.com/office/drawing/2014/main" id="{9A520E51-77F1-1357-5018-8A1D5D5A89EA}"/>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82" name="Rectangle 13">
            <a:extLst>
              <a:ext uri="{FF2B5EF4-FFF2-40B4-BE49-F238E27FC236}">
                <a16:creationId xmlns:a16="http://schemas.microsoft.com/office/drawing/2014/main" id="{1AA54EBE-B4C5-CB61-9653-4F42BDE1274C}"/>
              </a:ext>
            </a:extLst>
          </p:cNvPr>
          <p:cNvSpPr>
            <a:spLocks noGrp="1" noChangeArrowheads="1"/>
          </p:cNvSpPr>
          <p:nvPr>
            <p:ph type="body" idx="1"/>
          </p:nvPr>
        </p:nvSpPr>
        <p:spPr>
          <a:xfrm>
            <a:off x="152400" y="990600"/>
            <a:ext cx="8610600" cy="5029200"/>
          </a:xfrm>
          <a:noFill/>
        </p:spPr>
        <p:txBody>
          <a:bodyPr/>
          <a:lstStyle/>
          <a:p>
            <a:pPr marL="0" indent="0">
              <a:buFont typeface="Monotype Sorts"/>
              <a:buNone/>
            </a:pPr>
            <a:r>
              <a:rPr lang="en-US" altLang="en-US" sz="2800">
                <a:cs typeface="Courier New" panose="02070309020205020404" pitchFamily="49" charset="0"/>
              </a:rPr>
              <a:t>The root of left (right) subtree of a node is called a </a:t>
            </a:r>
            <a:r>
              <a:rPr lang="en-US" altLang="en-US" sz="2800" i="1">
                <a:cs typeface="Courier New" panose="02070309020205020404" pitchFamily="49" charset="0"/>
              </a:rPr>
              <a:t>left (right) child</a:t>
            </a:r>
            <a:r>
              <a:rPr lang="en-US" altLang="en-US" sz="2800">
                <a:cs typeface="Courier New" panose="02070309020205020404" pitchFamily="49" charset="0"/>
              </a:rPr>
              <a:t> of the node. A node without children is called a </a:t>
            </a:r>
            <a:r>
              <a:rPr lang="en-US" altLang="en-US" sz="2800" i="1">
                <a:cs typeface="Courier New" panose="02070309020205020404" pitchFamily="49" charset="0"/>
              </a:rPr>
              <a:t>leaf</a:t>
            </a:r>
            <a:r>
              <a:rPr lang="en-US" altLang="en-US" sz="2800">
                <a:cs typeface="Courier New" panose="02070309020205020404" pitchFamily="49" charset="0"/>
              </a:rPr>
              <a:t>. A special type of binary tree called a </a:t>
            </a:r>
            <a:r>
              <a:rPr lang="en-US" altLang="en-US" sz="2800" i="1">
                <a:cs typeface="Courier New" panose="02070309020205020404" pitchFamily="49" charset="0"/>
              </a:rPr>
              <a:t>binary search tree</a:t>
            </a:r>
            <a:r>
              <a:rPr lang="en-US" altLang="en-US" sz="2800">
                <a:cs typeface="Courier New" panose="02070309020205020404" pitchFamily="49" charset="0"/>
              </a:rPr>
              <a:t> is often useful. A binary search tree (with no duplicate elements) has the property that for every node in the tree the value of any node in its left subtree is less than the value of the node and the value of any node in its right subtree is greater than the value of the node. The binary trees in Figure 25.1 are all binary search trees. This section is concerned with binary search trees.</a:t>
            </a:r>
          </a:p>
        </p:txBody>
      </p:sp>
      <p:sp>
        <p:nvSpPr>
          <p:cNvPr id="7183" name="Rectangle 14">
            <a:extLst>
              <a:ext uri="{FF2B5EF4-FFF2-40B4-BE49-F238E27FC236}">
                <a16:creationId xmlns:a16="http://schemas.microsoft.com/office/drawing/2014/main" id="{CF1EB7CC-3DAA-AB09-3BA3-2E810800A1EE}"/>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96E0D99F-A2FE-E14C-4A7D-17FC12A6AEA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E04102F-F752-4141-9411-29EA0D9DFC47}" type="slidenum">
              <a:rPr lang="en-US" altLang="en-US" sz="1400"/>
              <a:pPr>
                <a:spcBef>
                  <a:spcPct val="0"/>
                </a:spcBef>
                <a:buClrTx/>
                <a:buSzTx/>
                <a:buFontTx/>
                <a:buNone/>
              </a:pPr>
              <a:t>6</a:t>
            </a:fld>
            <a:endParaRPr lang="en-US" altLang="en-US" sz="1400"/>
          </a:p>
        </p:txBody>
      </p:sp>
      <p:sp>
        <p:nvSpPr>
          <p:cNvPr id="8195" name="Rectangle 2">
            <a:extLst>
              <a:ext uri="{FF2B5EF4-FFF2-40B4-BE49-F238E27FC236}">
                <a16:creationId xmlns:a16="http://schemas.microsoft.com/office/drawing/2014/main" id="{F0456A03-61A7-7D2A-1232-603BC58E86A7}"/>
              </a:ext>
            </a:extLst>
          </p:cNvPr>
          <p:cNvSpPr>
            <a:spLocks noGrp="1" noChangeArrowheads="1"/>
          </p:cNvSpPr>
          <p:nvPr>
            <p:ph type="title"/>
          </p:nvPr>
        </p:nvSpPr>
        <p:spPr>
          <a:xfrm>
            <a:off x="0" y="152400"/>
            <a:ext cx="8839200" cy="533400"/>
          </a:xfrm>
          <a:noFill/>
        </p:spPr>
        <p:txBody>
          <a:bodyPr/>
          <a:lstStyle/>
          <a:p>
            <a:r>
              <a:rPr lang="en-US" altLang="en-US" sz="3600"/>
              <a:t>Representing Binary Trees</a:t>
            </a:r>
          </a:p>
        </p:txBody>
      </p:sp>
      <p:sp>
        <p:nvSpPr>
          <p:cNvPr id="8196" name="Rectangle 3">
            <a:extLst>
              <a:ext uri="{FF2B5EF4-FFF2-40B4-BE49-F238E27FC236}">
                <a16:creationId xmlns:a16="http://schemas.microsoft.com/office/drawing/2014/main" id="{6982E07A-E81A-C63E-F781-069EDA31AFC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7" name="Rectangle 4">
            <a:extLst>
              <a:ext uri="{FF2B5EF4-FFF2-40B4-BE49-F238E27FC236}">
                <a16:creationId xmlns:a16="http://schemas.microsoft.com/office/drawing/2014/main" id="{D94F6027-155A-4682-CAEE-AB12101F7DA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8" name="Rectangle 5">
            <a:extLst>
              <a:ext uri="{FF2B5EF4-FFF2-40B4-BE49-F238E27FC236}">
                <a16:creationId xmlns:a16="http://schemas.microsoft.com/office/drawing/2014/main" id="{92E80E44-A18B-3F5E-7EE4-236A9F64072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9" name="Rectangle 6">
            <a:extLst>
              <a:ext uri="{FF2B5EF4-FFF2-40B4-BE49-F238E27FC236}">
                <a16:creationId xmlns:a16="http://schemas.microsoft.com/office/drawing/2014/main" id="{A0DCC53F-4282-686E-307F-F7CE30DE8D0A}"/>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0" name="Rectangle 7">
            <a:extLst>
              <a:ext uri="{FF2B5EF4-FFF2-40B4-BE49-F238E27FC236}">
                <a16:creationId xmlns:a16="http://schemas.microsoft.com/office/drawing/2014/main" id="{256FCD99-ABF8-9B66-6390-064B1FBC9AC1}"/>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1" name="Rectangle 8">
            <a:extLst>
              <a:ext uri="{FF2B5EF4-FFF2-40B4-BE49-F238E27FC236}">
                <a16:creationId xmlns:a16="http://schemas.microsoft.com/office/drawing/2014/main" id="{DFD1D1C5-7403-96F6-5777-AC636ACEFE4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2" name="Rectangle 9">
            <a:extLst>
              <a:ext uri="{FF2B5EF4-FFF2-40B4-BE49-F238E27FC236}">
                <a16:creationId xmlns:a16="http://schemas.microsoft.com/office/drawing/2014/main" id="{196BB8DA-3D78-9F0C-CA79-8366EA7F5D88}"/>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3" name="Rectangle 10">
            <a:extLst>
              <a:ext uri="{FF2B5EF4-FFF2-40B4-BE49-F238E27FC236}">
                <a16:creationId xmlns:a16="http://schemas.microsoft.com/office/drawing/2014/main" id="{7A197DBF-87F8-91D2-6DF7-29A56F984F24}"/>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4" name="Rectangle 11">
            <a:extLst>
              <a:ext uri="{FF2B5EF4-FFF2-40B4-BE49-F238E27FC236}">
                <a16:creationId xmlns:a16="http://schemas.microsoft.com/office/drawing/2014/main" id="{D9A3865D-AC86-3FA2-F075-6C68003C38C3}"/>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5" name="Rectangle 12">
            <a:extLst>
              <a:ext uri="{FF2B5EF4-FFF2-40B4-BE49-F238E27FC236}">
                <a16:creationId xmlns:a16="http://schemas.microsoft.com/office/drawing/2014/main" id="{93D479A1-4D8A-8EA3-718A-44EB1AC8C4C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6" name="Rectangle 13">
            <a:extLst>
              <a:ext uri="{FF2B5EF4-FFF2-40B4-BE49-F238E27FC236}">
                <a16:creationId xmlns:a16="http://schemas.microsoft.com/office/drawing/2014/main" id="{2DE1823E-15ED-8F37-1282-6AE070652000}"/>
              </a:ext>
            </a:extLst>
          </p:cNvPr>
          <p:cNvSpPr>
            <a:spLocks noGrp="1" noChangeArrowheads="1"/>
          </p:cNvSpPr>
          <p:nvPr>
            <p:ph type="body" idx="1"/>
          </p:nvPr>
        </p:nvSpPr>
        <p:spPr>
          <a:xfrm>
            <a:off x="0" y="762000"/>
            <a:ext cx="8610600" cy="1828800"/>
          </a:xfrm>
          <a:noFill/>
        </p:spPr>
        <p:txBody>
          <a:bodyPr/>
          <a:lstStyle/>
          <a:p>
            <a:pPr marL="0" indent="0">
              <a:buFont typeface="Monotype Sorts"/>
              <a:buNone/>
            </a:pPr>
            <a:r>
              <a:rPr lang="en-US" altLang="en-US" sz="2800">
                <a:cs typeface="Courier New" panose="02070309020205020404" pitchFamily="49" charset="0"/>
              </a:rPr>
              <a:t>A binary tree can be represented using a set of linked nodes. Each node contains a value and two links named </a:t>
            </a:r>
            <a:r>
              <a:rPr lang="en-US" altLang="en-US" sz="2800" i="1">
                <a:cs typeface="Courier New" panose="02070309020205020404" pitchFamily="49" charset="0"/>
              </a:rPr>
              <a:t>left</a:t>
            </a:r>
            <a:r>
              <a:rPr lang="en-US" altLang="en-US" sz="2800">
                <a:cs typeface="Courier New" panose="02070309020205020404" pitchFamily="49" charset="0"/>
              </a:rPr>
              <a:t> and </a:t>
            </a:r>
            <a:r>
              <a:rPr lang="en-US" altLang="en-US" sz="2800" i="1">
                <a:cs typeface="Courier New" panose="02070309020205020404" pitchFamily="49" charset="0"/>
              </a:rPr>
              <a:t>right</a:t>
            </a:r>
            <a:r>
              <a:rPr lang="en-US" altLang="en-US" sz="2800">
                <a:cs typeface="Courier New" panose="02070309020205020404" pitchFamily="49" charset="0"/>
              </a:rPr>
              <a:t> that reference the left child and right child, respectively, as shown in Figure 25.2.</a:t>
            </a:r>
          </a:p>
        </p:txBody>
      </p:sp>
      <p:sp>
        <p:nvSpPr>
          <p:cNvPr id="8207" name="Rectangle 14">
            <a:extLst>
              <a:ext uri="{FF2B5EF4-FFF2-40B4-BE49-F238E27FC236}">
                <a16:creationId xmlns:a16="http://schemas.microsoft.com/office/drawing/2014/main" id="{D4CEA037-B060-28ED-9DB3-36868974C626}"/>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8" name="Rectangle 16">
            <a:extLst>
              <a:ext uri="{FF2B5EF4-FFF2-40B4-BE49-F238E27FC236}">
                <a16:creationId xmlns:a16="http://schemas.microsoft.com/office/drawing/2014/main" id="{13B26D7F-DE08-7DD3-868C-DC56143A24D8}"/>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9" name="Rectangle 17">
            <a:extLst>
              <a:ext uri="{FF2B5EF4-FFF2-40B4-BE49-F238E27FC236}">
                <a16:creationId xmlns:a16="http://schemas.microsoft.com/office/drawing/2014/main" id="{4ABCA3C4-14F9-B3A7-C8E6-0750B37723ED}"/>
              </a:ext>
            </a:extLst>
          </p:cNvPr>
          <p:cNvSpPr>
            <a:spLocks noChangeArrowheads="1"/>
          </p:cNvSpPr>
          <p:nvPr/>
        </p:nvSpPr>
        <p:spPr bwMode="auto">
          <a:xfrm>
            <a:off x="5148263" y="2924175"/>
            <a:ext cx="3832225"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class TreeNode&lt;E&gt; {</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E element;</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TreeNode&lt;E&gt; left;</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TreeNode&lt;E&gt; right;</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public TreeNode(E o) {</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element = o;</a:t>
            </a:r>
            <a:endParaRPr lang="en-US" altLang="en-US" sz="1800" b="1">
              <a:solidFill>
                <a:schemeClr val="tx2"/>
              </a:solidFill>
              <a:latin typeface="Courier New" panose="02070309020205020404" pitchFamily="49" charset="0"/>
              <a:cs typeface="Times New Roman" panose="02020603050405020304" pitchFamily="18" charset="0"/>
            </a:endParaRP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a:t>
            </a:r>
          </a:p>
          <a:p>
            <a:pPr>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a:t>
            </a:r>
          </a:p>
        </p:txBody>
      </p:sp>
      <p:pic>
        <p:nvPicPr>
          <p:cNvPr id="8210" name="Picture 19">
            <a:extLst>
              <a:ext uri="{FF2B5EF4-FFF2-40B4-BE49-F238E27FC236}">
                <a16:creationId xmlns:a16="http://schemas.microsoft.com/office/drawing/2014/main" id="{1172CD58-F220-5E0B-C52F-480BA462636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24175"/>
            <a:ext cx="4962525" cy="3019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E376FD35-0F81-7219-9978-B2658D87038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2D3EB6-66D5-4F46-8CF9-94C7625975C9}" type="slidenum">
              <a:rPr lang="en-US" altLang="en-US" sz="1400"/>
              <a:pPr>
                <a:spcBef>
                  <a:spcPct val="0"/>
                </a:spcBef>
                <a:buClrTx/>
                <a:buSzTx/>
                <a:buFontTx/>
                <a:buNone/>
              </a:pPr>
              <a:t>7</a:t>
            </a:fld>
            <a:endParaRPr lang="en-US" altLang="en-US" sz="1400"/>
          </a:p>
        </p:txBody>
      </p:sp>
      <p:sp>
        <p:nvSpPr>
          <p:cNvPr id="9219" name="Rectangle 2">
            <a:extLst>
              <a:ext uri="{FF2B5EF4-FFF2-40B4-BE49-F238E27FC236}">
                <a16:creationId xmlns:a16="http://schemas.microsoft.com/office/drawing/2014/main" id="{D70BA957-C28A-C7CF-C4E4-55AD33A084C9}"/>
              </a:ext>
            </a:extLst>
          </p:cNvPr>
          <p:cNvSpPr>
            <a:spLocks noGrp="1" noChangeArrowheads="1"/>
          </p:cNvSpPr>
          <p:nvPr>
            <p:ph type="title"/>
          </p:nvPr>
        </p:nvSpPr>
        <p:spPr>
          <a:xfrm>
            <a:off x="0" y="152400"/>
            <a:ext cx="8839200" cy="533400"/>
          </a:xfrm>
          <a:noFill/>
        </p:spPr>
        <p:txBody>
          <a:bodyPr/>
          <a:lstStyle/>
          <a:p>
            <a:r>
              <a:rPr lang="en-US" altLang="en-US" sz="3600"/>
              <a:t>Searching an Element in a Binary Search Tree</a:t>
            </a:r>
          </a:p>
        </p:txBody>
      </p:sp>
      <p:sp>
        <p:nvSpPr>
          <p:cNvPr id="9220" name="Rectangle 3">
            <a:extLst>
              <a:ext uri="{FF2B5EF4-FFF2-40B4-BE49-F238E27FC236}">
                <a16:creationId xmlns:a16="http://schemas.microsoft.com/office/drawing/2014/main" id="{271267D9-1E66-5924-CE29-A2F638C60B7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1" name="Rectangle 4">
            <a:extLst>
              <a:ext uri="{FF2B5EF4-FFF2-40B4-BE49-F238E27FC236}">
                <a16:creationId xmlns:a16="http://schemas.microsoft.com/office/drawing/2014/main" id="{C3DBD397-6547-C713-E533-00D01097D9F7}"/>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5">
            <a:extLst>
              <a:ext uri="{FF2B5EF4-FFF2-40B4-BE49-F238E27FC236}">
                <a16:creationId xmlns:a16="http://schemas.microsoft.com/office/drawing/2014/main" id="{A5A84FBD-1C8B-C488-6607-67B9777583C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3" name="Rectangle 6">
            <a:extLst>
              <a:ext uri="{FF2B5EF4-FFF2-40B4-BE49-F238E27FC236}">
                <a16:creationId xmlns:a16="http://schemas.microsoft.com/office/drawing/2014/main" id="{ABEE3CA0-DB79-A077-C6D6-DAEC8C776338}"/>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4" name="Rectangle 7">
            <a:extLst>
              <a:ext uri="{FF2B5EF4-FFF2-40B4-BE49-F238E27FC236}">
                <a16:creationId xmlns:a16="http://schemas.microsoft.com/office/drawing/2014/main" id="{8C2C0A5B-4E51-7061-03D0-E222B039044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5" name="Rectangle 8">
            <a:extLst>
              <a:ext uri="{FF2B5EF4-FFF2-40B4-BE49-F238E27FC236}">
                <a16:creationId xmlns:a16="http://schemas.microsoft.com/office/drawing/2014/main" id="{130C6155-98DD-46D1-7620-AFD963A908BF}"/>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6" name="Rectangle 9">
            <a:extLst>
              <a:ext uri="{FF2B5EF4-FFF2-40B4-BE49-F238E27FC236}">
                <a16:creationId xmlns:a16="http://schemas.microsoft.com/office/drawing/2014/main" id="{24C5F4BA-FACF-CEE4-25EF-10ABDB7181F9}"/>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7" name="Rectangle 10">
            <a:extLst>
              <a:ext uri="{FF2B5EF4-FFF2-40B4-BE49-F238E27FC236}">
                <a16:creationId xmlns:a16="http://schemas.microsoft.com/office/drawing/2014/main" id="{81E9B268-8121-A723-1721-A66DF50EDB6C}"/>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8" name="Rectangle 11">
            <a:extLst>
              <a:ext uri="{FF2B5EF4-FFF2-40B4-BE49-F238E27FC236}">
                <a16:creationId xmlns:a16="http://schemas.microsoft.com/office/drawing/2014/main" id="{DBA02A8B-5E7F-5234-6544-2918E6166F95}"/>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9" name="Rectangle 12">
            <a:extLst>
              <a:ext uri="{FF2B5EF4-FFF2-40B4-BE49-F238E27FC236}">
                <a16:creationId xmlns:a16="http://schemas.microsoft.com/office/drawing/2014/main" id="{A45B3A0F-C485-2222-35AB-C8FAAC4DEA99}"/>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30" name="Rectangle 14">
            <a:extLst>
              <a:ext uri="{FF2B5EF4-FFF2-40B4-BE49-F238E27FC236}">
                <a16:creationId xmlns:a16="http://schemas.microsoft.com/office/drawing/2014/main" id="{9B74BBFB-1EF1-D649-53EC-F0DE3A031AA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31" name="Rectangle 15">
            <a:extLst>
              <a:ext uri="{FF2B5EF4-FFF2-40B4-BE49-F238E27FC236}">
                <a16:creationId xmlns:a16="http://schemas.microsoft.com/office/drawing/2014/main" id="{E2B8FAC4-8222-31F4-4DBB-3193C65EAC2B}"/>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32" name="Rectangle 19">
            <a:extLst>
              <a:ext uri="{FF2B5EF4-FFF2-40B4-BE49-F238E27FC236}">
                <a16:creationId xmlns:a16="http://schemas.microsoft.com/office/drawing/2014/main" id="{614C3F7E-838F-6360-E623-BDF69CE1EE0A}"/>
              </a:ext>
            </a:extLst>
          </p:cNvPr>
          <p:cNvSpPr>
            <a:spLocks noGrp="1" noChangeArrowheads="1"/>
          </p:cNvSpPr>
          <p:nvPr>
            <p:ph type="body" idx="1"/>
          </p:nvPr>
        </p:nvSpPr>
        <p:spPr>
          <a:xfrm>
            <a:off x="179388" y="873125"/>
            <a:ext cx="7488237" cy="3779838"/>
          </a:xfrm>
        </p:spPr>
        <p:txBody>
          <a:bodyPr/>
          <a:lstStyle/>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public boolean search(E element)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TreeNode&lt;E&gt; current = root; // Start from the root</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while (current != null)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if (element &lt; current.element)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current = current.left; // Go left</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else if (element &gt; current.element)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current = current.right; // Go right</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else // Element matches current.element</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return true; // Element is found</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  return false; // Element is not in the tree</a:t>
            </a:r>
          </a:p>
          <a:p>
            <a:pPr marL="0" indent="0">
              <a:lnSpc>
                <a:spcPct val="80000"/>
              </a:lnSpc>
              <a:buFont typeface="Monotype Sorts"/>
              <a:buNone/>
            </a:pPr>
            <a:r>
              <a:rPr lang="en-US" altLang="en-US" sz="1800" b="1">
                <a:solidFill>
                  <a:schemeClr val="tx2"/>
                </a:solidFill>
                <a:latin typeface="Courier New" panose="02070309020205020404" pitchFamily="49" charset="0"/>
                <a:cs typeface="Courier New" panose="02070309020205020404" pitchFamily="49"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00B4520E-E9D4-0249-642F-6EC4ACE831B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7545CAD-A911-441A-8672-6E7BF290C80D}" type="slidenum">
              <a:rPr lang="en-US" altLang="en-US" sz="1400"/>
              <a:pPr>
                <a:spcBef>
                  <a:spcPct val="0"/>
                </a:spcBef>
                <a:buClrTx/>
                <a:buSzTx/>
                <a:buFontTx/>
                <a:buNone/>
              </a:pPr>
              <a:t>8</a:t>
            </a:fld>
            <a:endParaRPr lang="en-US" altLang="en-US" sz="1400"/>
          </a:p>
        </p:txBody>
      </p:sp>
      <p:sp>
        <p:nvSpPr>
          <p:cNvPr id="10243" name="Rectangle 2">
            <a:extLst>
              <a:ext uri="{FF2B5EF4-FFF2-40B4-BE49-F238E27FC236}">
                <a16:creationId xmlns:a16="http://schemas.microsoft.com/office/drawing/2014/main" id="{76BED47F-C1B4-1C4E-F337-AFAFA6E07F18}"/>
              </a:ext>
            </a:extLst>
          </p:cNvPr>
          <p:cNvSpPr>
            <a:spLocks noGrp="1" noChangeArrowheads="1"/>
          </p:cNvSpPr>
          <p:nvPr>
            <p:ph type="title"/>
          </p:nvPr>
        </p:nvSpPr>
        <p:spPr>
          <a:xfrm>
            <a:off x="0" y="152400"/>
            <a:ext cx="8839200" cy="533400"/>
          </a:xfrm>
          <a:noFill/>
        </p:spPr>
        <p:txBody>
          <a:bodyPr/>
          <a:lstStyle/>
          <a:p>
            <a:r>
              <a:rPr lang="en-US" altLang="en-US" sz="3600"/>
              <a:t>Inserting an Element to a Binary Search Tree</a:t>
            </a:r>
          </a:p>
        </p:txBody>
      </p:sp>
      <p:sp>
        <p:nvSpPr>
          <p:cNvPr id="10244" name="Rectangle 3">
            <a:extLst>
              <a:ext uri="{FF2B5EF4-FFF2-40B4-BE49-F238E27FC236}">
                <a16:creationId xmlns:a16="http://schemas.microsoft.com/office/drawing/2014/main" id="{35E7B00B-0153-C474-0CB7-45D76BFA12A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5" name="Rectangle 4">
            <a:extLst>
              <a:ext uri="{FF2B5EF4-FFF2-40B4-BE49-F238E27FC236}">
                <a16:creationId xmlns:a16="http://schemas.microsoft.com/office/drawing/2014/main" id="{FA8293DF-D453-0F24-797D-38D249D7F4B1}"/>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5">
            <a:extLst>
              <a:ext uri="{FF2B5EF4-FFF2-40B4-BE49-F238E27FC236}">
                <a16:creationId xmlns:a16="http://schemas.microsoft.com/office/drawing/2014/main" id="{FA4FE101-09CE-8FEF-71C4-1FC6F0170457}"/>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7" name="Rectangle 6">
            <a:extLst>
              <a:ext uri="{FF2B5EF4-FFF2-40B4-BE49-F238E27FC236}">
                <a16:creationId xmlns:a16="http://schemas.microsoft.com/office/drawing/2014/main" id="{E2EB4CE1-DE34-D42B-0D7A-524F0A9EBFBF}"/>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8" name="Rectangle 7">
            <a:extLst>
              <a:ext uri="{FF2B5EF4-FFF2-40B4-BE49-F238E27FC236}">
                <a16:creationId xmlns:a16="http://schemas.microsoft.com/office/drawing/2014/main" id="{567327FF-EA9F-F2A0-00CC-7A507279843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9" name="Rectangle 8">
            <a:extLst>
              <a:ext uri="{FF2B5EF4-FFF2-40B4-BE49-F238E27FC236}">
                <a16:creationId xmlns:a16="http://schemas.microsoft.com/office/drawing/2014/main" id="{4595D141-BAAE-F074-A51A-B0378013B42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0" name="Rectangle 9">
            <a:extLst>
              <a:ext uri="{FF2B5EF4-FFF2-40B4-BE49-F238E27FC236}">
                <a16:creationId xmlns:a16="http://schemas.microsoft.com/office/drawing/2014/main" id="{1665663D-1797-D9B1-6290-95E74FB85C3A}"/>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1" name="Rectangle 10">
            <a:extLst>
              <a:ext uri="{FF2B5EF4-FFF2-40B4-BE49-F238E27FC236}">
                <a16:creationId xmlns:a16="http://schemas.microsoft.com/office/drawing/2014/main" id="{8C639E05-FAF3-281C-77A5-279B6C8AB3D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2" name="Rectangle 11">
            <a:extLst>
              <a:ext uri="{FF2B5EF4-FFF2-40B4-BE49-F238E27FC236}">
                <a16:creationId xmlns:a16="http://schemas.microsoft.com/office/drawing/2014/main" id="{DA6F1F77-62E4-E990-143F-DDA27F3561E9}"/>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3" name="Rectangle 12">
            <a:extLst>
              <a:ext uri="{FF2B5EF4-FFF2-40B4-BE49-F238E27FC236}">
                <a16:creationId xmlns:a16="http://schemas.microsoft.com/office/drawing/2014/main" id="{DE8E2BAB-3C71-BAA2-8F0B-BF1965772ED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4" name="Rectangle 13">
            <a:extLst>
              <a:ext uri="{FF2B5EF4-FFF2-40B4-BE49-F238E27FC236}">
                <a16:creationId xmlns:a16="http://schemas.microsoft.com/office/drawing/2014/main" id="{A7FC1588-ADB6-EEC0-1418-0A145874AFC0}"/>
              </a:ext>
            </a:extLst>
          </p:cNvPr>
          <p:cNvSpPr>
            <a:spLocks noGrp="1" noChangeArrowheads="1"/>
          </p:cNvSpPr>
          <p:nvPr>
            <p:ph type="body" idx="1"/>
          </p:nvPr>
        </p:nvSpPr>
        <p:spPr>
          <a:xfrm>
            <a:off x="228600" y="1052513"/>
            <a:ext cx="8664575" cy="2952750"/>
          </a:xfrm>
          <a:noFill/>
        </p:spPr>
        <p:txBody>
          <a:bodyPr/>
          <a:lstStyle/>
          <a:p>
            <a:pPr marL="0" indent="0">
              <a:lnSpc>
                <a:spcPct val="90000"/>
              </a:lnSpc>
              <a:buFont typeface="Monotype Sorts"/>
              <a:buNone/>
            </a:pPr>
            <a:r>
              <a:rPr lang="en-US" altLang="en-US" sz="2800">
                <a:cs typeface="Times New Roman" panose="02020603050405020304" pitchFamily="18" charset="0"/>
              </a:rPr>
              <a:t>If a binary tree is empty, create a root node with the new element. Otherwise, locate the parent node for the new element node. If the new element is less than the parent element, the node for the new element becomes the left child of the parent. If the new element is greater than the parent element, the node for the new element becomes the right child of the parent. Here is the algorithm:</a:t>
            </a:r>
            <a:r>
              <a:rPr lang="en-US" altLang="en-US" sz="2800">
                <a:cs typeface="Courier New" panose="02070309020205020404" pitchFamily="49" charset="0"/>
              </a:rPr>
              <a:t> </a:t>
            </a:r>
          </a:p>
        </p:txBody>
      </p:sp>
      <p:sp>
        <p:nvSpPr>
          <p:cNvPr id="10255" name="Rectangle 14">
            <a:extLst>
              <a:ext uri="{FF2B5EF4-FFF2-40B4-BE49-F238E27FC236}">
                <a16:creationId xmlns:a16="http://schemas.microsoft.com/office/drawing/2014/main" id="{1B521E3C-A007-03E2-5FEF-17A92902FA2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6" name="Rectangle 15">
            <a:extLst>
              <a:ext uri="{FF2B5EF4-FFF2-40B4-BE49-F238E27FC236}">
                <a16:creationId xmlns:a16="http://schemas.microsoft.com/office/drawing/2014/main" id="{B730A31B-CB26-E7AC-9C2E-552F37882CB3}"/>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8BA70A2F-AEF6-56A7-B027-1EFB73B5E91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21B698B-432A-47D4-92AA-788652D366CE}" type="slidenum">
              <a:rPr lang="en-US" altLang="en-US" sz="1400"/>
              <a:pPr>
                <a:spcBef>
                  <a:spcPct val="0"/>
                </a:spcBef>
                <a:buClrTx/>
                <a:buSzTx/>
                <a:buFontTx/>
                <a:buNone/>
              </a:pPr>
              <a:t>9</a:t>
            </a:fld>
            <a:endParaRPr lang="en-US" altLang="en-US" sz="1400"/>
          </a:p>
        </p:txBody>
      </p:sp>
      <p:sp>
        <p:nvSpPr>
          <p:cNvPr id="11267" name="Rectangle 2">
            <a:extLst>
              <a:ext uri="{FF2B5EF4-FFF2-40B4-BE49-F238E27FC236}">
                <a16:creationId xmlns:a16="http://schemas.microsoft.com/office/drawing/2014/main" id="{0B27EB3A-C645-9E18-C1D1-591D104D07FC}"/>
              </a:ext>
            </a:extLst>
          </p:cNvPr>
          <p:cNvSpPr>
            <a:spLocks noGrp="1" noChangeArrowheads="1"/>
          </p:cNvSpPr>
          <p:nvPr>
            <p:ph type="title"/>
          </p:nvPr>
        </p:nvSpPr>
        <p:spPr>
          <a:xfrm>
            <a:off x="0" y="152400"/>
            <a:ext cx="8839200" cy="533400"/>
          </a:xfrm>
          <a:noFill/>
        </p:spPr>
        <p:txBody>
          <a:bodyPr/>
          <a:lstStyle/>
          <a:p>
            <a:r>
              <a:rPr lang="en-US" altLang="en-US" sz="3600"/>
              <a:t>Inserting an Element to a Binary Tree</a:t>
            </a:r>
          </a:p>
        </p:txBody>
      </p:sp>
      <p:sp>
        <p:nvSpPr>
          <p:cNvPr id="11268" name="Rectangle 3">
            <a:extLst>
              <a:ext uri="{FF2B5EF4-FFF2-40B4-BE49-F238E27FC236}">
                <a16:creationId xmlns:a16="http://schemas.microsoft.com/office/drawing/2014/main" id="{E2840567-06A1-5463-6E4A-6297E1EFC8F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69" name="Rectangle 4">
            <a:extLst>
              <a:ext uri="{FF2B5EF4-FFF2-40B4-BE49-F238E27FC236}">
                <a16:creationId xmlns:a16="http://schemas.microsoft.com/office/drawing/2014/main" id="{25D41B6A-49C1-2EC1-1127-93F0F9B2A9D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5">
            <a:extLst>
              <a:ext uri="{FF2B5EF4-FFF2-40B4-BE49-F238E27FC236}">
                <a16:creationId xmlns:a16="http://schemas.microsoft.com/office/drawing/2014/main" id="{FDFDBE58-3E88-E88C-FDAC-72472E0EE963}"/>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Rectangle 6">
            <a:extLst>
              <a:ext uri="{FF2B5EF4-FFF2-40B4-BE49-F238E27FC236}">
                <a16:creationId xmlns:a16="http://schemas.microsoft.com/office/drawing/2014/main" id="{7F6D67D4-21C1-2353-C696-6F17EB187397}"/>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2" name="Rectangle 7">
            <a:extLst>
              <a:ext uri="{FF2B5EF4-FFF2-40B4-BE49-F238E27FC236}">
                <a16:creationId xmlns:a16="http://schemas.microsoft.com/office/drawing/2014/main" id="{D6978422-1E53-B7F7-B656-70510DA4840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3" name="Rectangle 8">
            <a:extLst>
              <a:ext uri="{FF2B5EF4-FFF2-40B4-BE49-F238E27FC236}">
                <a16:creationId xmlns:a16="http://schemas.microsoft.com/office/drawing/2014/main" id="{6F5AF19B-2F95-6FF6-FD75-073424F179C9}"/>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4" name="Rectangle 12">
            <a:extLst>
              <a:ext uri="{FF2B5EF4-FFF2-40B4-BE49-F238E27FC236}">
                <a16:creationId xmlns:a16="http://schemas.microsoft.com/office/drawing/2014/main" id="{577138DA-5A59-0D12-7935-A4A3CE5F56F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5" name="Rectangle 13">
            <a:extLst>
              <a:ext uri="{FF2B5EF4-FFF2-40B4-BE49-F238E27FC236}">
                <a16:creationId xmlns:a16="http://schemas.microsoft.com/office/drawing/2014/main" id="{2A0E2296-B20D-C21F-F09B-9472A60B2A83}"/>
              </a:ext>
            </a:extLst>
          </p:cNvPr>
          <p:cNvSpPr>
            <a:spLocks noGrp="1" noChangeArrowheads="1"/>
          </p:cNvSpPr>
          <p:nvPr>
            <p:ph type="body" idx="1"/>
          </p:nvPr>
        </p:nvSpPr>
        <p:spPr>
          <a:xfrm>
            <a:off x="0" y="762000"/>
            <a:ext cx="5791200" cy="5867400"/>
          </a:xfrm>
        </p:spPr>
        <p:txBody>
          <a:bodyPr/>
          <a:lstStyle/>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200" b="1">
                <a:solidFill>
                  <a:schemeClr val="tx2"/>
                </a:solidFill>
                <a:latin typeface="Courier New" panose="02070309020205020404" pitchFamily="49" charset="0"/>
                <a:cs typeface="Times New Roman" panose="02020603050405020304" pitchFamily="18" charset="0"/>
              </a:rPr>
              <a:t>  return true; // Element inserted</a:t>
            </a:r>
            <a:r>
              <a:rPr lang="en-US" altLang="en-US" sz="12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200" b="1">
                <a:solidFill>
                  <a:schemeClr val="tx2"/>
                </a:solidFill>
                <a:latin typeface="Courier New" panose="02070309020205020404" pitchFamily="49" charset="0"/>
                <a:cs typeface="Courier New" panose="02070309020205020404" pitchFamily="49" charset="0"/>
              </a:rPr>
              <a:t>}</a:t>
            </a:r>
          </a:p>
        </p:txBody>
      </p:sp>
      <p:sp>
        <p:nvSpPr>
          <p:cNvPr id="11276" name="Rectangle 14">
            <a:extLst>
              <a:ext uri="{FF2B5EF4-FFF2-40B4-BE49-F238E27FC236}">
                <a16:creationId xmlns:a16="http://schemas.microsoft.com/office/drawing/2014/main" id="{EADA06F2-459B-584C-A08F-1CC81C3A1CBE}"/>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7" name="Rectangle 15">
            <a:extLst>
              <a:ext uri="{FF2B5EF4-FFF2-40B4-BE49-F238E27FC236}">
                <a16:creationId xmlns:a16="http://schemas.microsoft.com/office/drawing/2014/main" id="{D2EBDB83-0241-B15B-573C-3532E57BDD4C}"/>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8" name="Rectangle 16">
            <a:extLst>
              <a:ext uri="{FF2B5EF4-FFF2-40B4-BE49-F238E27FC236}">
                <a16:creationId xmlns:a16="http://schemas.microsoft.com/office/drawing/2014/main" id="{ED5878B9-37DD-8BEE-1589-BBDC0A7855DA}"/>
              </a:ext>
            </a:extLst>
          </p:cNvPr>
          <p:cNvSpPr>
            <a:spLocks noChangeArrowheads="1"/>
          </p:cNvSpPr>
          <p:nvPr/>
        </p:nvSpPr>
        <p:spPr bwMode="auto">
          <a:xfrm>
            <a:off x="5903913" y="981075"/>
            <a:ext cx="3011487"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1279" name="Rectangle 18">
            <a:extLst>
              <a:ext uri="{FF2B5EF4-FFF2-40B4-BE49-F238E27FC236}">
                <a16:creationId xmlns:a16="http://schemas.microsoft.com/office/drawing/2014/main" id="{E526411E-12D7-C898-AB0C-9BD16BCCF746}"/>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1280" name="Object 17">
            <a:extLst>
              <a:ext uri="{FF2B5EF4-FFF2-40B4-BE49-F238E27FC236}">
                <a16:creationId xmlns:a16="http://schemas.microsoft.com/office/drawing/2014/main" id="{C11E94D3-278D-468A-314F-36F51E2C4929}"/>
              </a:ext>
            </a:extLst>
          </p:cNvPr>
          <p:cNvGraphicFramePr>
            <a:graphicFrameLocks noChangeAspect="1"/>
          </p:cNvGraphicFramePr>
          <p:nvPr/>
        </p:nvGraphicFramePr>
        <p:xfrm>
          <a:off x="5508625" y="3514725"/>
          <a:ext cx="3538538" cy="2814638"/>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3514725"/>
                        <a:ext cx="3538538"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43289E69-C809-E981-EA71-57059378E4F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EC406B4-8C63-4172-BFE1-9CA13C5786A5}" type="slidenum">
              <a:rPr lang="en-US" altLang="en-US" sz="1400"/>
              <a:pPr>
                <a:spcBef>
                  <a:spcPct val="0"/>
                </a:spcBef>
                <a:buClrTx/>
                <a:buSzTx/>
                <a:buFontTx/>
                <a:buNone/>
              </a:pPr>
              <a:t>10</a:t>
            </a:fld>
            <a:endParaRPr lang="en-US" altLang="en-US" sz="1400"/>
          </a:p>
        </p:txBody>
      </p:sp>
      <p:sp>
        <p:nvSpPr>
          <p:cNvPr id="12291" name="Rectangle 2">
            <a:extLst>
              <a:ext uri="{FF2B5EF4-FFF2-40B4-BE49-F238E27FC236}">
                <a16:creationId xmlns:a16="http://schemas.microsoft.com/office/drawing/2014/main" id="{51A24D8D-80E8-AF6E-C949-536D61042110}"/>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a:t>
            </a:r>
          </a:p>
        </p:txBody>
      </p:sp>
      <p:sp>
        <p:nvSpPr>
          <p:cNvPr id="12292" name="Rectangle 3">
            <a:extLst>
              <a:ext uri="{FF2B5EF4-FFF2-40B4-BE49-F238E27FC236}">
                <a16:creationId xmlns:a16="http://schemas.microsoft.com/office/drawing/2014/main" id="{1E2BA752-2719-EB15-1DB7-1C4750FA1968}"/>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3" name="Rectangle 4">
            <a:extLst>
              <a:ext uri="{FF2B5EF4-FFF2-40B4-BE49-F238E27FC236}">
                <a16:creationId xmlns:a16="http://schemas.microsoft.com/office/drawing/2014/main" id="{5D51D38B-B199-FF75-A44A-31360965FF1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4" name="Rectangle 5">
            <a:extLst>
              <a:ext uri="{FF2B5EF4-FFF2-40B4-BE49-F238E27FC236}">
                <a16:creationId xmlns:a16="http://schemas.microsoft.com/office/drawing/2014/main" id="{86A333C5-6C8B-D5A5-41B2-3918E3BE04C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5" name="Rectangle 6">
            <a:extLst>
              <a:ext uri="{FF2B5EF4-FFF2-40B4-BE49-F238E27FC236}">
                <a16:creationId xmlns:a16="http://schemas.microsoft.com/office/drawing/2014/main" id="{EAE7EF3D-B647-3735-D702-FFAD2FE08E4C}"/>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6" name="Rectangle 7">
            <a:extLst>
              <a:ext uri="{FF2B5EF4-FFF2-40B4-BE49-F238E27FC236}">
                <a16:creationId xmlns:a16="http://schemas.microsoft.com/office/drawing/2014/main" id="{0A756ECA-0570-B04C-C00F-9D338FA8E21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7" name="Rectangle 8">
            <a:extLst>
              <a:ext uri="{FF2B5EF4-FFF2-40B4-BE49-F238E27FC236}">
                <a16:creationId xmlns:a16="http://schemas.microsoft.com/office/drawing/2014/main" id="{CC46F5AD-C057-24BB-43DE-80319AFC00D9}"/>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8" name="Rectangle 9">
            <a:extLst>
              <a:ext uri="{FF2B5EF4-FFF2-40B4-BE49-F238E27FC236}">
                <a16:creationId xmlns:a16="http://schemas.microsoft.com/office/drawing/2014/main" id="{E83E3CAB-9DDA-FA0E-5644-BCB241F3F33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9" name="Rectangle 10">
            <a:extLst>
              <a:ext uri="{FF2B5EF4-FFF2-40B4-BE49-F238E27FC236}">
                <a16:creationId xmlns:a16="http://schemas.microsoft.com/office/drawing/2014/main" id="{C8AB7125-8CEB-ADA5-79C2-A9D974605C50}"/>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0" name="Rectangle 11">
            <a:extLst>
              <a:ext uri="{FF2B5EF4-FFF2-40B4-BE49-F238E27FC236}">
                <a16:creationId xmlns:a16="http://schemas.microsoft.com/office/drawing/2014/main" id="{73AF0AD8-344F-B7BD-5337-D8CA046AE38A}"/>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1" name="Rectangle 12">
            <a:extLst>
              <a:ext uri="{FF2B5EF4-FFF2-40B4-BE49-F238E27FC236}">
                <a16:creationId xmlns:a16="http://schemas.microsoft.com/office/drawing/2014/main" id="{FCB08F31-883E-C665-0803-5240391F9CAF}"/>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2" name="Rectangle 13">
            <a:extLst>
              <a:ext uri="{FF2B5EF4-FFF2-40B4-BE49-F238E27FC236}">
                <a16:creationId xmlns:a16="http://schemas.microsoft.com/office/drawing/2014/main" id="{AC9A60E0-EBC9-74AB-37C2-980B82E9724C}"/>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2303" name="Rectangle 14">
            <a:extLst>
              <a:ext uri="{FF2B5EF4-FFF2-40B4-BE49-F238E27FC236}">
                <a16:creationId xmlns:a16="http://schemas.microsoft.com/office/drawing/2014/main" id="{D4B93050-BB8A-3C05-689A-FC7242034AF8}"/>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4" name="Rectangle 15">
            <a:extLst>
              <a:ext uri="{FF2B5EF4-FFF2-40B4-BE49-F238E27FC236}">
                <a16:creationId xmlns:a16="http://schemas.microsoft.com/office/drawing/2014/main" id="{0BB62175-05AF-8470-93AD-488A332D276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5" name="Rectangle 16">
            <a:extLst>
              <a:ext uri="{FF2B5EF4-FFF2-40B4-BE49-F238E27FC236}">
                <a16:creationId xmlns:a16="http://schemas.microsoft.com/office/drawing/2014/main" id="{A19E5B86-9CB2-B135-EDD3-06FAF5F87A52}"/>
              </a:ext>
            </a:extLst>
          </p:cNvPr>
          <p:cNvSpPr>
            <a:spLocks noChangeArrowheads="1"/>
          </p:cNvSpPr>
          <p:nvPr/>
        </p:nvSpPr>
        <p:spPr bwMode="auto">
          <a:xfrm>
            <a:off x="4876800" y="990600"/>
            <a:ext cx="4038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2306" name="Rectangle 17">
            <a:extLst>
              <a:ext uri="{FF2B5EF4-FFF2-40B4-BE49-F238E27FC236}">
                <a16:creationId xmlns:a16="http://schemas.microsoft.com/office/drawing/2014/main" id="{93244AC6-9ADD-AEA0-8378-9B2F6C8FF720}"/>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2307" name="Object 18">
            <a:extLst>
              <a:ext uri="{FF2B5EF4-FFF2-40B4-BE49-F238E27FC236}">
                <a16:creationId xmlns:a16="http://schemas.microsoft.com/office/drawing/2014/main" id="{A4C852EB-20CA-2E1E-32A7-A85D312DEF07}"/>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8" name="Rectangle 19">
            <a:extLst>
              <a:ext uri="{FF2B5EF4-FFF2-40B4-BE49-F238E27FC236}">
                <a16:creationId xmlns:a16="http://schemas.microsoft.com/office/drawing/2014/main" id="{AECD5607-80BC-D244-0302-3D3C50E02B68}"/>
              </a:ext>
            </a:extLst>
          </p:cNvPr>
          <p:cNvSpPr>
            <a:spLocks noChangeArrowheads="1"/>
          </p:cNvSpPr>
          <p:nvPr/>
        </p:nvSpPr>
        <p:spPr bwMode="auto">
          <a:xfrm>
            <a:off x="0" y="838200"/>
            <a:ext cx="1600200" cy="15240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309" name="Rectangle 20">
            <a:extLst>
              <a:ext uri="{FF2B5EF4-FFF2-40B4-BE49-F238E27FC236}">
                <a16:creationId xmlns:a16="http://schemas.microsoft.com/office/drawing/2014/main" id="{F4FCE294-1F99-E320-3046-570D9454E546}"/>
              </a:ext>
            </a:extLst>
          </p:cNvPr>
          <p:cNvSpPr>
            <a:spLocks noChangeArrowheads="1"/>
          </p:cNvSpPr>
          <p:nvPr/>
        </p:nvSpPr>
        <p:spPr bwMode="auto">
          <a:xfrm>
            <a:off x="5327650" y="3249613"/>
            <a:ext cx="792163" cy="142875"/>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dirty="0">
              <a:solidFill>
                <a:schemeClr val="bg1"/>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07FEC030-FC93-2FC6-45FB-50BA042B20F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8F8B142-D184-4AFF-A639-F1612391C262}" type="slidenum">
              <a:rPr lang="en-US" altLang="en-US" sz="1400"/>
              <a:pPr>
                <a:spcBef>
                  <a:spcPct val="0"/>
                </a:spcBef>
                <a:buClrTx/>
                <a:buSzTx/>
                <a:buFontTx/>
                <a:buNone/>
              </a:pPr>
              <a:t>11</a:t>
            </a:fld>
            <a:endParaRPr lang="en-US" altLang="en-US" sz="1400"/>
          </a:p>
        </p:txBody>
      </p:sp>
      <p:sp>
        <p:nvSpPr>
          <p:cNvPr id="13315" name="Rectangle 2">
            <a:extLst>
              <a:ext uri="{FF2B5EF4-FFF2-40B4-BE49-F238E27FC236}">
                <a16:creationId xmlns:a16="http://schemas.microsoft.com/office/drawing/2014/main" id="{1BFAB6F9-B522-8579-DB83-43AE1D422443}"/>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3316" name="Rectangle 3">
            <a:extLst>
              <a:ext uri="{FF2B5EF4-FFF2-40B4-BE49-F238E27FC236}">
                <a16:creationId xmlns:a16="http://schemas.microsoft.com/office/drawing/2014/main" id="{CF1FAFF7-504C-1350-7B43-1D25B3088DF1}"/>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a:extLst>
              <a:ext uri="{FF2B5EF4-FFF2-40B4-BE49-F238E27FC236}">
                <a16:creationId xmlns:a16="http://schemas.microsoft.com/office/drawing/2014/main" id="{9D50E2FB-C2AE-89E7-4747-5EE3A26660B0}"/>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Rectangle 5">
            <a:extLst>
              <a:ext uri="{FF2B5EF4-FFF2-40B4-BE49-F238E27FC236}">
                <a16:creationId xmlns:a16="http://schemas.microsoft.com/office/drawing/2014/main" id="{FDB77AAF-DE31-36F4-65F0-2DB7285134FB}"/>
              </a:ext>
            </a:extLst>
          </p:cNvPr>
          <p:cNvSpPr>
            <a:spLocks noChangeArrowheads="1"/>
          </p:cNvSpPr>
          <p:nvPr/>
        </p:nvSpPr>
        <p:spPr bwMode="auto">
          <a:xfrm>
            <a:off x="2343150" y="2384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9" name="Rectangle 6">
            <a:extLst>
              <a:ext uri="{FF2B5EF4-FFF2-40B4-BE49-F238E27FC236}">
                <a16:creationId xmlns:a16="http://schemas.microsoft.com/office/drawing/2014/main" id="{3B0CFC09-629F-061D-9D67-4FF66BD6C410}"/>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0" name="Rectangle 7">
            <a:extLst>
              <a:ext uri="{FF2B5EF4-FFF2-40B4-BE49-F238E27FC236}">
                <a16:creationId xmlns:a16="http://schemas.microsoft.com/office/drawing/2014/main" id="{66CFC663-54C5-E009-FB3C-3BB30F8E2B2B}"/>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1" name="Rectangle 8">
            <a:extLst>
              <a:ext uri="{FF2B5EF4-FFF2-40B4-BE49-F238E27FC236}">
                <a16:creationId xmlns:a16="http://schemas.microsoft.com/office/drawing/2014/main" id="{53841A31-7864-8506-946B-F52739CBFC1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2" name="Rectangle 9">
            <a:extLst>
              <a:ext uri="{FF2B5EF4-FFF2-40B4-BE49-F238E27FC236}">
                <a16:creationId xmlns:a16="http://schemas.microsoft.com/office/drawing/2014/main" id="{DB1D8F43-95AA-0BF9-5C80-EC118B793DFF}"/>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3" name="Rectangle 10">
            <a:extLst>
              <a:ext uri="{FF2B5EF4-FFF2-40B4-BE49-F238E27FC236}">
                <a16:creationId xmlns:a16="http://schemas.microsoft.com/office/drawing/2014/main" id="{06D0EDF2-17D3-505D-3B87-A199D90919B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4" name="Rectangle 11">
            <a:extLst>
              <a:ext uri="{FF2B5EF4-FFF2-40B4-BE49-F238E27FC236}">
                <a16:creationId xmlns:a16="http://schemas.microsoft.com/office/drawing/2014/main" id="{D018E47E-8F3F-FDE8-52DA-01CE01A92538}"/>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5" name="Rectangle 12">
            <a:extLst>
              <a:ext uri="{FF2B5EF4-FFF2-40B4-BE49-F238E27FC236}">
                <a16:creationId xmlns:a16="http://schemas.microsoft.com/office/drawing/2014/main" id="{779C2D68-7F4F-3D30-FB10-23406239770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6" name="Rectangle 13">
            <a:extLst>
              <a:ext uri="{FF2B5EF4-FFF2-40B4-BE49-F238E27FC236}">
                <a16:creationId xmlns:a16="http://schemas.microsoft.com/office/drawing/2014/main" id="{595B1CF7-62DA-D3CE-6A73-4F8F8F59D275}"/>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3327" name="Rectangle 14">
            <a:extLst>
              <a:ext uri="{FF2B5EF4-FFF2-40B4-BE49-F238E27FC236}">
                <a16:creationId xmlns:a16="http://schemas.microsoft.com/office/drawing/2014/main" id="{7C2B0B76-8719-1D21-C9C8-A2D3050ECBB8}"/>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8" name="Rectangle 15">
            <a:extLst>
              <a:ext uri="{FF2B5EF4-FFF2-40B4-BE49-F238E27FC236}">
                <a16:creationId xmlns:a16="http://schemas.microsoft.com/office/drawing/2014/main" id="{4B7600D3-A4FD-2C7B-E452-146F1FD1CA71}"/>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9" name="Rectangle 16">
            <a:extLst>
              <a:ext uri="{FF2B5EF4-FFF2-40B4-BE49-F238E27FC236}">
                <a16:creationId xmlns:a16="http://schemas.microsoft.com/office/drawing/2014/main" id="{DB30774E-1E9C-FEAE-17A4-6F4F7845D6DE}"/>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3330" name="Rectangle 17">
            <a:extLst>
              <a:ext uri="{FF2B5EF4-FFF2-40B4-BE49-F238E27FC236}">
                <a16:creationId xmlns:a16="http://schemas.microsoft.com/office/drawing/2014/main" id="{26CB57B7-F22C-8AEB-C94C-76E65243D770}"/>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31" name="Object 18">
            <a:extLst>
              <a:ext uri="{FF2B5EF4-FFF2-40B4-BE49-F238E27FC236}">
                <a16:creationId xmlns:a16="http://schemas.microsoft.com/office/drawing/2014/main" id="{4A0C6CAC-D3BF-697D-A000-4FBB775ADA18}"/>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32" name="Rectangle 19">
            <a:extLst>
              <a:ext uri="{FF2B5EF4-FFF2-40B4-BE49-F238E27FC236}">
                <a16:creationId xmlns:a16="http://schemas.microsoft.com/office/drawing/2014/main" id="{643EC52B-3872-18F4-4FD4-221A143A324F}"/>
              </a:ext>
            </a:extLst>
          </p:cNvPr>
          <p:cNvSpPr>
            <a:spLocks noChangeArrowheads="1"/>
          </p:cNvSpPr>
          <p:nvPr/>
        </p:nvSpPr>
        <p:spPr bwMode="auto">
          <a:xfrm>
            <a:off x="228600" y="1600200"/>
            <a:ext cx="1600200" cy="173038"/>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33" name="Rectangle 22">
            <a:extLst>
              <a:ext uri="{FF2B5EF4-FFF2-40B4-BE49-F238E27FC236}">
                <a16:creationId xmlns:a16="http://schemas.microsoft.com/office/drawing/2014/main" id="{8337568A-ABD8-E7A8-D503-83C072168158}"/>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4BB376D0-B448-05C3-B439-F602776A901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0571FE2-E9B9-4D75-B71B-C0AF221A8B63}" type="slidenum">
              <a:rPr lang="en-US" altLang="en-US" sz="1400"/>
              <a:pPr>
                <a:spcBef>
                  <a:spcPct val="0"/>
                </a:spcBef>
                <a:buClrTx/>
                <a:buSzTx/>
                <a:buFontTx/>
                <a:buNone/>
              </a:pPr>
              <a:t>12</a:t>
            </a:fld>
            <a:endParaRPr lang="en-US" altLang="en-US" sz="1400"/>
          </a:p>
        </p:txBody>
      </p:sp>
      <p:sp>
        <p:nvSpPr>
          <p:cNvPr id="14339" name="Rectangle 2">
            <a:extLst>
              <a:ext uri="{FF2B5EF4-FFF2-40B4-BE49-F238E27FC236}">
                <a16:creationId xmlns:a16="http://schemas.microsoft.com/office/drawing/2014/main" id="{8AA14BFD-AF98-659B-CA1F-A7AD0871EB95}"/>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4340" name="Rectangle 3">
            <a:extLst>
              <a:ext uri="{FF2B5EF4-FFF2-40B4-BE49-F238E27FC236}">
                <a16:creationId xmlns:a16="http://schemas.microsoft.com/office/drawing/2014/main" id="{0F3DAAE5-51D5-728D-946B-33D277E1FCD9}"/>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1" name="Rectangle 4">
            <a:extLst>
              <a:ext uri="{FF2B5EF4-FFF2-40B4-BE49-F238E27FC236}">
                <a16:creationId xmlns:a16="http://schemas.microsoft.com/office/drawing/2014/main" id="{C18527F5-FD53-BB3D-7972-9C246E3954EA}"/>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5">
            <a:extLst>
              <a:ext uri="{FF2B5EF4-FFF2-40B4-BE49-F238E27FC236}">
                <a16:creationId xmlns:a16="http://schemas.microsoft.com/office/drawing/2014/main" id="{4A59C6CA-C6A5-15C5-F60F-55AF1ECCB8C3}"/>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Rectangle 6">
            <a:extLst>
              <a:ext uri="{FF2B5EF4-FFF2-40B4-BE49-F238E27FC236}">
                <a16:creationId xmlns:a16="http://schemas.microsoft.com/office/drawing/2014/main" id="{D8D28107-D79D-8925-8700-91D111F1F7B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4" name="Rectangle 7">
            <a:extLst>
              <a:ext uri="{FF2B5EF4-FFF2-40B4-BE49-F238E27FC236}">
                <a16:creationId xmlns:a16="http://schemas.microsoft.com/office/drawing/2014/main" id="{427BEC37-57FB-08DC-A47A-96647AFDBEB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5" name="Rectangle 8">
            <a:extLst>
              <a:ext uri="{FF2B5EF4-FFF2-40B4-BE49-F238E27FC236}">
                <a16:creationId xmlns:a16="http://schemas.microsoft.com/office/drawing/2014/main" id="{A76ABD55-A09A-46BE-1587-C27F47AED90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6" name="Rectangle 9">
            <a:extLst>
              <a:ext uri="{FF2B5EF4-FFF2-40B4-BE49-F238E27FC236}">
                <a16:creationId xmlns:a16="http://schemas.microsoft.com/office/drawing/2014/main" id="{08D559B7-17BF-C045-90EC-2505160D82D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7" name="Rectangle 10">
            <a:extLst>
              <a:ext uri="{FF2B5EF4-FFF2-40B4-BE49-F238E27FC236}">
                <a16:creationId xmlns:a16="http://schemas.microsoft.com/office/drawing/2014/main" id="{3D11043A-E33F-8FE2-B76E-D3B38B8DDAD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8" name="Rectangle 11">
            <a:extLst>
              <a:ext uri="{FF2B5EF4-FFF2-40B4-BE49-F238E27FC236}">
                <a16:creationId xmlns:a16="http://schemas.microsoft.com/office/drawing/2014/main" id="{11079518-3D89-B99C-4B6E-6CDB3D2B5D7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9" name="Rectangle 12">
            <a:extLst>
              <a:ext uri="{FF2B5EF4-FFF2-40B4-BE49-F238E27FC236}">
                <a16:creationId xmlns:a16="http://schemas.microsoft.com/office/drawing/2014/main" id="{A3C7C6CD-6A21-A9BF-9F2D-22157E05E60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50" name="Rectangle 13">
            <a:extLst>
              <a:ext uri="{FF2B5EF4-FFF2-40B4-BE49-F238E27FC236}">
                <a16:creationId xmlns:a16="http://schemas.microsoft.com/office/drawing/2014/main" id="{3055D52B-F647-56A7-99FA-E2FCF5D4E438}"/>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4351" name="Rectangle 14">
            <a:extLst>
              <a:ext uri="{FF2B5EF4-FFF2-40B4-BE49-F238E27FC236}">
                <a16:creationId xmlns:a16="http://schemas.microsoft.com/office/drawing/2014/main" id="{FC340320-954B-5B4C-9B81-B78EE1F39B7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52" name="Rectangle 15">
            <a:extLst>
              <a:ext uri="{FF2B5EF4-FFF2-40B4-BE49-F238E27FC236}">
                <a16:creationId xmlns:a16="http://schemas.microsoft.com/office/drawing/2014/main" id="{34CBF5B6-5453-FBF1-F169-8AB8AFB02BE7}"/>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53" name="Rectangle 16">
            <a:extLst>
              <a:ext uri="{FF2B5EF4-FFF2-40B4-BE49-F238E27FC236}">
                <a16:creationId xmlns:a16="http://schemas.microsoft.com/office/drawing/2014/main" id="{96F60064-2B71-9384-4025-CE0C2BF33BFA}"/>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4354" name="Rectangle 17">
            <a:extLst>
              <a:ext uri="{FF2B5EF4-FFF2-40B4-BE49-F238E27FC236}">
                <a16:creationId xmlns:a16="http://schemas.microsoft.com/office/drawing/2014/main" id="{DEBC4F1E-5228-DF5C-3BBE-4525711E94A0}"/>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4355" name="Object 18">
            <a:extLst>
              <a:ext uri="{FF2B5EF4-FFF2-40B4-BE49-F238E27FC236}">
                <a16:creationId xmlns:a16="http://schemas.microsoft.com/office/drawing/2014/main" id="{062F59B8-6E04-BED8-17E5-27E4DE8F6FF5}"/>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6" name="Rectangle 19">
            <a:extLst>
              <a:ext uri="{FF2B5EF4-FFF2-40B4-BE49-F238E27FC236}">
                <a16:creationId xmlns:a16="http://schemas.microsoft.com/office/drawing/2014/main" id="{34D32580-7C0C-E2A3-FDE5-31A9E364AD59}"/>
              </a:ext>
            </a:extLst>
          </p:cNvPr>
          <p:cNvSpPr>
            <a:spLocks noChangeArrowheads="1"/>
          </p:cNvSpPr>
          <p:nvPr/>
        </p:nvSpPr>
        <p:spPr bwMode="auto">
          <a:xfrm>
            <a:off x="215900" y="1844675"/>
            <a:ext cx="2016125" cy="173038"/>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57" name="Rectangle 20">
            <a:extLst>
              <a:ext uri="{FF2B5EF4-FFF2-40B4-BE49-F238E27FC236}">
                <a16:creationId xmlns:a16="http://schemas.microsoft.com/office/drawing/2014/main" id="{B1665EC9-5220-DA59-B4CF-9DBC967EDBD8}"/>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CB1D695A-CCBB-917A-2CF3-7A323699258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715AE0D-DD2D-49B0-9FFE-4E409C42C5E3}" type="slidenum">
              <a:rPr lang="en-US" altLang="en-US" sz="1400"/>
              <a:pPr>
                <a:spcBef>
                  <a:spcPct val="0"/>
                </a:spcBef>
                <a:buClrTx/>
                <a:buSzTx/>
                <a:buFontTx/>
                <a:buNone/>
              </a:pPr>
              <a:t>13</a:t>
            </a:fld>
            <a:endParaRPr lang="en-US" altLang="en-US" sz="1400"/>
          </a:p>
        </p:txBody>
      </p:sp>
      <p:sp>
        <p:nvSpPr>
          <p:cNvPr id="15363" name="Rectangle 2">
            <a:extLst>
              <a:ext uri="{FF2B5EF4-FFF2-40B4-BE49-F238E27FC236}">
                <a16:creationId xmlns:a16="http://schemas.microsoft.com/office/drawing/2014/main" id="{718B6179-EF89-E788-4FE4-79DCBB2B7564}"/>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5364" name="Rectangle 3">
            <a:extLst>
              <a:ext uri="{FF2B5EF4-FFF2-40B4-BE49-F238E27FC236}">
                <a16:creationId xmlns:a16="http://schemas.microsoft.com/office/drawing/2014/main" id="{4CA94A0B-8A82-0C5E-A8CC-48FDAF8EAA0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5" name="Rectangle 4">
            <a:extLst>
              <a:ext uri="{FF2B5EF4-FFF2-40B4-BE49-F238E27FC236}">
                <a16:creationId xmlns:a16="http://schemas.microsoft.com/office/drawing/2014/main" id="{A1A52006-CFA9-A749-7258-378F0546A50A}"/>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5">
            <a:extLst>
              <a:ext uri="{FF2B5EF4-FFF2-40B4-BE49-F238E27FC236}">
                <a16:creationId xmlns:a16="http://schemas.microsoft.com/office/drawing/2014/main" id="{E4286DA5-E606-1F1F-EFD3-59D5C5D393D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Rectangle 6">
            <a:extLst>
              <a:ext uri="{FF2B5EF4-FFF2-40B4-BE49-F238E27FC236}">
                <a16:creationId xmlns:a16="http://schemas.microsoft.com/office/drawing/2014/main" id="{CFC60D26-FD24-2B3D-5D21-F937F35B007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8" name="Rectangle 7">
            <a:extLst>
              <a:ext uri="{FF2B5EF4-FFF2-40B4-BE49-F238E27FC236}">
                <a16:creationId xmlns:a16="http://schemas.microsoft.com/office/drawing/2014/main" id="{1F6FB34E-45BE-260E-EDE4-44D880ADB15F}"/>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9" name="Rectangle 8">
            <a:extLst>
              <a:ext uri="{FF2B5EF4-FFF2-40B4-BE49-F238E27FC236}">
                <a16:creationId xmlns:a16="http://schemas.microsoft.com/office/drawing/2014/main" id="{C073C748-8CD6-6633-8E7A-01112781E49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0" name="Rectangle 9">
            <a:extLst>
              <a:ext uri="{FF2B5EF4-FFF2-40B4-BE49-F238E27FC236}">
                <a16:creationId xmlns:a16="http://schemas.microsoft.com/office/drawing/2014/main" id="{D0FF7667-E5E9-EDC3-E1D4-BFDC4B55B8D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1" name="Rectangle 10">
            <a:extLst>
              <a:ext uri="{FF2B5EF4-FFF2-40B4-BE49-F238E27FC236}">
                <a16:creationId xmlns:a16="http://schemas.microsoft.com/office/drawing/2014/main" id="{9EE99EEF-777C-4240-27D7-50F071A926FD}"/>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2" name="Rectangle 11">
            <a:extLst>
              <a:ext uri="{FF2B5EF4-FFF2-40B4-BE49-F238E27FC236}">
                <a16:creationId xmlns:a16="http://schemas.microsoft.com/office/drawing/2014/main" id="{E08D89C9-945B-AAF8-50E6-554C00EAC948}"/>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3" name="Rectangle 12">
            <a:extLst>
              <a:ext uri="{FF2B5EF4-FFF2-40B4-BE49-F238E27FC236}">
                <a16:creationId xmlns:a16="http://schemas.microsoft.com/office/drawing/2014/main" id="{5F424541-1700-46A5-B6FC-833EA1B3A19F}"/>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4" name="Rectangle 13">
            <a:extLst>
              <a:ext uri="{FF2B5EF4-FFF2-40B4-BE49-F238E27FC236}">
                <a16:creationId xmlns:a16="http://schemas.microsoft.com/office/drawing/2014/main" id="{B338CAFB-2E55-312F-E845-359BF5B0B226}"/>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5375" name="Rectangle 14">
            <a:extLst>
              <a:ext uri="{FF2B5EF4-FFF2-40B4-BE49-F238E27FC236}">
                <a16:creationId xmlns:a16="http://schemas.microsoft.com/office/drawing/2014/main" id="{F03FA975-3E6C-FD21-8910-019629C8983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6" name="Rectangle 15">
            <a:extLst>
              <a:ext uri="{FF2B5EF4-FFF2-40B4-BE49-F238E27FC236}">
                <a16:creationId xmlns:a16="http://schemas.microsoft.com/office/drawing/2014/main" id="{9EB0B218-F2B3-F532-7FBE-E45BC675E13F}"/>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7" name="Rectangle 16">
            <a:extLst>
              <a:ext uri="{FF2B5EF4-FFF2-40B4-BE49-F238E27FC236}">
                <a16:creationId xmlns:a16="http://schemas.microsoft.com/office/drawing/2014/main" id="{8797EBDE-573A-13EA-030C-897280CEF51E}"/>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5378" name="Rectangle 17">
            <a:extLst>
              <a:ext uri="{FF2B5EF4-FFF2-40B4-BE49-F238E27FC236}">
                <a16:creationId xmlns:a16="http://schemas.microsoft.com/office/drawing/2014/main" id="{09C25C69-3CB7-4081-E05A-FBAD8A42B6BE}"/>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5379" name="Object 18">
            <a:extLst>
              <a:ext uri="{FF2B5EF4-FFF2-40B4-BE49-F238E27FC236}">
                <a16:creationId xmlns:a16="http://schemas.microsoft.com/office/drawing/2014/main" id="{1DDEA2FC-9954-D221-AEE0-9F0C1CFC079E}"/>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80" name="Rectangle 19">
            <a:extLst>
              <a:ext uri="{FF2B5EF4-FFF2-40B4-BE49-F238E27FC236}">
                <a16:creationId xmlns:a16="http://schemas.microsoft.com/office/drawing/2014/main" id="{9782CCC7-6CC2-F7BB-4735-D5A8EFF1FD31}"/>
              </a:ext>
            </a:extLst>
          </p:cNvPr>
          <p:cNvSpPr>
            <a:spLocks noChangeArrowheads="1"/>
          </p:cNvSpPr>
          <p:nvPr/>
        </p:nvSpPr>
        <p:spPr bwMode="auto">
          <a:xfrm>
            <a:off x="395288" y="2060575"/>
            <a:ext cx="4140200" cy="13652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1" name="Rectangle 20">
            <a:extLst>
              <a:ext uri="{FF2B5EF4-FFF2-40B4-BE49-F238E27FC236}">
                <a16:creationId xmlns:a16="http://schemas.microsoft.com/office/drawing/2014/main" id="{4E68A307-97E9-BC02-40E5-D78CF7738DF8}"/>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2" name="Rectangle 21">
            <a:extLst>
              <a:ext uri="{FF2B5EF4-FFF2-40B4-BE49-F238E27FC236}">
                <a16:creationId xmlns:a16="http://schemas.microsoft.com/office/drawing/2014/main" id="{3CC1C54A-5DB9-558F-5038-C6FA52B5841C}"/>
              </a:ext>
            </a:extLst>
          </p:cNvPr>
          <p:cNvSpPr>
            <a:spLocks noChangeArrowheads="1"/>
          </p:cNvSpPr>
          <p:nvPr/>
        </p:nvSpPr>
        <p:spPr bwMode="auto">
          <a:xfrm>
            <a:off x="5111750" y="1952625"/>
            <a:ext cx="1296988"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60?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93525A5E-AEEA-3E88-635A-436BA2DB62E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71D0F7B-E2B7-429A-B4FE-03AA6B3926F2}" type="slidenum">
              <a:rPr lang="en-US" altLang="en-US" sz="1400"/>
              <a:pPr>
                <a:spcBef>
                  <a:spcPct val="0"/>
                </a:spcBef>
                <a:buClrTx/>
                <a:buSzTx/>
                <a:buFontTx/>
                <a:buNone/>
              </a:pPr>
              <a:t>14</a:t>
            </a:fld>
            <a:endParaRPr lang="en-US" altLang="en-US" sz="1400"/>
          </a:p>
        </p:txBody>
      </p:sp>
      <p:sp>
        <p:nvSpPr>
          <p:cNvPr id="16387" name="Rectangle 2">
            <a:extLst>
              <a:ext uri="{FF2B5EF4-FFF2-40B4-BE49-F238E27FC236}">
                <a16:creationId xmlns:a16="http://schemas.microsoft.com/office/drawing/2014/main" id="{0A78E5A5-54E3-03EB-7EEA-E98086DE8D69}"/>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6388" name="Rectangle 3">
            <a:extLst>
              <a:ext uri="{FF2B5EF4-FFF2-40B4-BE49-F238E27FC236}">
                <a16:creationId xmlns:a16="http://schemas.microsoft.com/office/drawing/2014/main" id="{DDA0D4CA-B091-6EE1-438C-86AAED3F4D6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89" name="Rectangle 4">
            <a:extLst>
              <a:ext uri="{FF2B5EF4-FFF2-40B4-BE49-F238E27FC236}">
                <a16:creationId xmlns:a16="http://schemas.microsoft.com/office/drawing/2014/main" id="{608DC14B-6CA3-66AC-F0B6-852E6EE1765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0" name="Rectangle 5">
            <a:extLst>
              <a:ext uri="{FF2B5EF4-FFF2-40B4-BE49-F238E27FC236}">
                <a16:creationId xmlns:a16="http://schemas.microsoft.com/office/drawing/2014/main" id="{30B368A2-D71A-991E-C9AB-D025BD7BC0D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1" name="Rectangle 6">
            <a:extLst>
              <a:ext uri="{FF2B5EF4-FFF2-40B4-BE49-F238E27FC236}">
                <a16:creationId xmlns:a16="http://schemas.microsoft.com/office/drawing/2014/main" id="{2F91AE79-79D9-D1C2-FA14-9F5A9305558C}"/>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2" name="Rectangle 7">
            <a:extLst>
              <a:ext uri="{FF2B5EF4-FFF2-40B4-BE49-F238E27FC236}">
                <a16:creationId xmlns:a16="http://schemas.microsoft.com/office/drawing/2014/main" id="{53A9EFAF-EB70-44F7-1B5F-4CB0B29ABC97}"/>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3" name="Rectangle 8">
            <a:extLst>
              <a:ext uri="{FF2B5EF4-FFF2-40B4-BE49-F238E27FC236}">
                <a16:creationId xmlns:a16="http://schemas.microsoft.com/office/drawing/2014/main" id="{00089A3A-0964-D1D2-FFB6-B297F97ECC5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4" name="Rectangle 9">
            <a:extLst>
              <a:ext uri="{FF2B5EF4-FFF2-40B4-BE49-F238E27FC236}">
                <a16:creationId xmlns:a16="http://schemas.microsoft.com/office/drawing/2014/main" id="{0C71690E-BED1-19C9-973A-2C058AFC8B00}"/>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5" name="Rectangle 10">
            <a:extLst>
              <a:ext uri="{FF2B5EF4-FFF2-40B4-BE49-F238E27FC236}">
                <a16:creationId xmlns:a16="http://schemas.microsoft.com/office/drawing/2014/main" id="{CDB5FC03-A24E-B8B1-2145-4E0208B4D02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6" name="Rectangle 11">
            <a:extLst>
              <a:ext uri="{FF2B5EF4-FFF2-40B4-BE49-F238E27FC236}">
                <a16:creationId xmlns:a16="http://schemas.microsoft.com/office/drawing/2014/main" id="{9946AC48-C73E-D774-3E6A-2631F3819847}"/>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7" name="Rectangle 12">
            <a:extLst>
              <a:ext uri="{FF2B5EF4-FFF2-40B4-BE49-F238E27FC236}">
                <a16:creationId xmlns:a16="http://schemas.microsoft.com/office/drawing/2014/main" id="{2E0A0A60-8133-AFD7-714F-D7BD1ACD5C3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8" name="Rectangle 13">
            <a:extLst>
              <a:ext uri="{FF2B5EF4-FFF2-40B4-BE49-F238E27FC236}">
                <a16:creationId xmlns:a16="http://schemas.microsoft.com/office/drawing/2014/main" id="{EEC6BBA4-16E5-2047-D4D2-471CDDD2ECD2}"/>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6399" name="Rectangle 14">
            <a:extLst>
              <a:ext uri="{FF2B5EF4-FFF2-40B4-BE49-F238E27FC236}">
                <a16:creationId xmlns:a16="http://schemas.microsoft.com/office/drawing/2014/main" id="{F5B63916-2381-51EC-EBA3-233A870980AF}"/>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0" name="Rectangle 15">
            <a:extLst>
              <a:ext uri="{FF2B5EF4-FFF2-40B4-BE49-F238E27FC236}">
                <a16:creationId xmlns:a16="http://schemas.microsoft.com/office/drawing/2014/main" id="{7B7CA22D-B324-4323-B85E-0743B10FF739}"/>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1" name="Rectangle 16">
            <a:extLst>
              <a:ext uri="{FF2B5EF4-FFF2-40B4-BE49-F238E27FC236}">
                <a16:creationId xmlns:a16="http://schemas.microsoft.com/office/drawing/2014/main" id="{4B19BB9B-FF3B-C024-D3AF-9F6BC66D70AB}"/>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6402" name="Rectangle 17">
            <a:extLst>
              <a:ext uri="{FF2B5EF4-FFF2-40B4-BE49-F238E27FC236}">
                <a16:creationId xmlns:a16="http://schemas.microsoft.com/office/drawing/2014/main" id="{AADD3527-7E1F-2A3A-3996-6F79B898DCD4}"/>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6403" name="Object 18">
            <a:extLst>
              <a:ext uri="{FF2B5EF4-FFF2-40B4-BE49-F238E27FC236}">
                <a16:creationId xmlns:a16="http://schemas.microsoft.com/office/drawing/2014/main" id="{039400FE-ECEA-40F9-A6EB-D72E1C5E3DDD}"/>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04" name="Rectangle 19">
            <a:extLst>
              <a:ext uri="{FF2B5EF4-FFF2-40B4-BE49-F238E27FC236}">
                <a16:creationId xmlns:a16="http://schemas.microsoft.com/office/drawing/2014/main" id="{DBD832AE-4161-E61F-10FF-3DC3525C25DD}"/>
              </a:ext>
            </a:extLst>
          </p:cNvPr>
          <p:cNvSpPr>
            <a:spLocks noChangeArrowheads="1"/>
          </p:cNvSpPr>
          <p:nvPr/>
        </p:nvSpPr>
        <p:spPr bwMode="auto">
          <a:xfrm>
            <a:off x="827088" y="2852738"/>
            <a:ext cx="4140200" cy="13652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5" name="Rectangle 20">
            <a:extLst>
              <a:ext uri="{FF2B5EF4-FFF2-40B4-BE49-F238E27FC236}">
                <a16:creationId xmlns:a16="http://schemas.microsoft.com/office/drawing/2014/main" id="{591B0D6A-70AF-0924-4E4A-FE6A4F5CC72C}"/>
              </a:ext>
            </a:extLst>
          </p:cNvPr>
          <p:cNvSpPr>
            <a:spLocks noChangeArrowheads="1"/>
          </p:cNvSpPr>
          <p:nvPr/>
        </p:nvSpPr>
        <p:spPr bwMode="auto">
          <a:xfrm>
            <a:off x="5076825" y="36449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6" name="Rectangle 21">
            <a:extLst>
              <a:ext uri="{FF2B5EF4-FFF2-40B4-BE49-F238E27FC236}">
                <a16:creationId xmlns:a16="http://schemas.microsoft.com/office/drawing/2014/main" id="{6B4B24F8-7824-5D32-EF5B-FCA98E0CA082}"/>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519B90D7-ED54-BF9D-AFB8-F0EB589BC57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EDAA989-16EB-4D21-AA33-C312D34A6584}" type="slidenum">
              <a:rPr lang="en-US" altLang="en-US" sz="1400"/>
              <a:pPr>
                <a:spcBef>
                  <a:spcPct val="0"/>
                </a:spcBef>
                <a:buClrTx/>
                <a:buSzTx/>
                <a:buFontTx/>
                <a:buNone/>
              </a:pPr>
              <a:t>15</a:t>
            </a:fld>
            <a:endParaRPr lang="en-US" altLang="en-US" sz="1400"/>
          </a:p>
        </p:txBody>
      </p:sp>
      <p:sp>
        <p:nvSpPr>
          <p:cNvPr id="17411" name="Rectangle 2">
            <a:extLst>
              <a:ext uri="{FF2B5EF4-FFF2-40B4-BE49-F238E27FC236}">
                <a16:creationId xmlns:a16="http://schemas.microsoft.com/office/drawing/2014/main" id="{106740CF-88E6-86AA-4672-0A889F803F77}"/>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7412" name="Rectangle 3">
            <a:extLst>
              <a:ext uri="{FF2B5EF4-FFF2-40B4-BE49-F238E27FC236}">
                <a16:creationId xmlns:a16="http://schemas.microsoft.com/office/drawing/2014/main" id="{4DC6BCCF-3F19-331D-EDCB-C2658C9ACB4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3" name="Rectangle 4">
            <a:extLst>
              <a:ext uri="{FF2B5EF4-FFF2-40B4-BE49-F238E27FC236}">
                <a16:creationId xmlns:a16="http://schemas.microsoft.com/office/drawing/2014/main" id="{1E194C51-7F19-6924-FF92-3CBBAA1FF8B7}"/>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4" name="Rectangle 5">
            <a:extLst>
              <a:ext uri="{FF2B5EF4-FFF2-40B4-BE49-F238E27FC236}">
                <a16:creationId xmlns:a16="http://schemas.microsoft.com/office/drawing/2014/main" id="{69FE6388-0135-7228-0810-42C4B853A9A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5" name="Rectangle 6">
            <a:extLst>
              <a:ext uri="{FF2B5EF4-FFF2-40B4-BE49-F238E27FC236}">
                <a16:creationId xmlns:a16="http://schemas.microsoft.com/office/drawing/2014/main" id="{D0AA0449-1326-54DA-C32D-9EFCC3FAA761}"/>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6" name="Rectangle 7">
            <a:extLst>
              <a:ext uri="{FF2B5EF4-FFF2-40B4-BE49-F238E27FC236}">
                <a16:creationId xmlns:a16="http://schemas.microsoft.com/office/drawing/2014/main" id="{8C852E99-4C37-D50D-EE86-13B982ACC9A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7" name="Rectangle 8">
            <a:extLst>
              <a:ext uri="{FF2B5EF4-FFF2-40B4-BE49-F238E27FC236}">
                <a16:creationId xmlns:a16="http://schemas.microsoft.com/office/drawing/2014/main" id="{F3BE7637-CB73-DE7D-AAD3-5FC1EC84517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8" name="Rectangle 9">
            <a:extLst>
              <a:ext uri="{FF2B5EF4-FFF2-40B4-BE49-F238E27FC236}">
                <a16:creationId xmlns:a16="http://schemas.microsoft.com/office/drawing/2014/main" id="{74535256-507E-ACD5-FE09-AAD14C73DF28}"/>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19" name="Rectangle 10">
            <a:extLst>
              <a:ext uri="{FF2B5EF4-FFF2-40B4-BE49-F238E27FC236}">
                <a16:creationId xmlns:a16="http://schemas.microsoft.com/office/drawing/2014/main" id="{68E101FC-4625-A204-958C-9E4FC070E06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0" name="Rectangle 11">
            <a:extLst>
              <a:ext uri="{FF2B5EF4-FFF2-40B4-BE49-F238E27FC236}">
                <a16:creationId xmlns:a16="http://schemas.microsoft.com/office/drawing/2014/main" id="{41BF73DD-1148-4C2E-E5F9-74A3F31B4F69}"/>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1" name="Rectangle 12">
            <a:extLst>
              <a:ext uri="{FF2B5EF4-FFF2-40B4-BE49-F238E27FC236}">
                <a16:creationId xmlns:a16="http://schemas.microsoft.com/office/drawing/2014/main" id="{B4503804-B6A5-7406-06F9-A5FBCA161B7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2" name="Rectangle 13">
            <a:extLst>
              <a:ext uri="{FF2B5EF4-FFF2-40B4-BE49-F238E27FC236}">
                <a16:creationId xmlns:a16="http://schemas.microsoft.com/office/drawing/2014/main" id="{51A84A7E-6544-3F61-CCE0-ECB5486E41E0}"/>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7423" name="Rectangle 14">
            <a:extLst>
              <a:ext uri="{FF2B5EF4-FFF2-40B4-BE49-F238E27FC236}">
                <a16:creationId xmlns:a16="http://schemas.microsoft.com/office/drawing/2014/main" id="{3E4E737E-1B09-5172-F713-579F71926CB3}"/>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4" name="Rectangle 15">
            <a:extLst>
              <a:ext uri="{FF2B5EF4-FFF2-40B4-BE49-F238E27FC236}">
                <a16:creationId xmlns:a16="http://schemas.microsoft.com/office/drawing/2014/main" id="{20928205-77AF-7935-3765-40C91C779C0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5" name="Rectangle 16">
            <a:extLst>
              <a:ext uri="{FF2B5EF4-FFF2-40B4-BE49-F238E27FC236}">
                <a16:creationId xmlns:a16="http://schemas.microsoft.com/office/drawing/2014/main" id="{C0EE61FC-62C7-C5FA-D31A-15BE0B03203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7426" name="Rectangle 17">
            <a:extLst>
              <a:ext uri="{FF2B5EF4-FFF2-40B4-BE49-F238E27FC236}">
                <a16:creationId xmlns:a16="http://schemas.microsoft.com/office/drawing/2014/main" id="{7678DE57-78DC-973B-6F40-535185279EBD}"/>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7427" name="Object 18">
            <a:extLst>
              <a:ext uri="{FF2B5EF4-FFF2-40B4-BE49-F238E27FC236}">
                <a16:creationId xmlns:a16="http://schemas.microsoft.com/office/drawing/2014/main" id="{D3DF0EF6-E5BB-CDDC-F2E7-FF2EFA63A679}"/>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8" name="Rectangle 19">
            <a:extLst>
              <a:ext uri="{FF2B5EF4-FFF2-40B4-BE49-F238E27FC236}">
                <a16:creationId xmlns:a16="http://schemas.microsoft.com/office/drawing/2014/main" id="{1391DF4F-A129-0AAF-2476-8E2FC9079B02}"/>
              </a:ext>
            </a:extLst>
          </p:cNvPr>
          <p:cNvSpPr>
            <a:spLocks noChangeArrowheads="1"/>
          </p:cNvSpPr>
          <p:nvPr/>
        </p:nvSpPr>
        <p:spPr bwMode="auto">
          <a:xfrm>
            <a:off x="539750" y="3033713"/>
            <a:ext cx="1728788" cy="13652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29" name="Rectangle 20">
            <a:extLst>
              <a:ext uri="{FF2B5EF4-FFF2-40B4-BE49-F238E27FC236}">
                <a16:creationId xmlns:a16="http://schemas.microsoft.com/office/drawing/2014/main" id="{48B39F80-0EB7-0110-7D79-2D60CC9CA064}"/>
              </a:ext>
            </a:extLst>
          </p:cNvPr>
          <p:cNvSpPr>
            <a:spLocks noChangeArrowheads="1"/>
          </p:cNvSpPr>
          <p:nvPr/>
        </p:nvSpPr>
        <p:spPr bwMode="auto">
          <a:xfrm>
            <a:off x="5003800" y="3429000"/>
            <a:ext cx="827088"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7430" name="Rectangle 21">
            <a:extLst>
              <a:ext uri="{FF2B5EF4-FFF2-40B4-BE49-F238E27FC236}">
                <a16:creationId xmlns:a16="http://schemas.microsoft.com/office/drawing/2014/main" id="{050A7F54-1FF6-6EB5-B5A8-68011E416ADF}"/>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B036E5CD-CCA4-5588-BB5E-D757220DC0C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4D1A0E6-22AC-4F9C-B3F3-335C6B48E3FF}" type="slidenum">
              <a:rPr lang="en-US" altLang="en-US" sz="1400"/>
              <a:pPr>
                <a:spcBef>
                  <a:spcPct val="0"/>
                </a:spcBef>
                <a:buClrTx/>
                <a:buSzTx/>
                <a:buFontTx/>
                <a:buNone/>
              </a:pPr>
              <a:t>16</a:t>
            </a:fld>
            <a:endParaRPr lang="en-US" altLang="en-US" sz="1400"/>
          </a:p>
        </p:txBody>
      </p:sp>
      <p:sp>
        <p:nvSpPr>
          <p:cNvPr id="18435" name="Rectangle 2">
            <a:extLst>
              <a:ext uri="{FF2B5EF4-FFF2-40B4-BE49-F238E27FC236}">
                <a16:creationId xmlns:a16="http://schemas.microsoft.com/office/drawing/2014/main" id="{729B1872-3A1C-D0B1-8DE3-3BC9E865C7A0}"/>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8436" name="Rectangle 3">
            <a:extLst>
              <a:ext uri="{FF2B5EF4-FFF2-40B4-BE49-F238E27FC236}">
                <a16:creationId xmlns:a16="http://schemas.microsoft.com/office/drawing/2014/main" id="{0B1BA898-5643-188F-6B50-731D419DB3C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7" name="Rectangle 4">
            <a:extLst>
              <a:ext uri="{FF2B5EF4-FFF2-40B4-BE49-F238E27FC236}">
                <a16:creationId xmlns:a16="http://schemas.microsoft.com/office/drawing/2014/main" id="{34EFB81E-B21F-E2F8-EBBA-A0DAD85AF28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8" name="Rectangle 5">
            <a:extLst>
              <a:ext uri="{FF2B5EF4-FFF2-40B4-BE49-F238E27FC236}">
                <a16:creationId xmlns:a16="http://schemas.microsoft.com/office/drawing/2014/main" id="{2B283AB3-FA74-5C6C-DD95-E58F036E792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39" name="Rectangle 6">
            <a:extLst>
              <a:ext uri="{FF2B5EF4-FFF2-40B4-BE49-F238E27FC236}">
                <a16:creationId xmlns:a16="http://schemas.microsoft.com/office/drawing/2014/main" id="{98125CAD-00F8-5026-2232-F1CAAE417573}"/>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0" name="Rectangle 7">
            <a:extLst>
              <a:ext uri="{FF2B5EF4-FFF2-40B4-BE49-F238E27FC236}">
                <a16:creationId xmlns:a16="http://schemas.microsoft.com/office/drawing/2014/main" id="{07DE0E74-24A0-D14B-A3D4-C7898A4572E7}"/>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1" name="Rectangle 8">
            <a:extLst>
              <a:ext uri="{FF2B5EF4-FFF2-40B4-BE49-F238E27FC236}">
                <a16:creationId xmlns:a16="http://schemas.microsoft.com/office/drawing/2014/main" id="{659E3888-266E-EC58-70D2-A12615CBC112}"/>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2" name="Rectangle 9">
            <a:extLst>
              <a:ext uri="{FF2B5EF4-FFF2-40B4-BE49-F238E27FC236}">
                <a16:creationId xmlns:a16="http://schemas.microsoft.com/office/drawing/2014/main" id="{35DC53E4-B6B1-AE44-F995-A880F45B02A6}"/>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3" name="Rectangle 10">
            <a:extLst>
              <a:ext uri="{FF2B5EF4-FFF2-40B4-BE49-F238E27FC236}">
                <a16:creationId xmlns:a16="http://schemas.microsoft.com/office/drawing/2014/main" id="{FFBF55E9-0CB9-2809-BFF2-ABA8D287F83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4" name="Rectangle 11">
            <a:extLst>
              <a:ext uri="{FF2B5EF4-FFF2-40B4-BE49-F238E27FC236}">
                <a16:creationId xmlns:a16="http://schemas.microsoft.com/office/drawing/2014/main" id="{AC9EDEAC-780D-45BC-2FA4-3F8A689C742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5" name="Rectangle 12">
            <a:extLst>
              <a:ext uri="{FF2B5EF4-FFF2-40B4-BE49-F238E27FC236}">
                <a16:creationId xmlns:a16="http://schemas.microsoft.com/office/drawing/2014/main" id="{8057EA66-08DD-1168-9752-509014B9947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6" name="Rectangle 13">
            <a:extLst>
              <a:ext uri="{FF2B5EF4-FFF2-40B4-BE49-F238E27FC236}">
                <a16:creationId xmlns:a16="http://schemas.microsoft.com/office/drawing/2014/main" id="{E8CA30A3-A22A-D0D9-AF79-CBAF4D08180B}"/>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8447" name="Rectangle 14">
            <a:extLst>
              <a:ext uri="{FF2B5EF4-FFF2-40B4-BE49-F238E27FC236}">
                <a16:creationId xmlns:a16="http://schemas.microsoft.com/office/drawing/2014/main" id="{B5F5C097-5442-7B6F-4205-A95A183CED9B}"/>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8" name="Rectangle 15">
            <a:extLst>
              <a:ext uri="{FF2B5EF4-FFF2-40B4-BE49-F238E27FC236}">
                <a16:creationId xmlns:a16="http://schemas.microsoft.com/office/drawing/2014/main" id="{381AD90B-FC2E-A060-B486-6A8868916B40}"/>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9" name="Rectangle 16">
            <a:extLst>
              <a:ext uri="{FF2B5EF4-FFF2-40B4-BE49-F238E27FC236}">
                <a16:creationId xmlns:a16="http://schemas.microsoft.com/office/drawing/2014/main" id="{5C7A2A74-2B43-6D2E-ACC2-A837EA5ED807}"/>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8450" name="Rectangle 17">
            <a:extLst>
              <a:ext uri="{FF2B5EF4-FFF2-40B4-BE49-F238E27FC236}">
                <a16:creationId xmlns:a16="http://schemas.microsoft.com/office/drawing/2014/main" id="{6E6CF356-F8B8-956C-CC90-0FF56BB36DBE}"/>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8451" name="Object 18">
            <a:extLst>
              <a:ext uri="{FF2B5EF4-FFF2-40B4-BE49-F238E27FC236}">
                <a16:creationId xmlns:a16="http://schemas.microsoft.com/office/drawing/2014/main" id="{CE7EEFE1-080C-045D-F613-41B6E7E09815}"/>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2" name="Rectangle 19">
            <a:extLst>
              <a:ext uri="{FF2B5EF4-FFF2-40B4-BE49-F238E27FC236}">
                <a16:creationId xmlns:a16="http://schemas.microsoft.com/office/drawing/2014/main" id="{2D4C0580-FC38-17A0-AD8C-D41DAAAB96E8}"/>
              </a:ext>
            </a:extLst>
          </p:cNvPr>
          <p:cNvSpPr>
            <a:spLocks noChangeArrowheads="1"/>
          </p:cNvSpPr>
          <p:nvPr/>
        </p:nvSpPr>
        <p:spPr bwMode="auto">
          <a:xfrm>
            <a:off x="611188" y="3249613"/>
            <a:ext cx="2016125" cy="17145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53" name="Rectangle 20">
            <a:extLst>
              <a:ext uri="{FF2B5EF4-FFF2-40B4-BE49-F238E27FC236}">
                <a16:creationId xmlns:a16="http://schemas.microsoft.com/office/drawing/2014/main" id="{B46193A8-0BC5-FD73-E6C4-36D17FD462E1}"/>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54" name="Rectangle 21">
            <a:extLst>
              <a:ext uri="{FF2B5EF4-FFF2-40B4-BE49-F238E27FC236}">
                <a16:creationId xmlns:a16="http://schemas.microsoft.com/office/drawing/2014/main" id="{DE0CA70A-86A1-FBBF-F50B-B49B5A186E53}"/>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80CEDC0F-4038-4641-BD75-382A28704C5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4B1E27F-5CBC-4A61-876E-DBB00FCF6D9E}" type="slidenum">
              <a:rPr lang="en-US" altLang="en-US" sz="1400"/>
              <a:pPr>
                <a:spcBef>
                  <a:spcPct val="0"/>
                </a:spcBef>
                <a:buClrTx/>
                <a:buSzTx/>
                <a:buFontTx/>
                <a:buNone/>
              </a:pPr>
              <a:t>17</a:t>
            </a:fld>
            <a:endParaRPr lang="en-US" altLang="en-US" sz="1400"/>
          </a:p>
        </p:txBody>
      </p:sp>
      <p:sp>
        <p:nvSpPr>
          <p:cNvPr id="19459" name="Rectangle 2">
            <a:extLst>
              <a:ext uri="{FF2B5EF4-FFF2-40B4-BE49-F238E27FC236}">
                <a16:creationId xmlns:a16="http://schemas.microsoft.com/office/drawing/2014/main" id="{45E90C6D-0E5E-BCCC-DFE3-9D44C8401071}"/>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19460" name="Rectangle 3">
            <a:extLst>
              <a:ext uri="{FF2B5EF4-FFF2-40B4-BE49-F238E27FC236}">
                <a16:creationId xmlns:a16="http://schemas.microsoft.com/office/drawing/2014/main" id="{715F8496-88AA-C33D-E344-D8350FFD9E80}"/>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1" name="Rectangle 4">
            <a:extLst>
              <a:ext uri="{FF2B5EF4-FFF2-40B4-BE49-F238E27FC236}">
                <a16:creationId xmlns:a16="http://schemas.microsoft.com/office/drawing/2014/main" id="{6D63CB2A-20AD-886C-D488-D6EA1881A2A0}"/>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2" name="Rectangle 5">
            <a:extLst>
              <a:ext uri="{FF2B5EF4-FFF2-40B4-BE49-F238E27FC236}">
                <a16:creationId xmlns:a16="http://schemas.microsoft.com/office/drawing/2014/main" id="{17B781A5-2BB4-7F1A-891E-CB82CC2ECBB7}"/>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3" name="Rectangle 6">
            <a:extLst>
              <a:ext uri="{FF2B5EF4-FFF2-40B4-BE49-F238E27FC236}">
                <a16:creationId xmlns:a16="http://schemas.microsoft.com/office/drawing/2014/main" id="{6419939C-2B82-60F2-A13D-E7394309BB9B}"/>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4" name="Rectangle 7">
            <a:extLst>
              <a:ext uri="{FF2B5EF4-FFF2-40B4-BE49-F238E27FC236}">
                <a16:creationId xmlns:a16="http://schemas.microsoft.com/office/drawing/2014/main" id="{B14DE7EC-BDB2-7FB1-9FDA-F5D56DE261A1}"/>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5" name="Rectangle 8">
            <a:extLst>
              <a:ext uri="{FF2B5EF4-FFF2-40B4-BE49-F238E27FC236}">
                <a16:creationId xmlns:a16="http://schemas.microsoft.com/office/drawing/2014/main" id="{FFA0FB6F-8192-5BEE-B161-9B320CB7B6D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6" name="Rectangle 9">
            <a:extLst>
              <a:ext uri="{FF2B5EF4-FFF2-40B4-BE49-F238E27FC236}">
                <a16:creationId xmlns:a16="http://schemas.microsoft.com/office/drawing/2014/main" id="{764A35B1-74C1-B10E-990F-BB188F2A97B0}"/>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7" name="Rectangle 10">
            <a:extLst>
              <a:ext uri="{FF2B5EF4-FFF2-40B4-BE49-F238E27FC236}">
                <a16:creationId xmlns:a16="http://schemas.microsoft.com/office/drawing/2014/main" id="{9F2F83FD-F8B7-88D3-BFFC-93088C51CB9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8" name="Rectangle 11">
            <a:extLst>
              <a:ext uri="{FF2B5EF4-FFF2-40B4-BE49-F238E27FC236}">
                <a16:creationId xmlns:a16="http://schemas.microsoft.com/office/drawing/2014/main" id="{36C2B6E6-B52B-D6FE-41BE-DDDF747DE3D8}"/>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9" name="Rectangle 12">
            <a:extLst>
              <a:ext uri="{FF2B5EF4-FFF2-40B4-BE49-F238E27FC236}">
                <a16:creationId xmlns:a16="http://schemas.microsoft.com/office/drawing/2014/main" id="{BCCE430D-71D0-F542-6472-DFE05175B814}"/>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0" name="Rectangle 13">
            <a:extLst>
              <a:ext uri="{FF2B5EF4-FFF2-40B4-BE49-F238E27FC236}">
                <a16:creationId xmlns:a16="http://schemas.microsoft.com/office/drawing/2014/main" id="{C641731F-7FA2-AF20-07E5-A8584B25AF28}"/>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19471" name="Rectangle 14">
            <a:extLst>
              <a:ext uri="{FF2B5EF4-FFF2-40B4-BE49-F238E27FC236}">
                <a16:creationId xmlns:a16="http://schemas.microsoft.com/office/drawing/2014/main" id="{476DE2F0-94AF-9720-0364-806378A4F2C3}"/>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2" name="Rectangle 15">
            <a:extLst>
              <a:ext uri="{FF2B5EF4-FFF2-40B4-BE49-F238E27FC236}">
                <a16:creationId xmlns:a16="http://schemas.microsoft.com/office/drawing/2014/main" id="{333CDBD5-BA3C-6518-284B-49732AFEB173}"/>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3" name="Rectangle 16">
            <a:extLst>
              <a:ext uri="{FF2B5EF4-FFF2-40B4-BE49-F238E27FC236}">
                <a16:creationId xmlns:a16="http://schemas.microsoft.com/office/drawing/2014/main" id="{BBDBC14B-CA16-43D1-2694-4A04376E8FE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19474" name="Rectangle 17">
            <a:extLst>
              <a:ext uri="{FF2B5EF4-FFF2-40B4-BE49-F238E27FC236}">
                <a16:creationId xmlns:a16="http://schemas.microsoft.com/office/drawing/2014/main" id="{4855C205-717B-D942-988A-5B903B14CD41}"/>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9475" name="Object 18">
            <a:extLst>
              <a:ext uri="{FF2B5EF4-FFF2-40B4-BE49-F238E27FC236}">
                <a16:creationId xmlns:a16="http://schemas.microsoft.com/office/drawing/2014/main" id="{BFA5599B-BC4E-EF2C-E1A0-96DECC13FEC2}"/>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76" name="Rectangle 19">
            <a:extLst>
              <a:ext uri="{FF2B5EF4-FFF2-40B4-BE49-F238E27FC236}">
                <a16:creationId xmlns:a16="http://schemas.microsoft.com/office/drawing/2014/main" id="{959AB63B-A59D-8D22-9A05-FCC4F74D501C}"/>
              </a:ext>
            </a:extLst>
          </p:cNvPr>
          <p:cNvSpPr>
            <a:spLocks noChangeArrowheads="1"/>
          </p:cNvSpPr>
          <p:nvPr/>
        </p:nvSpPr>
        <p:spPr bwMode="auto">
          <a:xfrm>
            <a:off x="250825" y="1808163"/>
            <a:ext cx="2016125" cy="17145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7" name="Rectangle 20">
            <a:extLst>
              <a:ext uri="{FF2B5EF4-FFF2-40B4-BE49-F238E27FC236}">
                <a16:creationId xmlns:a16="http://schemas.microsoft.com/office/drawing/2014/main" id="{BD791054-63C0-0B3B-62B1-B7A667F01735}"/>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78" name="Rectangle 21">
            <a:extLst>
              <a:ext uri="{FF2B5EF4-FFF2-40B4-BE49-F238E27FC236}">
                <a16:creationId xmlns:a16="http://schemas.microsoft.com/office/drawing/2014/main" id="{7F806937-BBAF-2327-1846-3344F95B83B6}"/>
              </a:ext>
            </a:extLst>
          </p:cNvPr>
          <p:cNvSpPr>
            <a:spLocks noChangeArrowheads="1"/>
          </p:cNvSpPr>
          <p:nvPr/>
        </p:nvSpPr>
        <p:spPr bwMode="auto">
          <a:xfrm>
            <a:off x="5256213" y="2636838"/>
            <a:ext cx="129698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60 true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31C43DB2-D94B-ADAD-EA70-F7F721D0E81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420F1B2-9808-4283-8B05-EB4A5EA0604D}" type="slidenum">
              <a:rPr lang="en-US" altLang="en-US" sz="1400"/>
              <a:pPr>
                <a:spcBef>
                  <a:spcPct val="0"/>
                </a:spcBef>
                <a:buClrTx/>
                <a:buSzTx/>
                <a:buFontTx/>
                <a:buNone/>
              </a:pPr>
              <a:t>18</a:t>
            </a:fld>
            <a:endParaRPr lang="en-US" altLang="en-US" sz="1400"/>
          </a:p>
        </p:txBody>
      </p:sp>
      <p:sp>
        <p:nvSpPr>
          <p:cNvPr id="20483" name="Rectangle 2">
            <a:extLst>
              <a:ext uri="{FF2B5EF4-FFF2-40B4-BE49-F238E27FC236}">
                <a16:creationId xmlns:a16="http://schemas.microsoft.com/office/drawing/2014/main" id="{12FD2CEE-6C71-1B19-BE4B-C5E1C8B5DCEF}"/>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0484" name="Rectangle 3">
            <a:extLst>
              <a:ext uri="{FF2B5EF4-FFF2-40B4-BE49-F238E27FC236}">
                <a16:creationId xmlns:a16="http://schemas.microsoft.com/office/drawing/2014/main" id="{A989610F-88DB-F1ED-7C06-B8DC1978FC12}"/>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5" name="Rectangle 4">
            <a:extLst>
              <a:ext uri="{FF2B5EF4-FFF2-40B4-BE49-F238E27FC236}">
                <a16:creationId xmlns:a16="http://schemas.microsoft.com/office/drawing/2014/main" id="{5BC2ECDA-8D8B-55BC-969B-9A15876F923D}"/>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6" name="Rectangle 5">
            <a:extLst>
              <a:ext uri="{FF2B5EF4-FFF2-40B4-BE49-F238E27FC236}">
                <a16:creationId xmlns:a16="http://schemas.microsoft.com/office/drawing/2014/main" id="{63B39826-CF17-E924-1E0B-4AA19259047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7" name="Rectangle 6">
            <a:extLst>
              <a:ext uri="{FF2B5EF4-FFF2-40B4-BE49-F238E27FC236}">
                <a16:creationId xmlns:a16="http://schemas.microsoft.com/office/drawing/2014/main" id="{DD4C2070-1387-D80D-B07D-509FCC0DACD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8" name="Rectangle 7">
            <a:extLst>
              <a:ext uri="{FF2B5EF4-FFF2-40B4-BE49-F238E27FC236}">
                <a16:creationId xmlns:a16="http://schemas.microsoft.com/office/drawing/2014/main" id="{D4BB39B2-D047-63DB-D1A5-5D99CCAE5B8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89" name="Rectangle 8">
            <a:extLst>
              <a:ext uri="{FF2B5EF4-FFF2-40B4-BE49-F238E27FC236}">
                <a16:creationId xmlns:a16="http://schemas.microsoft.com/office/drawing/2014/main" id="{D76D08F5-DC43-D7D9-A1D7-045E2B982381}"/>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0" name="Rectangle 9">
            <a:extLst>
              <a:ext uri="{FF2B5EF4-FFF2-40B4-BE49-F238E27FC236}">
                <a16:creationId xmlns:a16="http://schemas.microsoft.com/office/drawing/2014/main" id="{211F8F60-AF5A-E40D-5C61-BEF133FCB831}"/>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1" name="Rectangle 10">
            <a:extLst>
              <a:ext uri="{FF2B5EF4-FFF2-40B4-BE49-F238E27FC236}">
                <a16:creationId xmlns:a16="http://schemas.microsoft.com/office/drawing/2014/main" id="{20ED713F-3F16-9730-72A1-C44E9DF6258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2" name="Rectangle 11">
            <a:extLst>
              <a:ext uri="{FF2B5EF4-FFF2-40B4-BE49-F238E27FC236}">
                <a16:creationId xmlns:a16="http://schemas.microsoft.com/office/drawing/2014/main" id="{3BB96320-C66F-CCEE-0202-5A79BA73D1C6}"/>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3" name="Rectangle 12">
            <a:extLst>
              <a:ext uri="{FF2B5EF4-FFF2-40B4-BE49-F238E27FC236}">
                <a16:creationId xmlns:a16="http://schemas.microsoft.com/office/drawing/2014/main" id="{068054DD-A90C-5536-0B69-02B3E42BDF0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4" name="Rectangle 13">
            <a:extLst>
              <a:ext uri="{FF2B5EF4-FFF2-40B4-BE49-F238E27FC236}">
                <a16:creationId xmlns:a16="http://schemas.microsoft.com/office/drawing/2014/main" id="{C7832ED8-D96F-D407-D59E-1795A8BA8418}"/>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0495" name="Rectangle 14">
            <a:extLst>
              <a:ext uri="{FF2B5EF4-FFF2-40B4-BE49-F238E27FC236}">
                <a16:creationId xmlns:a16="http://schemas.microsoft.com/office/drawing/2014/main" id="{29051014-0061-B2B0-0F80-8199754812A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6" name="Rectangle 15">
            <a:extLst>
              <a:ext uri="{FF2B5EF4-FFF2-40B4-BE49-F238E27FC236}">
                <a16:creationId xmlns:a16="http://schemas.microsoft.com/office/drawing/2014/main" id="{F07EFFD1-C799-DEA8-F414-06132762284A}"/>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497" name="Rectangle 16">
            <a:extLst>
              <a:ext uri="{FF2B5EF4-FFF2-40B4-BE49-F238E27FC236}">
                <a16:creationId xmlns:a16="http://schemas.microsoft.com/office/drawing/2014/main" id="{522F31A3-3718-839E-1324-A3A8F31D0AC6}"/>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0498" name="Rectangle 17">
            <a:extLst>
              <a:ext uri="{FF2B5EF4-FFF2-40B4-BE49-F238E27FC236}">
                <a16:creationId xmlns:a16="http://schemas.microsoft.com/office/drawing/2014/main" id="{7DE17BB8-CB78-C47F-00F0-6BD29EEB40A9}"/>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0499" name="Object 18">
            <a:extLst>
              <a:ext uri="{FF2B5EF4-FFF2-40B4-BE49-F238E27FC236}">
                <a16:creationId xmlns:a16="http://schemas.microsoft.com/office/drawing/2014/main" id="{F53A3988-83E5-E9DD-430A-E4C7DDC1F43B}"/>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00" name="Rectangle 19">
            <a:extLst>
              <a:ext uri="{FF2B5EF4-FFF2-40B4-BE49-F238E27FC236}">
                <a16:creationId xmlns:a16="http://schemas.microsoft.com/office/drawing/2014/main" id="{C6884F59-9CA3-D4C3-4E2A-EFB0C1CC9583}"/>
              </a:ext>
            </a:extLst>
          </p:cNvPr>
          <p:cNvSpPr>
            <a:spLocks noChangeArrowheads="1"/>
          </p:cNvSpPr>
          <p:nvPr/>
        </p:nvSpPr>
        <p:spPr bwMode="auto">
          <a:xfrm>
            <a:off x="395288" y="2024063"/>
            <a:ext cx="4140200" cy="17145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501" name="Rectangle 20">
            <a:extLst>
              <a:ext uri="{FF2B5EF4-FFF2-40B4-BE49-F238E27FC236}">
                <a16:creationId xmlns:a16="http://schemas.microsoft.com/office/drawing/2014/main" id="{D0D91078-D91E-6B91-CC26-118138870C20}"/>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0502" name="Rectangle 21">
            <a:extLst>
              <a:ext uri="{FF2B5EF4-FFF2-40B4-BE49-F238E27FC236}">
                <a16:creationId xmlns:a16="http://schemas.microsoft.com/office/drawing/2014/main" id="{0884E6AF-600F-148A-5D04-C96A253017B9}"/>
              </a:ext>
            </a:extLst>
          </p:cNvPr>
          <p:cNvSpPr>
            <a:spLocks noChangeArrowheads="1"/>
          </p:cNvSpPr>
          <p:nvPr/>
        </p:nvSpPr>
        <p:spPr bwMode="auto">
          <a:xfrm>
            <a:off x="5219700"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false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56967974-3EA5-017D-07DE-CE449D65319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273A53F-5C40-46DF-851B-96D194D40CF2}" type="slidenum">
              <a:rPr lang="en-US" altLang="en-US" sz="1400"/>
              <a:pPr>
                <a:spcBef>
                  <a:spcPct val="0"/>
                </a:spcBef>
                <a:buClrTx/>
                <a:buSzTx/>
                <a:buFontTx/>
                <a:buNone/>
              </a:pPr>
              <a:t>19</a:t>
            </a:fld>
            <a:endParaRPr lang="en-US" altLang="en-US" sz="1400"/>
          </a:p>
        </p:txBody>
      </p:sp>
      <p:sp>
        <p:nvSpPr>
          <p:cNvPr id="21507" name="Rectangle 2">
            <a:extLst>
              <a:ext uri="{FF2B5EF4-FFF2-40B4-BE49-F238E27FC236}">
                <a16:creationId xmlns:a16="http://schemas.microsoft.com/office/drawing/2014/main" id="{344715C3-270A-EB0D-F832-EFB6A88E3E6D}"/>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1508" name="Rectangle 3">
            <a:extLst>
              <a:ext uri="{FF2B5EF4-FFF2-40B4-BE49-F238E27FC236}">
                <a16:creationId xmlns:a16="http://schemas.microsoft.com/office/drawing/2014/main" id="{03BEB025-8DA7-DB1A-2E35-9596C7428A2D}"/>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09" name="Rectangle 4">
            <a:extLst>
              <a:ext uri="{FF2B5EF4-FFF2-40B4-BE49-F238E27FC236}">
                <a16:creationId xmlns:a16="http://schemas.microsoft.com/office/drawing/2014/main" id="{920B3FC0-6765-7428-08A6-FE610B19BA6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0" name="Rectangle 5">
            <a:extLst>
              <a:ext uri="{FF2B5EF4-FFF2-40B4-BE49-F238E27FC236}">
                <a16:creationId xmlns:a16="http://schemas.microsoft.com/office/drawing/2014/main" id="{F5AABE60-CEC4-18E8-0C53-FAE7B6F58764}"/>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1" name="Rectangle 6">
            <a:extLst>
              <a:ext uri="{FF2B5EF4-FFF2-40B4-BE49-F238E27FC236}">
                <a16:creationId xmlns:a16="http://schemas.microsoft.com/office/drawing/2014/main" id="{C7BEB842-DBFE-BBCC-2A55-F08E729E6CA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2" name="Rectangle 7">
            <a:extLst>
              <a:ext uri="{FF2B5EF4-FFF2-40B4-BE49-F238E27FC236}">
                <a16:creationId xmlns:a16="http://schemas.microsoft.com/office/drawing/2014/main" id="{E3D6CAE1-9572-0811-90CC-74D29108604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3" name="Rectangle 8">
            <a:extLst>
              <a:ext uri="{FF2B5EF4-FFF2-40B4-BE49-F238E27FC236}">
                <a16:creationId xmlns:a16="http://schemas.microsoft.com/office/drawing/2014/main" id="{412E32F5-DD67-C7B6-227A-70021B043545}"/>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4" name="Rectangle 9">
            <a:extLst>
              <a:ext uri="{FF2B5EF4-FFF2-40B4-BE49-F238E27FC236}">
                <a16:creationId xmlns:a16="http://schemas.microsoft.com/office/drawing/2014/main" id="{251A380C-D20E-E42D-20CC-1D3C740F197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5" name="Rectangle 10">
            <a:extLst>
              <a:ext uri="{FF2B5EF4-FFF2-40B4-BE49-F238E27FC236}">
                <a16:creationId xmlns:a16="http://schemas.microsoft.com/office/drawing/2014/main" id="{12A5685A-A2D6-5586-F8DA-345286C9F70F}"/>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6" name="Rectangle 11">
            <a:extLst>
              <a:ext uri="{FF2B5EF4-FFF2-40B4-BE49-F238E27FC236}">
                <a16:creationId xmlns:a16="http://schemas.microsoft.com/office/drawing/2014/main" id="{A85FCAFC-A724-6F6D-C97F-414036A6B3C0}"/>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7" name="Rectangle 12">
            <a:extLst>
              <a:ext uri="{FF2B5EF4-FFF2-40B4-BE49-F238E27FC236}">
                <a16:creationId xmlns:a16="http://schemas.microsoft.com/office/drawing/2014/main" id="{09011936-AD4B-8376-DF02-9220A21C267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8" name="Rectangle 13">
            <a:extLst>
              <a:ext uri="{FF2B5EF4-FFF2-40B4-BE49-F238E27FC236}">
                <a16:creationId xmlns:a16="http://schemas.microsoft.com/office/drawing/2014/main" id="{66769E01-3252-51B0-BBEC-ADE372EB3EEE}"/>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1519" name="Rectangle 14">
            <a:extLst>
              <a:ext uri="{FF2B5EF4-FFF2-40B4-BE49-F238E27FC236}">
                <a16:creationId xmlns:a16="http://schemas.microsoft.com/office/drawing/2014/main" id="{A14121AB-8246-C7D7-A198-656A15D196C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0" name="Rectangle 15">
            <a:extLst>
              <a:ext uri="{FF2B5EF4-FFF2-40B4-BE49-F238E27FC236}">
                <a16:creationId xmlns:a16="http://schemas.microsoft.com/office/drawing/2014/main" id="{5EBCC732-864A-9F5F-BD8E-5FAD0E14F6F6}"/>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1" name="Rectangle 16">
            <a:extLst>
              <a:ext uri="{FF2B5EF4-FFF2-40B4-BE49-F238E27FC236}">
                <a16:creationId xmlns:a16="http://schemas.microsoft.com/office/drawing/2014/main" id="{06CB10C6-FEB1-FC99-94E6-D70F4AA0DA86}"/>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1522" name="Rectangle 17">
            <a:extLst>
              <a:ext uri="{FF2B5EF4-FFF2-40B4-BE49-F238E27FC236}">
                <a16:creationId xmlns:a16="http://schemas.microsoft.com/office/drawing/2014/main" id="{871EED30-FA7D-3239-7598-263AC6935B93}"/>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1523" name="Object 18">
            <a:extLst>
              <a:ext uri="{FF2B5EF4-FFF2-40B4-BE49-F238E27FC236}">
                <a16:creationId xmlns:a16="http://schemas.microsoft.com/office/drawing/2014/main" id="{BB89F4B2-00FD-E123-6BE6-D3E70DBC2321}"/>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4" name="Rectangle 19">
            <a:extLst>
              <a:ext uri="{FF2B5EF4-FFF2-40B4-BE49-F238E27FC236}">
                <a16:creationId xmlns:a16="http://schemas.microsoft.com/office/drawing/2014/main" id="{38054283-3F23-6067-2300-A0CDEA178849}"/>
              </a:ext>
            </a:extLst>
          </p:cNvPr>
          <p:cNvSpPr>
            <a:spLocks noChangeArrowheads="1"/>
          </p:cNvSpPr>
          <p:nvPr/>
        </p:nvSpPr>
        <p:spPr bwMode="auto">
          <a:xfrm>
            <a:off x="827088" y="2816225"/>
            <a:ext cx="4140200" cy="17145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5" name="Rectangle 20">
            <a:extLst>
              <a:ext uri="{FF2B5EF4-FFF2-40B4-BE49-F238E27FC236}">
                <a16:creationId xmlns:a16="http://schemas.microsoft.com/office/drawing/2014/main" id="{C9052F85-F2EF-A836-88F4-CC211BE8E32B}"/>
              </a:ext>
            </a:extLst>
          </p:cNvPr>
          <p:cNvSpPr>
            <a:spLocks noChangeArrowheads="1"/>
          </p:cNvSpPr>
          <p:nvPr/>
        </p:nvSpPr>
        <p:spPr bwMode="auto">
          <a:xfrm>
            <a:off x="8135938" y="3789363"/>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26" name="Rectangle 21">
            <a:extLst>
              <a:ext uri="{FF2B5EF4-FFF2-40B4-BE49-F238E27FC236}">
                <a16:creationId xmlns:a16="http://schemas.microsoft.com/office/drawing/2014/main" id="{264ADBA0-55CD-007F-C7C9-114609C2ACE9}"/>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1C65B404-FF6A-B91A-67B5-770BBF8756C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5518054-6490-4C73-8C12-0AA0A0C93F2B}" type="slidenum">
              <a:rPr lang="en-US" altLang="en-US" sz="1400"/>
              <a:pPr>
                <a:spcBef>
                  <a:spcPct val="0"/>
                </a:spcBef>
                <a:buClrTx/>
                <a:buSzTx/>
                <a:buFontTx/>
                <a:buNone/>
              </a:pPr>
              <a:t>20</a:t>
            </a:fld>
            <a:endParaRPr lang="en-US" altLang="en-US" sz="1400"/>
          </a:p>
        </p:txBody>
      </p:sp>
      <p:sp>
        <p:nvSpPr>
          <p:cNvPr id="22531" name="Rectangle 2">
            <a:extLst>
              <a:ext uri="{FF2B5EF4-FFF2-40B4-BE49-F238E27FC236}">
                <a16:creationId xmlns:a16="http://schemas.microsoft.com/office/drawing/2014/main" id="{5D545E9C-7354-79B6-24ED-73EEE419645B}"/>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2532" name="Rectangle 3">
            <a:extLst>
              <a:ext uri="{FF2B5EF4-FFF2-40B4-BE49-F238E27FC236}">
                <a16:creationId xmlns:a16="http://schemas.microsoft.com/office/drawing/2014/main" id="{CBEB96C3-3AB1-7132-24FD-B16EA8EFCC6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3" name="Rectangle 4">
            <a:extLst>
              <a:ext uri="{FF2B5EF4-FFF2-40B4-BE49-F238E27FC236}">
                <a16:creationId xmlns:a16="http://schemas.microsoft.com/office/drawing/2014/main" id="{C9E9B1AF-7C98-5844-C721-F3B4DE66378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4" name="Rectangle 5">
            <a:extLst>
              <a:ext uri="{FF2B5EF4-FFF2-40B4-BE49-F238E27FC236}">
                <a16:creationId xmlns:a16="http://schemas.microsoft.com/office/drawing/2014/main" id="{A13326A9-6EAC-B59F-7C37-0EC47D5DA33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5" name="Rectangle 6">
            <a:extLst>
              <a:ext uri="{FF2B5EF4-FFF2-40B4-BE49-F238E27FC236}">
                <a16:creationId xmlns:a16="http://schemas.microsoft.com/office/drawing/2014/main" id="{088AA1E9-DC7C-5130-2B11-6ADA2B4CE589}"/>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6" name="Rectangle 7">
            <a:extLst>
              <a:ext uri="{FF2B5EF4-FFF2-40B4-BE49-F238E27FC236}">
                <a16:creationId xmlns:a16="http://schemas.microsoft.com/office/drawing/2014/main" id="{3A7D8695-D1EE-AB46-F3D1-E1374E08CF1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7" name="Rectangle 8">
            <a:extLst>
              <a:ext uri="{FF2B5EF4-FFF2-40B4-BE49-F238E27FC236}">
                <a16:creationId xmlns:a16="http://schemas.microsoft.com/office/drawing/2014/main" id="{AD23654B-5A97-A4E5-6D24-E9D181840EB9}"/>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8" name="Rectangle 9">
            <a:extLst>
              <a:ext uri="{FF2B5EF4-FFF2-40B4-BE49-F238E27FC236}">
                <a16:creationId xmlns:a16="http://schemas.microsoft.com/office/drawing/2014/main" id="{09753FB3-DFC3-7875-0163-DA9C437314B2}"/>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9" name="Rectangle 10">
            <a:extLst>
              <a:ext uri="{FF2B5EF4-FFF2-40B4-BE49-F238E27FC236}">
                <a16:creationId xmlns:a16="http://schemas.microsoft.com/office/drawing/2014/main" id="{3FB2353E-BF3A-7FF5-D7D2-958394031651}"/>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0" name="Rectangle 11">
            <a:extLst>
              <a:ext uri="{FF2B5EF4-FFF2-40B4-BE49-F238E27FC236}">
                <a16:creationId xmlns:a16="http://schemas.microsoft.com/office/drawing/2014/main" id="{73454443-A22A-CE17-648F-179338810666}"/>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1" name="Rectangle 12">
            <a:extLst>
              <a:ext uri="{FF2B5EF4-FFF2-40B4-BE49-F238E27FC236}">
                <a16:creationId xmlns:a16="http://schemas.microsoft.com/office/drawing/2014/main" id="{030DD84B-1053-3B90-A566-1FB548526EE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2" name="Rectangle 13">
            <a:extLst>
              <a:ext uri="{FF2B5EF4-FFF2-40B4-BE49-F238E27FC236}">
                <a16:creationId xmlns:a16="http://schemas.microsoft.com/office/drawing/2014/main" id="{D1094D33-F512-17B5-E615-4D345070658B}"/>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latin typeface="Courier New" panose="02070309020205020404" pitchFamily="49" charset="0"/>
                <a:cs typeface="Times New Roman" panose="02020603050405020304" pitchFamily="18" charset="0"/>
              </a:rPr>
              <a:t>    }</a:t>
            </a:r>
          </a:p>
          <a:p>
            <a:pPr marL="0" indent="0">
              <a:buFont typeface="Monotype Sorts"/>
              <a:buNone/>
            </a:pPr>
            <a:r>
              <a:rPr lang="en-US" altLang="en-US" sz="1100" b="1">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latin typeface="Courier New" panose="02070309020205020404" pitchFamily="49" charset="0"/>
                <a:cs typeface="Times New Roman" panose="02020603050405020304" pitchFamily="18" charset="0"/>
              </a:rPr>
              <a:t>    }</a:t>
            </a:r>
          </a:p>
          <a:p>
            <a:pPr marL="0" indent="0">
              <a:buFont typeface="Monotype Sorts"/>
              <a:buNone/>
            </a:pPr>
            <a:r>
              <a:rPr lang="en-US" altLang="en-US" sz="1100" b="1">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latin typeface="Courier New" panose="02070309020205020404" pitchFamily="49" charset="0"/>
                <a:cs typeface="Times New Roman" panose="02020603050405020304" pitchFamily="18" charset="0"/>
              </a:rPr>
              <a:t> </a:t>
            </a:r>
          </a:p>
          <a:p>
            <a:pPr marL="0" indent="0">
              <a:buFont typeface="Monotype Sorts"/>
              <a:buNone/>
            </a:pPr>
            <a:r>
              <a:rPr lang="en-US" altLang="en-US" sz="1100" b="1">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latin typeface="Courier New" panose="02070309020205020404" pitchFamily="49" charset="0"/>
                <a:cs typeface="Times New Roman" panose="02020603050405020304" pitchFamily="18" charset="0"/>
              </a:rPr>
              <a:t> </a:t>
            </a:r>
          </a:p>
          <a:p>
            <a:pPr marL="0" indent="0">
              <a:buFont typeface="Monotype Sorts"/>
              <a:buNone/>
            </a:pPr>
            <a:r>
              <a:rPr lang="en-US" altLang="en-US" sz="1100" b="1">
                <a:latin typeface="Courier New" panose="02070309020205020404" pitchFamily="49" charset="0"/>
                <a:cs typeface="Times New Roman" panose="02020603050405020304" pitchFamily="18" charset="0"/>
              </a:rPr>
              <a:t>  return true; // Element inserted</a:t>
            </a:r>
            <a:r>
              <a:rPr lang="en-US" altLang="en-US" sz="1400" b="1">
                <a:latin typeface="Courier New" panose="02070309020205020404" pitchFamily="49" charset="0"/>
                <a:cs typeface="Courier New" panose="02070309020205020404" pitchFamily="49" charset="0"/>
              </a:rPr>
              <a:t> </a:t>
            </a:r>
          </a:p>
          <a:p>
            <a:pPr marL="0" indent="0">
              <a:buFont typeface="Monotype Sorts"/>
              <a:buNone/>
            </a:pPr>
            <a:r>
              <a:rPr lang="en-US" altLang="en-US" sz="1400" b="1">
                <a:latin typeface="Courier New" panose="02070309020205020404" pitchFamily="49" charset="0"/>
                <a:cs typeface="Courier New" panose="02070309020205020404" pitchFamily="49" charset="0"/>
              </a:rPr>
              <a:t>}</a:t>
            </a:r>
          </a:p>
        </p:txBody>
      </p:sp>
      <p:sp>
        <p:nvSpPr>
          <p:cNvPr id="22543" name="Rectangle 14">
            <a:extLst>
              <a:ext uri="{FF2B5EF4-FFF2-40B4-BE49-F238E27FC236}">
                <a16:creationId xmlns:a16="http://schemas.microsoft.com/office/drawing/2014/main" id="{4F9D1A1B-ADFE-0856-4D84-25B98D2D2BB6}"/>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4" name="Rectangle 15">
            <a:extLst>
              <a:ext uri="{FF2B5EF4-FFF2-40B4-BE49-F238E27FC236}">
                <a16:creationId xmlns:a16="http://schemas.microsoft.com/office/drawing/2014/main" id="{BF380762-3466-A9E3-C358-4E5C565C9BBF}"/>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5" name="Rectangle 16">
            <a:extLst>
              <a:ext uri="{FF2B5EF4-FFF2-40B4-BE49-F238E27FC236}">
                <a16:creationId xmlns:a16="http://schemas.microsoft.com/office/drawing/2014/main" id="{880362B3-5F24-F5C1-5780-D8BE1F6DA510}"/>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2546" name="Rectangle 17">
            <a:extLst>
              <a:ext uri="{FF2B5EF4-FFF2-40B4-BE49-F238E27FC236}">
                <a16:creationId xmlns:a16="http://schemas.microsoft.com/office/drawing/2014/main" id="{8355AC85-F008-DFFF-959E-3A8ECC6013AB}"/>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2547" name="Object 18">
            <a:extLst>
              <a:ext uri="{FF2B5EF4-FFF2-40B4-BE49-F238E27FC236}">
                <a16:creationId xmlns:a16="http://schemas.microsoft.com/office/drawing/2014/main" id="{731DAD5B-4497-8BCD-E273-9D10EA9728D9}"/>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48" name="Rectangle 19">
            <a:extLst>
              <a:ext uri="{FF2B5EF4-FFF2-40B4-BE49-F238E27FC236}">
                <a16:creationId xmlns:a16="http://schemas.microsoft.com/office/drawing/2014/main" id="{82729562-94BC-3BED-9599-87F62D0BE590}"/>
              </a:ext>
            </a:extLst>
          </p:cNvPr>
          <p:cNvSpPr>
            <a:spLocks noChangeArrowheads="1"/>
          </p:cNvSpPr>
          <p:nvPr/>
        </p:nvSpPr>
        <p:spPr bwMode="auto">
          <a:xfrm>
            <a:off x="539750" y="3033713"/>
            <a:ext cx="1692275" cy="171450"/>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49" name="Rectangle 20">
            <a:extLst>
              <a:ext uri="{FF2B5EF4-FFF2-40B4-BE49-F238E27FC236}">
                <a16:creationId xmlns:a16="http://schemas.microsoft.com/office/drawing/2014/main" id="{623A8A1B-7EAD-AD5D-E91A-9B3047561AE5}"/>
              </a:ext>
            </a:extLst>
          </p:cNvPr>
          <p:cNvSpPr>
            <a:spLocks noChangeArrowheads="1"/>
          </p:cNvSpPr>
          <p:nvPr/>
        </p:nvSpPr>
        <p:spPr bwMode="auto">
          <a:xfrm>
            <a:off x="7596188" y="3500438"/>
            <a:ext cx="827087" cy="1730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50" name="Rectangle 21">
            <a:extLst>
              <a:ext uri="{FF2B5EF4-FFF2-40B4-BE49-F238E27FC236}">
                <a16:creationId xmlns:a16="http://schemas.microsoft.com/office/drawing/2014/main" id="{742EA5AE-434B-1823-8C91-DE8F1ACF3685}"/>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2B4A8C4B-EC67-33FF-E705-702AC3720E4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84908CF-8E90-4070-85A1-5A972675E6D9}" type="slidenum">
              <a:rPr lang="en-US" altLang="en-US" sz="1400"/>
              <a:pPr>
                <a:spcBef>
                  <a:spcPct val="0"/>
                </a:spcBef>
                <a:buClrTx/>
                <a:buSzTx/>
                <a:buFontTx/>
                <a:buNone/>
              </a:pPr>
              <a:t>21</a:t>
            </a:fld>
            <a:endParaRPr lang="en-US" altLang="en-US" sz="1400"/>
          </a:p>
        </p:txBody>
      </p:sp>
      <p:sp>
        <p:nvSpPr>
          <p:cNvPr id="23555" name="Rectangle 2">
            <a:extLst>
              <a:ext uri="{FF2B5EF4-FFF2-40B4-BE49-F238E27FC236}">
                <a16:creationId xmlns:a16="http://schemas.microsoft.com/office/drawing/2014/main" id="{315A04DA-3A1A-4C84-CA79-BFDFC0662B8B}"/>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3556" name="Rectangle 3">
            <a:extLst>
              <a:ext uri="{FF2B5EF4-FFF2-40B4-BE49-F238E27FC236}">
                <a16:creationId xmlns:a16="http://schemas.microsoft.com/office/drawing/2014/main" id="{24263E8F-9356-0B89-7234-461D677592E1}"/>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7" name="Rectangle 4">
            <a:extLst>
              <a:ext uri="{FF2B5EF4-FFF2-40B4-BE49-F238E27FC236}">
                <a16:creationId xmlns:a16="http://schemas.microsoft.com/office/drawing/2014/main" id="{2B9B9DF1-3BFD-B1F7-4306-41E0C74F6D52}"/>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8" name="Rectangle 5">
            <a:extLst>
              <a:ext uri="{FF2B5EF4-FFF2-40B4-BE49-F238E27FC236}">
                <a16:creationId xmlns:a16="http://schemas.microsoft.com/office/drawing/2014/main" id="{4A45A812-5197-28DE-EF81-E48078D153E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59" name="Rectangle 6">
            <a:extLst>
              <a:ext uri="{FF2B5EF4-FFF2-40B4-BE49-F238E27FC236}">
                <a16:creationId xmlns:a16="http://schemas.microsoft.com/office/drawing/2014/main" id="{7E6F9708-535A-E76E-F84C-07CBBDDCD982}"/>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0" name="Rectangle 7">
            <a:extLst>
              <a:ext uri="{FF2B5EF4-FFF2-40B4-BE49-F238E27FC236}">
                <a16:creationId xmlns:a16="http://schemas.microsoft.com/office/drawing/2014/main" id="{C192C5D3-89DA-6826-2EE7-3875302BF91F}"/>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1" name="Rectangle 8">
            <a:extLst>
              <a:ext uri="{FF2B5EF4-FFF2-40B4-BE49-F238E27FC236}">
                <a16:creationId xmlns:a16="http://schemas.microsoft.com/office/drawing/2014/main" id="{F9086CDE-9CD8-8371-1750-FF710C2C480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2" name="Rectangle 9">
            <a:extLst>
              <a:ext uri="{FF2B5EF4-FFF2-40B4-BE49-F238E27FC236}">
                <a16:creationId xmlns:a16="http://schemas.microsoft.com/office/drawing/2014/main" id="{DEF1E2D0-B65D-7D44-C15E-E3428D453582}"/>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3" name="Rectangle 10">
            <a:extLst>
              <a:ext uri="{FF2B5EF4-FFF2-40B4-BE49-F238E27FC236}">
                <a16:creationId xmlns:a16="http://schemas.microsoft.com/office/drawing/2014/main" id="{AD21896A-F316-C9C5-0468-BAC110A5F691}"/>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4" name="Rectangle 11">
            <a:extLst>
              <a:ext uri="{FF2B5EF4-FFF2-40B4-BE49-F238E27FC236}">
                <a16:creationId xmlns:a16="http://schemas.microsoft.com/office/drawing/2014/main" id="{4B1458FE-75FE-9382-CE52-EA340C90A4B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5" name="Rectangle 12">
            <a:extLst>
              <a:ext uri="{FF2B5EF4-FFF2-40B4-BE49-F238E27FC236}">
                <a16:creationId xmlns:a16="http://schemas.microsoft.com/office/drawing/2014/main" id="{0EE09D76-8DFB-9124-A576-D5FF90BA139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6" name="Rectangle 13">
            <a:extLst>
              <a:ext uri="{FF2B5EF4-FFF2-40B4-BE49-F238E27FC236}">
                <a16:creationId xmlns:a16="http://schemas.microsoft.com/office/drawing/2014/main" id="{16662CAD-0548-8A00-8CC0-E605ADDB01BB}"/>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3567" name="Rectangle 14">
            <a:extLst>
              <a:ext uri="{FF2B5EF4-FFF2-40B4-BE49-F238E27FC236}">
                <a16:creationId xmlns:a16="http://schemas.microsoft.com/office/drawing/2014/main" id="{2947DF98-E199-7C89-8D28-88D7321C0077}"/>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8" name="Rectangle 15">
            <a:extLst>
              <a:ext uri="{FF2B5EF4-FFF2-40B4-BE49-F238E27FC236}">
                <a16:creationId xmlns:a16="http://schemas.microsoft.com/office/drawing/2014/main" id="{FD9843A2-234C-154B-AE81-504F37FEF951}"/>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69" name="Rectangle 16">
            <a:extLst>
              <a:ext uri="{FF2B5EF4-FFF2-40B4-BE49-F238E27FC236}">
                <a16:creationId xmlns:a16="http://schemas.microsoft.com/office/drawing/2014/main" id="{090E1DA4-31A3-B533-1C72-5EAB2626C52A}"/>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3570" name="Rectangle 17">
            <a:extLst>
              <a:ext uri="{FF2B5EF4-FFF2-40B4-BE49-F238E27FC236}">
                <a16:creationId xmlns:a16="http://schemas.microsoft.com/office/drawing/2014/main" id="{3124958D-34F4-9584-1712-25B88FB509CF}"/>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3571" name="Object 18">
            <a:extLst>
              <a:ext uri="{FF2B5EF4-FFF2-40B4-BE49-F238E27FC236}">
                <a16:creationId xmlns:a16="http://schemas.microsoft.com/office/drawing/2014/main" id="{3FE8A3D2-61BB-5295-3601-5CC7897FE56F}"/>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72" name="Rectangle 19">
            <a:extLst>
              <a:ext uri="{FF2B5EF4-FFF2-40B4-BE49-F238E27FC236}">
                <a16:creationId xmlns:a16="http://schemas.microsoft.com/office/drawing/2014/main" id="{2CBFEE80-4B24-2912-A392-70D9B113FF0E}"/>
              </a:ext>
            </a:extLst>
          </p:cNvPr>
          <p:cNvSpPr>
            <a:spLocks noChangeArrowheads="1"/>
          </p:cNvSpPr>
          <p:nvPr/>
        </p:nvSpPr>
        <p:spPr bwMode="auto">
          <a:xfrm>
            <a:off x="576263" y="3249613"/>
            <a:ext cx="2051050" cy="14287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73" name="Rectangle 20">
            <a:extLst>
              <a:ext uri="{FF2B5EF4-FFF2-40B4-BE49-F238E27FC236}">
                <a16:creationId xmlns:a16="http://schemas.microsoft.com/office/drawing/2014/main" id="{0349634E-9674-BF87-6327-7D4677557E63}"/>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3574" name="Rectangle 21">
            <a:extLst>
              <a:ext uri="{FF2B5EF4-FFF2-40B4-BE49-F238E27FC236}">
                <a16:creationId xmlns:a16="http://schemas.microsoft.com/office/drawing/2014/main" id="{0CDB42DE-ED91-4871-F48E-37C3CCEFFECF}"/>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C72D1C27-EE7D-CE95-FDC4-A3E7477DFA7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67B97F7-7D91-4D15-9538-B6A63FC4E0B1}" type="slidenum">
              <a:rPr lang="en-US" altLang="en-US" sz="1400"/>
              <a:pPr>
                <a:spcBef>
                  <a:spcPct val="0"/>
                </a:spcBef>
                <a:buClrTx/>
                <a:buSzTx/>
                <a:buFontTx/>
                <a:buNone/>
              </a:pPr>
              <a:t>22</a:t>
            </a:fld>
            <a:endParaRPr lang="en-US" altLang="en-US" sz="1400"/>
          </a:p>
        </p:txBody>
      </p:sp>
      <p:sp>
        <p:nvSpPr>
          <p:cNvPr id="24579" name="Rectangle 2">
            <a:extLst>
              <a:ext uri="{FF2B5EF4-FFF2-40B4-BE49-F238E27FC236}">
                <a16:creationId xmlns:a16="http://schemas.microsoft.com/office/drawing/2014/main" id="{53D4B554-7B58-2E86-259E-001ABF67B7D7}"/>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4580" name="Rectangle 3">
            <a:extLst>
              <a:ext uri="{FF2B5EF4-FFF2-40B4-BE49-F238E27FC236}">
                <a16:creationId xmlns:a16="http://schemas.microsoft.com/office/drawing/2014/main" id="{18F04DE9-C02E-537F-521A-73EECA7539B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1" name="Rectangle 4">
            <a:extLst>
              <a:ext uri="{FF2B5EF4-FFF2-40B4-BE49-F238E27FC236}">
                <a16:creationId xmlns:a16="http://schemas.microsoft.com/office/drawing/2014/main" id="{097701E7-FE9C-9127-C95B-9188C38BA84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2" name="Rectangle 5">
            <a:extLst>
              <a:ext uri="{FF2B5EF4-FFF2-40B4-BE49-F238E27FC236}">
                <a16:creationId xmlns:a16="http://schemas.microsoft.com/office/drawing/2014/main" id="{4CA06A28-8795-6A60-64CF-B92CF868173A}"/>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3" name="Rectangle 6">
            <a:extLst>
              <a:ext uri="{FF2B5EF4-FFF2-40B4-BE49-F238E27FC236}">
                <a16:creationId xmlns:a16="http://schemas.microsoft.com/office/drawing/2014/main" id="{0D341879-318C-090B-FDF2-296080919035}"/>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4" name="Rectangle 7">
            <a:extLst>
              <a:ext uri="{FF2B5EF4-FFF2-40B4-BE49-F238E27FC236}">
                <a16:creationId xmlns:a16="http://schemas.microsoft.com/office/drawing/2014/main" id="{423AB048-9472-F6A7-4422-921A9D6BB23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5" name="Rectangle 8">
            <a:extLst>
              <a:ext uri="{FF2B5EF4-FFF2-40B4-BE49-F238E27FC236}">
                <a16:creationId xmlns:a16="http://schemas.microsoft.com/office/drawing/2014/main" id="{ECF21557-BCB5-8882-AEDB-6DC7BDADA3A0}"/>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6" name="Rectangle 9">
            <a:extLst>
              <a:ext uri="{FF2B5EF4-FFF2-40B4-BE49-F238E27FC236}">
                <a16:creationId xmlns:a16="http://schemas.microsoft.com/office/drawing/2014/main" id="{B6183A2B-A841-777B-84CF-73E65467680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7" name="Rectangle 10">
            <a:extLst>
              <a:ext uri="{FF2B5EF4-FFF2-40B4-BE49-F238E27FC236}">
                <a16:creationId xmlns:a16="http://schemas.microsoft.com/office/drawing/2014/main" id="{76F7325C-7A20-CED6-80EA-6776ACD1DE4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8" name="Rectangle 11">
            <a:extLst>
              <a:ext uri="{FF2B5EF4-FFF2-40B4-BE49-F238E27FC236}">
                <a16:creationId xmlns:a16="http://schemas.microsoft.com/office/drawing/2014/main" id="{B039DE56-DF0B-793A-0E85-9AB5CEF8DA4D}"/>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89" name="Rectangle 12">
            <a:extLst>
              <a:ext uri="{FF2B5EF4-FFF2-40B4-BE49-F238E27FC236}">
                <a16:creationId xmlns:a16="http://schemas.microsoft.com/office/drawing/2014/main" id="{06111C28-E2AF-CC00-CF08-012FDEC14CAF}"/>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0" name="Rectangle 13">
            <a:extLst>
              <a:ext uri="{FF2B5EF4-FFF2-40B4-BE49-F238E27FC236}">
                <a16:creationId xmlns:a16="http://schemas.microsoft.com/office/drawing/2014/main" id="{1721B213-A5A7-8333-939C-D6D8870985E2}"/>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4591" name="Rectangle 14">
            <a:extLst>
              <a:ext uri="{FF2B5EF4-FFF2-40B4-BE49-F238E27FC236}">
                <a16:creationId xmlns:a16="http://schemas.microsoft.com/office/drawing/2014/main" id="{C3BF4374-7DA2-E48E-1CE9-6444B156C159}"/>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2" name="Rectangle 15">
            <a:extLst>
              <a:ext uri="{FF2B5EF4-FFF2-40B4-BE49-F238E27FC236}">
                <a16:creationId xmlns:a16="http://schemas.microsoft.com/office/drawing/2014/main" id="{D88B61EF-935C-4049-93FC-931B1F3B7E89}"/>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3" name="Rectangle 16">
            <a:extLst>
              <a:ext uri="{FF2B5EF4-FFF2-40B4-BE49-F238E27FC236}">
                <a16:creationId xmlns:a16="http://schemas.microsoft.com/office/drawing/2014/main" id="{872E60E8-26D4-935B-D893-A36C9662D3A9}"/>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4594" name="Rectangle 17">
            <a:extLst>
              <a:ext uri="{FF2B5EF4-FFF2-40B4-BE49-F238E27FC236}">
                <a16:creationId xmlns:a16="http://schemas.microsoft.com/office/drawing/2014/main" id="{487D607B-AD4C-117F-B6FD-C3DEF981C792}"/>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4595" name="Object 18">
            <a:extLst>
              <a:ext uri="{FF2B5EF4-FFF2-40B4-BE49-F238E27FC236}">
                <a16:creationId xmlns:a16="http://schemas.microsoft.com/office/drawing/2014/main" id="{ACF2BEBA-2A17-7D77-89ED-EA5A4ADA0CA4}"/>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96" name="Rectangle 19">
            <a:extLst>
              <a:ext uri="{FF2B5EF4-FFF2-40B4-BE49-F238E27FC236}">
                <a16:creationId xmlns:a16="http://schemas.microsoft.com/office/drawing/2014/main" id="{1167BCF2-D9E2-5A10-C66F-9F4986A2E54D}"/>
              </a:ext>
            </a:extLst>
          </p:cNvPr>
          <p:cNvSpPr>
            <a:spLocks noChangeArrowheads="1"/>
          </p:cNvSpPr>
          <p:nvPr/>
        </p:nvSpPr>
        <p:spPr bwMode="auto">
          <a:xfrm>
            <a:off x="215900" y="1808163"/>
            <a:ext cx="2052638" cy="18097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7" name="Rectangle 20">
            <a:extLst>
              <a:ext uri="{FF2B5EF4-FFF2-40B4-BE49-F238E27FC236}">
                <a16:creationId xmlns:a16="http://schemas.microsoft.com/office/drawing/2014/main" id="{0279342C-9336-A6B3-D03F-E2814947B2FF}"/>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4598" name="Rectangle 21">
            <a:extLst>
              <a:ext uri="{FF2B5EF4-FFF2-40B4-BE49-F238E27FC236}">
                <a16:creationId xmlns:a16="http://schemas.microsoft.com/office/drawing/2014/main" id="{AA93811B-0C3B-DAAA-0E33-014C1FBED9F8}"/>
              </a:ext>
            </a:extLst>
          </p:cNvPr>
          <p:cNvSpPr>
            <a:spLocks noChangeArrowheads="1"/>
          </p:cNvSpPr>
          <p:nvPr/>
        </p:nvSpPr>
        <p:spPr bwMode="auto">
          <a:xfrm>
            <a:off x="5292725" y="270827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&gt; 100 true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D0BA7710-80D1-7DC5-3256-9740A13303C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FE09CDB-A14C-454F-803F-4E47654ADF50}" type="slidenum">
              <a:rPr lang="en-US" altLang="en-US" sz="1400"/>
              <a:pPr>
                <a:spcBef>
                  <a:spcPct val="0"/>
                </a:spcBef>
                <a:buClrTx/>
                <a:buSzTx/>
                <a:buFontTx/>
                <a:buNone/>
              </a:pPr>
              <a:t>23</a:t>
            </a:fld>
            <a:endParaRPr lang="en-US" altLang="en-US" sz="1400"/>
          </a:p>
        </p:txBody>
      </p:sp>
      <p:sp>
        <p:nvSpPr>
          <p:cNvPr id="25603" name="Rectangle 2">
            <a:extLst>
              <a:ext uri="{FF2B5EF4-FFF2-40B4-BE49-F238E27FC236}">
                <a16:creationId xmlns:a16="http://schemas.microsoft.com/office/drawing/2014/main" id="{F2A095A3-8FC7-0AB1-4F5B-5EF32CFECBAC}"/>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5604" name="Rectangle 3">
            <a:extLst>
              <a:ext uri="{FF2B5EF4-FFF2-40B4-BE49-F238E27FC236}">
                <a16:creationId xmlns:a16="http://schemas.microsoft.com/office/drawing/2014/main" id="{0F9122BD-3681-1E88-A69D-7AA15B7F51A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5" name="Rectangle 4">
            <a:extLst>
              <a:ext uri="{FF2B5EF4-FFF2-40B4-BE49-F238E27FC236}">
                <a16:creationId xmlns:a16="http://schemas.microsoft.com/office/drawing/2014/main" id="{85E097BB-73BD-9B8E-F1AF-A5C1097851A8}"/>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6" name="Rectangle 5">
            <a:extLst>
              <a:ext uri="{FF2B5EF4-FFF2-40B4-BE49-F238E27FC236}">
                <a16:creationId xmlns:a16="http://schemas.microsoft.com/office/drawing/2014/main" id="{FAA8FF4E-30EC-37D8-1DD5-51A47669F274}"/>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7" name="Rectangle 6">
            <a:extLst>
              <a:ext uri="{FF2B5EF4-FFF2-40B4-BE49-F238E27FC236}">
                <a16:creationId xmlns:a16="http://schemas.microsoft.com/office/drawing/2014/main" id="{25F4CAB1-BD02-157B-8FDF-2B3820E286AB}"/>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8" name="Rectangle 7">
            <a:extLst>
              <a:ext uri="{FF2B5EF4-FFF2-40B4-BE49-F238E27FC236}">
                <a16:creationId xmlns:a16="http://schemas.microsoft.com/office/drawing/2014/main" id="{8E4DB0A8-5FEE-1F0A-989F-5B57E4676B1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09" name="Rectangle 8">
            <a:extLst>
              <a:ext uri="{FF2B5EF4-FFF2-40B4-BE49-F238E27FC236}">
                <a16:creationId xmlns:a16="http://schemas.microsoft.com/office/drawing/2014/main" id="{2D9CCFD0-25DF-3BC8-E8BB-86001E10F07F}"/>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0" name="Rectangle 9">
            <a:extLst>
              <a:ext uri="{FF2B5EF4-FFF2-40B4-BE49-F238E27FC236}">
                <a16:creationId xmlns:a16="http://schemas.microsoft.com/office/drawing/2014/main" id="{59CA1449-9B10-95EE-1CCD-85A86E42F86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1" name="Rectangle 10">
            <a:extLst>
              <a:ext uri="{FF2B5EF4-FFF2-40B4-BE49-F238E27FC236}">
                <a16:creationId xmlns:a16="http://schemas.microsoft.com/office/drawing/2014/main" id="{670D6A41-1D33-91B0-97D7-B07B7F76B41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2" name="Rectangle 11">
            <a:extLst>
              <a:ext uri="{FF2B5EF4-FFF2-40B4-BE49-F238E27FC236}">
                <a16:creationId xmlns:a16="http://schemas.microsoft.com/office/drawing/2014/main" id="{B664B605-0658-D9C5-7F2B-9DBE3DF9249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3" name="Rectangle 12">
            <a:extLst>
              <a:ext uri="{FF2B5EF4-FFF2-40B4-BE49-F238E27FC236}">
                <a16:creationId xmlns:a16="http://schemas.microsoft.com/office/drawing/2014/main" id="{C5311ED8-B603-55AC-AEA7-6A91DAB5B51C}"/>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4" name="Rectangle 13">
            <a:extLst>
              <a:ext uri="{FF2B5EF4-FFF2-40B4-BE49-F238E27FC236}">
                <a16:creationId xmlns:a16="http://schemas.microsoft.com/office/drawing/2014/main" id="{DFB6DE8C-4CC6-4464-5983-A6A04D76B1F7}"/>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5615" name="Rectangle 14">
            <a:extLst>
              <a:ext uri="{FF2B5EF4-FFF2-40B4-BE49-F238E27FC236}">
                <a16:creationId xmlns:a16="http://schemas.microsoft.com/office/drawing/2014/main" id="{7F120A6D-7B30-B5B7-56D6-AE0F3F07E60A}"/>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6" name="Rectangle 15">
            <a:extLst>
              <a:ext uri="{FF2B5EF4-FFF2-40B4-BE49-F238E27FC236}">
                <a16:creationId xmlns:a16="http://schemas.microsoft.com/office/drawing/2014/main" id="{69F88A7B-77F9-1C05-554B-D7397B73D01F}"/>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17" name="Rectangle 16">
            <a:extLst>
              <a:ext uri="{FF2B5EF4-FFF2-40B4-BE49-F238E27FC236}">
                <a16:creationId xmlns:a16="http://schemas.microsoft.com/office/drawing/2014/main" id="{00376943-6C50-9F56-4569-4A8F91C128F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5618" name="Rectangle 17">
            <a:extLst>
              <a:ext uri="{FF2B5EF4-FFF2-40B4-BE49-F238E27FC236}">
                <a16:creationId xmlns:a16="http://schemas.microsoft.com/office/drawing/2014/main" id="{5065955E-97A8-0C2D-0BC4-B240060D7BAB}"/>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5619" name="Object 18">
            <a:extLst>
              <a:ext uri="{FF2B5EF4-FFF2-40B4-BE49-F238E27FC236}">
                <a16:creationId xmlns:a16="http://schemas.microsoft.com/office/drawing/2014/main" id="{22A7AD42-FD6F-1F39-75E9-91EC4C112F36}"/>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20" name="Rectangle 19">
            <a:extLst>
              <a:ext uri="{FF2B5EF4-FFF2-40B4-BE49-F238E27FC236}">
                <a16:creationId xmlns:a16="http://schemas.microsoft.com/office/drawing/2014/main" id="{E2EC1FB4-BA37-AA6F-59CF-9E405C02C374}"/>
              </a:ext>
            </a:extLst>
          </p:cNvPr>
          <p:cNvSpPr>
            <a:spLocks noChangeArrowheads="1"/>
          </p:cNvSpPr>
          <p:nvPr/>
        </p:nvSpPr>
        <p:spPr bwMode="auto">
          <a:xfrm>
            <a:off x="684213" y="2024063"/>
            <a:ext cx="3887787" cy="18097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21" name="Rectangle 20">
            <a:extLst>
              <a:ext uri="{FF2B5EF4-FFF2-40B4-BE49-F238E27FC236}">
                <a16:creationId xmlns:a16="http://schemas.microsoft.com/office/drawing/2014/main" id="{CA9BA134-D245-B5F1-9A9A-8B5B7A71B326}"/>
              </a:ext>
            </a:extLst>
          </p:cNvPr>
          <p:cNvSpPr>
            <a:spLocks noChangeArrowheads="1"/>
          </p:cNvSpPr>
          <p:nvPr/>
        </p:nvSpPr>
        <p:spPr bwMode="auto">
          <a:xfrm>
            <a:off x="8316913" y="43656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5622" name="Rectangle 21">
            <a:extLst>
              <a:ext uri="{FF2B5EF4-FFF2-40B4-BE49-F238E27FC236}">
                <a16:creationId xmlns:a16="http://schemas.microsoft.com/office/drawing/2014/main" id="{C7BEFDC4-907E-1DB2-28AB-A194BD721C1E}"/>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60EB25D3-7120-C575-87C4-F11E533B4C1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2CE81AA-A774-4003-B97D-0A8900752F5C}" type="slidenum">
              <a:rPr lang="en-US" altLang="en-US" sz="1400"/>
              <a:pPr>
                <a:spcBef>
                  <a:spcPct val="0"/>
                </a:spcBef>
                <a:buClrTx/>
                <a:buSzTx/>
                <a:buFontTx/>
                <a:buNone/>
              </a:pPr>
              <a:t>24</a:t>
            </a:fld>
            <a:endParaRPr lang="en-US" altLang="en-US" sz="1400"/>
          </a:p>
        </p:txBody>
      </p:sp>
      <p:sp>
        <p:nvSpPr>
          <p:cNvPr id="26627" name="Rectangle 2">
            <a:extLst>
              <a:ext uri="{FF2B5EF4-FFF2-40B4-BE49-F238E27FC236}">
                <a16:creationId xmlns:a16="http://schemas.microsoft.com/office/drawing/2014/main" id="{676CD096-B3C6-4E94-112D-779D00C2B5FE}"/>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6628" name="Rectangle 3">
            <a:extLst>
              <a:ext uri="{FF2B5EF4-FFF2-40B4-BE49-F238E27FC236}">
                <a16:creationId xmlns:a16="http://schemas.microsoft.com/office/drawing/2014/main" id="{C4864121-26BF-48B3-03F8-57B4B82E97F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29" name="Rectangle 4">
            <a:extLst>
              <a:ext uri="{FF2B5EF4-FFF2-40B4-BE49-F238E27FC236}">
                <a16:creationId xmlns:a16="http://schemas.microsoft.com/office/drawing/2014/main" id="{34C77637-C7E1-6FDD-8FC5-E3BE0D1A5745}"/>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0" name="Rectangle 5">
            <a:extLst>
              <a:ext uri="{FF2B5EF4-FFF2-40B4-BE49-F238E27FC236}">
                <a16:creationId xmlns:a16="http://schemas.microsoft.com/office/drawing/2014/main" id="{44755BBA-E621-44F1-4807-830FFD4378A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1" name="Rectangle 6">
            <a:extLst>
              <a:ext uri="{FF2B5EF4-FFF2-40B4-BE49-F238E27FC236}">
                <a16:creationId xmlns:a16="http://schemas.microsoft.com/office/drawing/2014/main" id="{C02155F5-56DE-914E-3781-E0D3F6E9544D}"/>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2" name="Rectangle 7">
            <a:extLst>
              <a:ext uri="{FF2B5EF4-FFF2-40B4-BE49-F238E27FC236}">
                <a16:creationId xmlns:a16="http://schemas.microsoft.com/office/drawing/2014/main" id="{DA004808-5C59-05D4-8353-8EB9485A454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3" name="Rectangle 8">
            <a:extLst>
              <a:ext uri="{FF2B5EF4-FFF2-40B4-BE49-F238E27FC236}">
                <a16:creationId xmlns:a16="http://schemas.microsoft.com/office/drawing/2014/main" id="{4792C3E0-2FE8-2D49-3E62-A3BFC0A968B5}"/>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4" name="Rectangle 9">
            <a:extLst>
              <a:ext uri="{FF2B5EF4-FFF2-40B4-BE49-F238E27FC236}">
                <a16:creationId xmlns:a16="http://schemas.microsoft.com/office/drawing/2014/main" id="{3874CE5C-6DC9-5437-D234-C1E9857DEA5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5" name="Rectangle 10">
            <a:extLst>
              <a:ext uri="{FF2B5EF4-FFF2-40B4-BE49-F238E27FC236}">
                <a16:creationId xmlns:a16="http://schemas.microsoft.com/office/drawing/2014/main" id="{CD5C31AF-A7F0-D28F-0C87-124EC18A06F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6" name="Rectangle 11">
            <a:extLst>
              <a:ext uri="{FF2B5EF4-FFF2-40B4-BE49-F238E27FC236}">
                <a16:creationId xmlns:a16="http://schemas.microsoft.com/office/drawing/2014/main" id="{294CA28C-816F-C20F-25BE-FDEB366E6859}"/>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7" name="Rectangle 12">
            <a:extLst>
              <a:ext uri="{FF2B5EF4-FFF2-40B4-BE49-F238E27FC236}">
                <a16:creationId xmlns:a16="http://schemas.microsoft.com/office/drawing/2014/main" id="{D010C470-D8C8-7C44-7D86-CECDDD3DAF8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38" name="Rectangle 13">
            <a:extLst>
              <a:ext uri="{FF2B5EF4-FFF2-40B4-BE49-F238E27FC236}">
                <a16:creationId xmlns:a16="http://schemas.microsoft.com/office/drawing/2014/main" id="{12AE5EF9-1C07-E0D2-4781-8C5954CA52A6}"/>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6639" name="Rectangle 14">
            <a:extLst>
              <a:ext uri="{FF2B5EF4-FFF2-40B4-BE49-F238E27FC236}">
                <a16:creationId xmlns:a16="http://schemas.microsoft.com/office/drawing/2014/main" id="{48E7E9C8-5643-8E9D-8E1A-47FBE1688B49}"/>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40" name="Rectangle 15">
            <a:extLst>
              <a:ext uri="{FF2B5EF4-FFF2-40B4-BE49-F238E27FC236}">
                <a16:creationId xmlns:a16="http://schemas.microsoft.com/office/drawing/2014/main" id="{24A51F3A-095B-1F74-0AA0-02F542666CB2}"/>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41" name="Rectangle 16">
            <a:extLst>
              <a:ext uri="{FF2B5EF4-FFF2-40B4-BE49-F238E27FC236}">
                <a16:creationId xmlns:a16="http://schemas.microsoft.com/office/drawing/2014/main" id="{EF90D7D6-8FE1-5813-8C3F-B53F1FA5D0DF}"/>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6642" name="Rectangle 17">
            <a:extLst>
              <a:ext uri="{FF2B5EF4-FFF2-40B4-BE49-F238E27FC236}">
                <a16:creationId xmlns:a16="http://schemas.microsoft.com/office/drawing/2014/main" id="{614F8085-22AF-9BD7-130A-951435E02A06}"/>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6643" name="Object 18">
            <a:extLst>
              <a:ext uri="{FF2B5EF4-FFF2-40B4-BE49-F238E27FC236}">
                <a16:creationId xmlns:a16="http://schemas.microsoft.com/office/drawing/2014/main" id="{68B0F81A-F307-402F-3858-9F7554BCA555}"/>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44" name="Rectangle 19">
            <a:extLst>
              <a:ext uri="{FF2B5EF4-FFF2-40B4-BE49-F238E27FC236}">
                <a16:creationId xmlns:a16="http://schemas.microsoft.com/office/drawing/2014/main" id="{1E93E26E-BAE7-F214-E55E-75D372776A94}"/>
              </a:ext>
            </a:extLst>
          </p:cNvPr>
          <p:cNvSpPr>
            <a:spLocks noChangeArrowheads="1"/>
          </p:cNvSpPr>
          <p:nvPr/>
        </p:nvSpPr>
        <p:spPr bwMode="auto">
          <a:xfrm>
            <a:off x="539750" y="2241550"/>
            <a:ext cx="1692275" cy="180975"/>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45" name="Rectangle 20">
            <a:extLst>
              <a:ext uri="{FF2B5EF4-FFF2-40B4-BE49-F238E27FC236}">
                <a16:creationId xmlns:a16="http://schemas.microsoft.com/office/drawing/2014/main" id="{5BF83E99-5573-2A7E-AE96-FD64E5EE5259}"/>
              </a:ext>
            </a:extLst>
          </p:cNvPr>
          <p:cNvSpPr>
            <a:spLocks noChangeArrowheads="1"/>
          </p:cNvSpPr>
          <p:nvPr/>
        </p:nvSpPr>
        <p:spPr bwMode="auto">
          <a:xfrm>
            <a:off x="8135938" y="3933825"/>
            <a:ext cx="827087" cy="173038"/>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46" name="Rectangle 21">
            <a:extLst>
              <a:ext uri="{FF2B5EF4-FFF2-40B4-BE49-F238E27FC236}">
                <a16:creationId xmlns:a16="http://schemas.microsoft.com/office/drawing/2014/main" id="{3CA8079B-3D91-A936-3DF2-996EC30E67B6}"/>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83E110C1-A50C-5768-BC41-8C207C02C4A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05DF92-287F-42B3-94B6-FF90983D2D6F}" type="slidenum">
              <a:rPr lang="en-US" altLang="en-US" sz="1400"/>
              <a:pPr>
                <a:spcBef>
                  <a:spcPct val="0"/>
                </a:spcBef>
                <a:buClrTx/>
                <a:buSzTx/>
                <a:buFontTx/>
                <a:buNone/>
              </a:pPr>
              <a:t>25</a:t>
            </a:fld>
            <a:endParaRPr lang="en-US" altLang="en-US" sz="1400"/>
          </a:p>
        </p:txBody>
      </p:sp>
      <p:sp>
        <p:nvSpPr>
          <p:cNvPr id="27651" name="Rectangle 2">
            <a:extLst>
              <a:ext uri="{FF2B5EF4-FFF2-40B4-BE49-F238E27FC236}">
                <a16:creationId xmlns:a16="http://schemas.microsoft.com/office/drawing/2014/main" id="{323F3FBA-1F39-B2D8-8DCB-C6A0BA1BAB2D}"/>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7652" name="Rectangle 3">
            <a:extLst>
              <a:ext uri="{FF2B5EF4-FFF2-40B4-BE49-F238E27FC236}">
                <a16:creationId xmlns:a16="http://schemas.microsoft.com/office/drawing/2014/main" id="{4E68B252-4A03-E0DC-5BFD-DF276371D98C}"/>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3" name="Rectangle 4">
            <a:extLst>
              <a:ext uri="{FF2B5EF4-FFF2-40B4-BE49-F238E27FC236}">
                <a16:creationId xmlns:a16="http://schemas.microsoft.com/office/drawing/2014/main" id="{DDB7DD9C-C56B-6878-D1CB-73661AC5E6B9}"/>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4" name="Rectangle 5">
            <a:extLst>
              <a:ext uri="{FF2B5EF4-FFF2-40B4-BE49-F238E27FC236}">
                <a16:creationId xmlns:a16="http://schemas.microsoft.com/office/drawing/2014/main" id="{333E3351-8613-0BE1-608E-C6C7FDE1E4B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5" name="Rectangle 6">
            <a:extLst>
              <a:ext uri="{FF2B5EF4-FFF2-40B4-BE49-F238E27FC236}">
                <a16:creationId xmlns:a16="http://schemas.microsoft.com/office/drawing/2014/main" id="{49000D06-5A1B-160E-5E64-39F4827A7E87}"/>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6" name="Rectangle 7">
            <a:extLst>
              <a:ext uri="{FF2B5EF4-FFF2-40B4-BE49-F238E27FC236}">
                <a16:creationId xmlns:a16="http://schemas.microsoft.com/office/drawing/2014/main" id="{1527CFB8-5C62-CDCC-FD66-DB8D1189CDC6}"/>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7" name="Rectangle 8">
            <a:extLst>
              <a:ext uri="{FF2B5EF4-FFF2-40B4-BE49-F238E27FC236}">
                <a16:creationId xmlns:a16="http://schemas.microsoft.com/office/drawing/2014/main" id="{BF4DEB8F-778E-8DA3-2585-D4882BD4ACB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8" name="Rectangle 9">
            <a:extLst>
              <a:ext uri="{FF2B5EF4-FFF2-40B4-BE49-F238E27FC236}">
                <a16:creationId xmlns:a16="http://schemas.microsoft.com/office/drawing/2014/main" id="{D669D66E-118A-F55C-C028-645207ABC8AE}"/>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59" name="Rectangle 10">
            <a:extLst>
              <a:ext uri="{FF2B5EF4-FFF2-40B4-BE49-F238E27FC236}">
                <a16:creationId xmlns:a16="http://schemas.microsoft.com/office/drawing/2014/main" id="{D62D2586-F7D8-CA8E-458E-41BBD48A389C}"/>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0" name="Rectangle 11">
            <a:extLst>
              <a:ext uri="{FF2B5EF4-FFF2-40B4-BE49-F238E27FC236}">
                <a16:creationId xmlns:a16="http://schemas.microsoft.com/office/drawing/2014/main" id="{372EFD82-5D3D-7B1D-F300-915CD4540AD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1" name="Rectangle 12">
            <a:extLst>
              <a:ext uri="{FF2B5EF4-FFF2-40B4-BE49-F238E27FC236}">
                <a16:creationId xmlns:a16="http://schemas.microsoft.com/office/drawing/2014/main" id="{B6628E9C-1BAB-C930-2BFA-5591CFE0CD0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2" name="Rectangle 13">
            <a:extLst>
              <a:ext uri="{FF2B5EF4-FFF2-40B4-BE49-F238E27FC236}">
                <a16:creationId xmlns:a16="http://schemas.microsoft.com/office/drawing/2014/main" id="{D95FA01E-DACE-68D3-C1F9-60AB224A748D}"/>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7663" name="Rectangle 14">
            <a:extLst>
              <a:ext uri="{FF2B5EF4-FFF2-40B4-BE49-F238E27FC236}">
                <a16:creationId xmlns:a16="http://schemas.microsoft.com/office/drawing/2014/main" id="{E99F3CCD-DA56-ADEA-C8A4-7DA85760EB77}"/>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4" name="Rectangle 15">
            <a:extLst>
              <a:ext uri="{FF2B5EF4-FFF2-40B4-BE49-F238E27FC236}">
                <a16:creationId xmlns:a16="http://schemas.microsoft.com/office/drawing/2014/main" id="{8CBC0F8E-7D79-3860-9ED8-75224A341085}"/>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5" name="Rectangle 16">
            <a:extLst>
              <a:ext uri="{FF2B5EF4-FFF2-40B4-BE49-F238E27FC236}">
                <a16:creationId xmlns:a16="http://schemas.microsoft.com/office/drawing/2014/main" id="{819BCB63-6DF0-749E-920D-98679969B87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7666" name="Rectangle 17">
            <a:extLst>
              <a:ext uri="{FF2B5EF4-FFF2-40B4-BE49-F238E27FC236}">
                <a16:creationId xmlns:a16="http://schemas.microsoft.com/office/drawing/2014/main" id="{34621430-B162-862C-EC03-2C0A483F01FE}"/>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7667" name="Object 18">
            <a:extLst>
              <a:ext uri="{FF2B5EF4-FFF2-40B4-BE49-F238E27FC236}">
                <a16:creationId xmlns:a16="http://schemas.microsoft.com/office/drawing/2014/main" id="{CF6D2D16-60BE-B8A4-D41B-98619A51BF68}"/>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68" name="Rectangle 19">
            <a:extLst>
              <a:ext uri="{FF2B5EF4-FFF2-40B4-BE49-F238E27FC236}">
                <a16:creationId xmlns:a16="http://schemas.microsoft.com/office/drawing/2014/main" id="{AC2952A3-A1A7-EE22-E5CF-90C638B08086}"/>
              </a:ext>
            </a:extLst>
          </p:cNvPr>
          <p:cNvSpPr>
            <a:spLocks noChangeArrowheads="1"/>
          </p:cNvSpPr>
          <p:nvPr/>
        </p:nvSpPr>
        <p:spPr bwMode="auto">
          <a:xfrm>
            <a:off x="576263" y="2420938"/>
            <a:ext cx="1979612" cy="217487"/>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9" name="Rectangle 20">
            <a:extLst>
              <a:ext uri="{FF2B5EF4-FFF2-40B4-BE49-F238E27FC236}">
                <a16:creationId xmlns:a16="http://schemas.microsoft.com/office/drawing/2014/main" id="{1E9B74F7-A291-BB54-D2EB-DBA201C73C47}"/>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70" name="Rectangle 21">
            <a:extLst>
              <a:ext uri="{FF2B5EF4-FFF2-40B4-BE49-F238E27FC236}">
                <a16:creationId xmlns:a16="http://schemas.microsoft.com/office/drawing/2014/main" id="{6D602EF4-6803-6F9A-67EF-B9FF178ACF74}"/>
              </a:ext>
            </a:extLst>
          </p:cNvPr>
          <p:cNvSpPr>
            <a:spLocks noChangeArrowheads="1"/>
          </p:cNvSpPr>
          <p:nvPr/>
        </p:nvSpPr>
        <p:spPr bwMode="auto">
          <a:xfrm>
            <a:off x="5184775" y="1952625"/>
            <a:ext cx="19446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9424FC27-CA04-7171-7676-09ECE885483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4D3DE83-0740-4A24-9A34-1CAEEC9D9F6E}" type="slidenum">
              <a:rPr lang="en-US" altLang="en-US" sz="1400"/>
              <a:pPr>
                <a:spcBef>
                  <a:spcPct val="0"/>
                </a:spcBef>
                <a:buClrTx/>
                <a:buSzTx/>
                <a:buFontTx/>
                <a:buNone/>
              </a:pPr>
              <a:t>26</a:t>
            </a:fld>
            <a:endParaRPr lang="en-US" altLang="en-US" sz="1400"/>
          </a:p>
        </p:txBody>
      </p:sp>
      <p:sp>
        <p:nvSpPr>
          <p:cNvPr id="28675" name="Rectangle 2">
            <a:extLst>
              <a:ext uri="{FF2B5EF4-FFF2-40B4-BE49-F238E27FC236}">
                <a16:creationId xmlns:a16="http://schemas.microsoft.com/office/drawing/2014/main" id="{9881A5F9-4BC4-4ACC-E78E-714801034345}"/>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8676" name="Rectangle 3">
            <a:extLst>
              <a:ext uri="{FF2B5EF4-FFF2-40B4-BE49-F238E27FC236}">
                <a16:creationId xmlns:a16="http://schemas.microsoft.com/office/drawing/2014/main" id="{A4E486DC-313D-A6A9-330C-EEF565FD870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7" name="Rectangle 4">
            <a:extLst>
              <a:ext uri="{FF2B5EF4-FFF2-40B4-BE49-F238E27FC236}">
                <a16:creationId xmlns:a16="http://schemas.microsoft.com/office/drawing/2014/main" id="{0F7559F1-0AD4-797B-71B5-692C5E3A50D7}"/>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8" name="Rectangle 5">
            <a:extLst>
              <a:ext uri="{FF2B5EF4-FFF2-40B4-BE49-F238E27FC236}">
                <a16:creationId xmlns:a16="http://schemas.microsoft.com/office/drawing/2014/main" id="{9BEF6D64-6928-C170-19CE-964735EB270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79" name="Rectangle 6">
            <a:extLst>
              <a:ext uri="{FF2B5EF4-FFF2-40B4-BE49-F238E27FC236}">
                <a16:creationId xmlns:a16="http://schemas.microsoft.com/office/drawing/2014/main" id="{A4A45712-E7A2-C17A-8FE8-74E8B2A7E05C}"/>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0" name="Rectangle 7">
            <a:extLst>
              <a:ext uri="{FF2B5EF4-FFF2-40B4-BE49-F238E27FC236}">
                <a16:creationId xmlns:a16="http://schemas.microsoft.com/office/drawing/2014/main" id="{CE58666A-C34F-602D-CB0A-3F0FB118CFF1}"/>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1" name="Rectangle 8">
            <a:extLst>
              <a:ext uri="{FF2B5EF4-FFF2-40B4-BE49-F238E27FC236}">
                <a16:creationId xmlns:a16="http://schemas.microsoft.com/office/drawing/2014/main" id="{C391843F-BB9E-BA63-BADF-9FD734969B1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2" name="Rectangle 9">
            <a:extLst>
              <a:ext uri="{FF2B5EF4-FFF2-40B4-BE49-F238E27FC236}">
                <a16:creationId xmlns:a16="http://schemas.microsoft.com/office/drawing/2014/main" id="{942E399B-8710-C05C-D812-42F7EB31C7BA}"/>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3" name="Rectangle 10">
            <a:extLst>
              <a:ext uri="{FF2B5EF4-FFF2-40B4-BE49-F238E27FC236}">
                <a16:creationId xmlns:a16="http://schemas.microsoft.com/office/drawing/2014/main" id="{918F00B3-6814-70C6-2B61-C1C40AA8C0A1}"/>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4" name="Rectangle 11">
            <a:extLst>
              <a:ext uri="{FF2B5EF4-FFF2-40B4-BE49-F238E27FC236}">
                <a16:creationId xmlns:a16="http://schemas.microsoft.com/office/drawing/2014/main" id="{86BE447D-8D68-9ADE-678F-8CCF9E441FD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5" name="Rectangle 12">
            <a:extLst>
              <a:ext uri="{FF2B5EF4-FFF2-40B4-BE49-F238E27FC236}">
                <a16:creationId xmlns:a16="http://schemas.microsoft.com/office/drawing/2014/main" id="{8B60657C-1DA7-2FC9-A71C-D40721FFAEA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6" name="Rectangle 13">
            <a:extLst>
              <a:ext uri="{FF2B5EF4-FFF2-40B4-BE49-F238E27FC236}">
                <a16:creationId xmlns:a16="http://schemas.microsoft.com/office/drawing/2014/main" id="{F8981EF2-86DB-2675-A5F4-2BED6A80B798}"/>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8687" name="Rectangle 14">
            <a:extLst>
              <a:ext uri="{FF2B5EF4-FFF2-40B4-BE49-F238E27FC236}">
                <a16:creationId xmlns:a16="http://schemas.microsoft.com/office/drawing/2014/main" id="{AA3E9C46-A172-3CB9-338A-17C09A76405E}"/>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8" name="Rectangle 15">
            <a:extLst>
              <a:ext uri="{FF2B5EF4-FFF2-40B4-BE49-F238E27FC236}">
                <a16:creationId xmlns:a16="http://schemas.microsoft.com/office/drawing/2014/main" id="{D64490B7-EA7F-A673-BB36-2680A275F2C2}"/>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89" name="Rectangle 16">
            <a:extLst>
              <a:ext uri="{FF2B5EF4-FFF2-40B4-BE49-F238E27FC236}">
                <a16:creationId xmlns:a16="http://schemas.microsoft.com/office/drawing/2014/main" id="{BED3FF3D-921D-152D-6306-7E05777D188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8690" name="Rectangle 17">
            <a:extLst>
              <a:ext uri="{FF2B5EF4-FFF2-40B4-BE49-F238E27FC236}">
                <a16:creationId xmlns:a16="http://schemas.microsoft.com/office/drawing/2014/main" id="{55AE60E9-F498-E2AF-EF93-2102117B489A}"/>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8691" name="Object 18">
            <a:extLst>
              <a:ext uri="{FF2B5EF4-FFF2-40B4-BE49-F238E27FC236}">
                <a16:creationId xmlns:a16="http://schemas.microsoft.com/office/drawing/2014/main" id="{7C009D91-85DC-A9E8-FF18-350FBB0A66FA}"/>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92" name="Rectangle 19">
            <a:extLst>
              <a:ext uri="{FF2B5EF4-FFF2-40B4-BE49-F238E27FC236}">
                <a16:creationId xmlns:a16="http://schemas.microsoft.com/office/drawing/2014/main" id="{C3259141-C5AC-3CD2-28EF-EC75EFBD1A03}"/>
              </a:ext>
            </a:extLst>
          </p:cNvPr>
          <p:cNvSpPr>
            <a:spLocks noChangeArrowheads="1"/>
          </p:cNvSpPr>
          <p:nvPr/>
        </p:nvSpPr>
        <p:spPr bwMode="auto">
          <a:xfrm>
            <a:off x="215900" y="1808163"/>
            <a:ext cx="1979613" cy="217487"/>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93" name="Rectangle 20">
            <a:extLst>
              <a:ext uri="{FF2B5EF4-FFF2-40B4-BE49-F238E27FC236}">
                <a16:creationId xmlns:a16="http://schemas.microsoft.com/office/drawing/2014/main" id="{3262A764-D33A-5128-CD7C-B0AC7122DD05}"/>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8694" name="Rectangle 21">
            <a:extLst>
              <a:ext uri="{FF2B5EF4-FFF2-40B4-BE49-F238E27FC236}">
                <a16:creationId xmlns:a16="http://schemas.microsoft.com/office/drawing/2014/main" id="{1E43708D-C551-2A55-FFA8-925ECEDEE4D0}"/>
              </a:ext>
            </a:extLst>
          </p:cNvPr>
          <p:cNvSpPr>
            <a:spLocks noChangeArrowheads="1"/>
          </p:cNvSpPr>
          <p:nvPr/>
        </p:nvSpPr>
        <p:spPr bwMode="auto">
          <a:xfrm>
            <a:off x="2843213" y="1700213"/>
            <a:ext cx="1944687"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current is null now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2EB7643F-092C-F194-C304-398563C227A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246A8CA-3158-4EEA-87F6-F5E3DAC0B1F4}" type="slidenum">
              <a:rPr lang="en-US" altLang="en-US" sz="1400"/>
              <a:pPr>
                <a:spcBef>
                  <a:spcPct val="0"/>
                </a:spcBef>
                <a:buClrTx/>
                <a:buSzTx/>
                <a:buFontTx/>
                <a:buNone/>
              </a:pPr>
              <a:t>27</a:t>
            </a:fld>
            <a:endParaRPr lang="en-US" altLang="en-US" sz="1400"/>
          </a:p>
        </p:txBody>
      </p:sp>
      <p:sp>
        <p:nvSpPr>
          <p:cNvPr id="29699" name="Rectangle 2">
            <a:extLst>
              <a:ext uri="{FF2B5EF4-FFF2-40B4-BE49-F238E27FC236}">
                <a16:creationId xmlns:a16="http://schemas.microsoft.com/office/drawing/2014/main" id="{CA2B23BC-F4C1-4B98-A61B-19EBB9953152}"/>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29700" name="Rectangle 3">
            <a:extLst>
              <a:ext uri="{FF2B5EF4-FFF2-40B4-BE49-F238E27FC236}">
                <a16:creationId xmlns:a16="http://schemas.microsoft.com/office/drawing/2014/main" id="{FFAAFD92-8636-1235-17A6-FD3AC18B61C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4">
            <a:extLst>
              <a:ext uri="{FF2B5EF4-FFF2-40B4-BE49-F238E27FC236}">
                <a16:creationId xmlns:a16="http://schemas.microsoft.com/office/drawing/2014/main" id="{DEA19D1B-CD08-1F28-DF72-FB0DDC72976A}"/>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5">
            <a:extLst>
              <a:ext uri="{FF2B5EF4-FFF2-40B4-BE49-F238E27FC236}">
                <a16:creationId xmlns:a16="http://schemas.microsoft.com/office/drawing/2014/main" id="{640C797C-A74B-68DB-AE58-BE8C2B8D3AB0}"/>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3" name="Rectangle 6">
            <a:extLst>
              <a:ext uri="{FF2B5EF4-FFF2-40B4-BE49-F238E27FC236}">
                <a16:creationId xmlns:a16="http://schemas.microsoft.com/office/drawing/2014/main" id="{751C954E-07F0-37C5-D2B8-7390F0F8B9E0}"/>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4" name="Rectangle 7">
            <a:extLst>
              <a:ext uri="{FF2B5EF4-FFF2-40B4-BE49-F238E27FC236}">
                <a16:creationId xmlns:a16="http://schemas.microsoft.com/office/drawing/2014/main" id="{4B0CC725-1E7B-189D-15B9-81FC68E9FD5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5" name="Rectangle 8">
            <a:extLst>
              <a:ext uri="{FF2B5EF4-FFF2-40B4-BE49-F238E27FC236}">
                <a16:creationId xmlns:a16="http://schemas.microsoft.com/office/drawing/2014/main" id="{547377CC-DB8D-9D6E-69A9-A9EA0E2F506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6" name="Rectangle 9">
            <a:extLst>
              <a:ext uri="{FF2B5EF4-FFF2-40B4-BE49-F238E27FC236}">
                <a16:creationId xmlns:a16="http://schemas.microsoft.com/office/drawing/2014/main" id="{EB328156-70AE-E5AC-72AF-6A715F492A9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7" name="Rectangle 10">
            <a:extLst>
              <a:ext uri="{FF2B5EF4-FFF2-40B4-BE49-F238E27FC236}">
                <a16:creationId xmlns:a16="http://schemas.microsoft.com/office/drawing/2014/main" id="{AB92F42F-D727-8D35-9086-7F56E5AA19E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8" name="Rectangle 11">
            <a:extLst>
              <a:ext uri="{FF2B5EF4-FFF2-40B4-BE49-F238E27FC236}">
                <a16:creationId xmlns:a16="http://schemas.microsoft.com/office/drawing/2014/main" id="{ED75342A-BBAF-E8E9-79C0-3CE9DB7B2014}"/>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9" name="Rectangle 12">
            <a:extLst>
              <a:ext uri="{FF2B5EF4-FFF2-40B4-BE49-F238E27FC236}">
                <a16:creationId xmlns:a16="http://schemas.microsoft.com/office/drawing/2014/main" id="{E2D7E5BD-9315-0EC0-67F8-13837BB4308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0" name="Rectangle 13">
            <a:extLst>
              <a:ext uri="{FF2B5EF4-FFF2-40B4-BE49-F238E27FC236}">
                <a16:creationId xmlns:a16="http://schemas.microsoft.com/office/drawing/2014/main" id="{7AED4335-9E30-585A-1DF2-7D5B3E00B9D7}"/>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29711" name="Rectangle 14">
            <a:extLst>
              <a:ext uri="{FF2B5EF4-FFF2-40B4-BE49-F238E27FC236}">
                <a16:creationId xmlns:a16="http://schemas.microsoft.com/office/drawing/2014/main" id="{A39FC80C-B4F7-975A-6A43-CD1D93FB26C9}"/>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2" name="Rectangle 15">
            <a:extLst>
              <a:ext uri="{FF2B5EF4-FFF2-40B4-BE49-F238E27FC236}">
                <a16:creationId xmlns:a16="http://schemas.microsoft.com/office/drawing/2014/main" id="{00FB108D-478C-8B5F-E259-A7B6E17D3A8C}"/>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3" name="Rectangle 16">
            <a:extLst>
              <a:ext uri="{FF2B5EF4-FFF2-40B4-BE49-F238E27FC236}">
                <a16:creationId xmlns:a16="http://schemas.microsoft.com/office/drawing/2014/main" id="{EB72CED1-FA3B-A052-B8E6-F68997BB4A7C}"/>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29714" name="Rectangle 17">
            <a:extLst>
              <a:ext uri="{FF2B5EF4-FFF2-40B4-BE49-F238E27FC236}">
                <a16:creationId xmlns:a16="http://schemas.microsoft.com/office/drawing/2014/main" id="{26079781-00E7-29ED-728F-45F4F546E02F}"/>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9715" name="Object 18">
            <a:extLst>
              <a:ext uri="{FF2B5EF4-FFF2-40B4-BE49-F238E27FC236}">
                <a16:creationId xmlns:a16="http://schemas.microsoft.com/office/drawing/2014/main" id="{06A486CC-2551-23EB-8ACF-90CD0EE987C9}"/>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16" name="Rectangle 19">
            <a:extLst>
              <a:ext uri="{FF2B5EF4-FFF2-40B4-BE49-F238E27FC236}">
                <a16:creationId xmlns:a16="http://schemas.microsoft.com/office/drawing/2014/main" id="{1BA57834-826C-82F5-2A48-FEAD57CE6410}"/>
              </a:ext>
            </a:extLst>
          </p:cNvPr>
          <p:cNvSpPr>
            <a:spLocks noChangeArrowheads="1"/>
          </p:cNvSpPr>
          <p:nvPr/>
        </p:nvSpPr>
        <p:spPr bwMode="auto">
          <a:xfrm>
            <a:off x="250825" y="4437063"/>
            <a:ext cx="2557463" cy="217487"/>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7" name="Rectangle 20">
            <a:extLst>
              <a:ext uri="{FF2B5EF4-FFF2-40B4-BE49-F238E27FC236}">
                <a16:creationId xmlns:a16="http://schemas.microsoft.com/office/drawing/2014/main" id="{370AD076-CA4B-6875-6FD8-B5882FA31425}"/>
              </a:ext>
            </a:extLst>
          </p:cNvPr>
          <p:cNvSpPr>
            <a:spLocks noChangeArrowheads="1"/>
          </p:cNvSpPr>
          <p:nvPr/>
        </p:nvSpPr>
        <p:spPr bwMode="auto">
          <a:xfrm>
            <a:off x="6767513" y="5734050"/>
            <a:ext cx="1836737" cy="431800"/>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8" name="Rectangle 21">
            <a:extLst>
              <a:ext uri="{FF2B5EF4-FFF2-40B4-BE49-F238E27FC236}">
                <a16:creationId xmlns:a16="http://schemas.microsoft.com/office/drawing/2014/main" id="{F4C059BD-4171-513B-C9D3-3279561442FD}"/>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2ADD54A7-97C4-7C40-C302-D7CF1A7C382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A42C0AE-BE21-4503-8F6B-1A52698AE056}" type="slidenum">
              <a:rPr lang="en-US" altLang="en-US" sz="1400"/>
              <a:pPr>
                <a:spcBef>
                  <a:spcPct val="0"/>
                </a:spcBef>
                <a:buClrTx/>
                <a:buSzTx/>
                <a:buFontTx/>
                <a:buNone/>
              </a:pPr>
              <a:t>28</a:t>
            </a:fld>
            <a:endParaRPr lang="en-US" altLang="en-US" sz="1400"/>
          </a:p>
        </p:txBody>
      </p:sp>
      <p:sp>
        <p:nvSpPr>
          <p:cNvPr id="30723" name="Rectangle 2">
            <a:extLst>
              <a:ext uri="{FF2B5EF4-FFF2-40B4-BE49-F238E27FC236}">
                <a16:creationId xmlns:a16="http://schemas.microsoft.com/office/drawing/2014/main" id="{71ADA488-017A-BA03-E61E-A009363B6698}"/>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30724" name="Rectangle 3">
            <a:extLst>
              <a:ext uri="{FF2B5EF4-FFF2-40B4-BE49-F238E27FC236}">
                <a16:creationId xmlns:a16="http://schemas.microsoft.com/office/drawing/2014/main" id="{4B12B9D6-62DF-1A92-65C7-A619E8B1433D}"/>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5" name="Rectangle 4">
            <a:extLst>
              <a:ext uri="{FF2B5EF4-FFF2-40B4-BE49-F238E27FC236}">
                <a16:creationId xmlns:a16="http://schemas.microsoft.com/office/drawing/2014/main" id="{A7CFDAA6-E0D5-1F65-18BB-8E79F4318DE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6" name="Rectangle 5">
            <a:extLst>
              <a:ext uri="{FF2B5EF4-FFF2-40B4-BE49-F238E27FC236}">
                <a16:creationId xmlns:a16="http://schemas.microsoft.com/office/drawing/2014/main" id="{DA678903-63CD-197F-0267-6F6B5FA41D4F}"/>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7" name="Rectangle 6">
            <a:extLst>
              <a:ext uri="{FF2B5EF4-FFF2-40B4-BE49-F238E27FC236}">
                <a16:creationId xmlns:a16="http://schemas.microsoft.com/office/drawing/2014/main" id="{87FE107A-FEAC-E374-C9E9-B4C787A941C3}"/>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8" name="Rectangle 7">
            <a:extLst>
              <a:ext uri="{FF2B5EF4-FFF2-40B4-BE49-F238E27FC236}">
                <a16:creationId xmlns:a16="http://schemas.microsoft.com/office/drawing/2014/main" id="{8EF000BA-F2ED-2F8B-F348-8B5A48590F7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29" name="Rectangle 8">
            <a:extLst>
              <a:ext uri="{FF2B5EF4-FFF2-40B4-BE49-F238E27FC236}">
                <a16:creationId xmlns:a16="http://schemas.microsoft.com/office/drawing/2014/main" id="{71D0D085-C333-1E07-B9EE-DADF4E467E5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0" name="Rectangle 9">
            <a:extLst>
              <a:ext uri="{FF2B5EF4-FFF2-40B4-BE49-F238E27FC236}">
                <a16:creationId xmlns:a16="http://schemas.microsoft.com/office/drawing/2014/main" id="{15042619-0FF5-66B0-D0E5-9818A8851CB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1" name="Rectangle 10">
            <a:extLst>
              <a:ext uri="{FF2B5EF4-FFF2-40B4-BE49-F238E27FC236}">
                <a16:creationId xmlns:a16="http://schemas.microsoft.com/office/drawing/2014/main" id="{3E613200-3178-461C-F1BB-817F828FB0E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2" name="Rectangle 11">
            <a:extLst>
              <a:ext uri="{FF2B5EF4-FFF2-40B4-BE49-F238E27FC236}">
                <a16:creationId xmlns:a16="http://schemas.microsoft.com/office/drawing/2014/main" id="{8D4CC3FE-F402-ED96-12C2-0D1745D10E0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3" name="Rectangle 12">
            <a:extLst>
              <a:ext uri="{FF2B5EF4-FFF2-40B4-BE49-F238E27FC236}">
                <a16:creationId xmlns:a16="http://schemas.microsoft.com/office/drawing/2014/main" id="{FFF42F4D-5E48-9F40-063E-FA216E9B648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4" name="Rectangle 13">
            <a:extLst>
              <a:ext uri="{FF2B5EF4-FFF2-40B4-BE49-F238E27FC236}">
                <a16:creationId xmlns:a16="http://schemas.microsoft.com/office/drawing/2014/main" id="{F5E227CB-C28F-643F-6A65-2BDC6174B74A}"/>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30735" name="Rectangle 14">
            <a:extLst>
              <a:ext uri="{FF2B5EF4-FFF2-40B4-BE49-F238E27FC236}">
                <a16:creationId xmlns:a16="http://schemas.microsoft.com/office/drawing/2014/main" id="{0EFA9BA5-491C-9F55-C647-97DDE06E1F6D}"/>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6" name="Rectangle 15">
            <a:extLst>
              <a:ext uri="{FF2B5EF4-FFF2-40B4-BE49-F238E27FC236}">
                <a16:creationId xmlns:a16="http://schemas.microsoft.com/office/drawing/2014/main" id="{5FB08561-8538-DB2F-6EBD-283EF6E22BE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37" name="Rectangle 16">
            <a:extLst>
              <a:ext uri="{FF2B5EF4-FFF2-40B4-BE49-F238E27FC236}">
                <a16:creationId xmlns:a16="http://schemas.microsoft.com/office/drawing/2014/main" id="{D8E57487-ACFC-B6E5-E80E-4B32C80C5FD1}"/>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30738" name="Rectangle 17">
            <a:extLst>
              <a:ext uri="{FF2B5EF4-FFF2-40B4-BE49-F238E27FC236}">
                <a16:creationId xmlns:a16="http://schemas.microsoft.com/office/drawing/2014/main" id="{5344AFDD-D62D-7626-7A25-11767244F60A}"/>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0739" name="Object 18">
            <a:extLst>
              <a:ext uri="{FF2B5EF4-FFF2-40B4-BE49-F238E27FC236}">
                <a16:creationId xmlns:a16="http://schemas.microsoft.com/office/drawing/2014/main" id="{0B61ECBF-151C-4551-4176-0A67B0BC28A2}"/>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40" name="Rectangle 19">
            <a:extLst>
              <a:ext uri="{FF2B5EF4-FFF2-40B4-BE49-F238E27FC236}">
                <a16:creationId xmlns:a16="http://schemas.microsoft.com/office/drawing/2014/main" id="{16B3B502-D265-4D97-7D96-58BE8742169E}"/>
              </a:ext>
            </a:extLst>
          </p:cNvPr>
          <p:cNvSpPr>
            <a:spLocks noChangeArrowheads="1"/>
          </p:cNvSpPr>
          <p:nvPr/>
        </p:nvSpPr>
        <p:spPr bwMode="auto">
          <a:xfrm>
            <a:off x="395288" y="4652963"/>
            <a:ext cx="3168650" cy="217487"/>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41" name="Rectangle 20">
            <a:extLst>
              <a:ext uri="{FF2B5EF4-FFF2-40B4-BE49-F238E27FC236}">
                <a16:creationId xmlns:a16="http://schemas.microsoft.com/office/drawing/2014/main" id="{B3479E53-6785-E541-A4B4-AF968CC24F9B}"/>
              </a:ext>
            </a:extLst>
          </p:cNvPr>
          <p:cNvSpPr>
            <a:spLocks noChangeArrowheads="1"/>
          </p:cNvSpPr>
          <p:nvPr/>
        </p:nvSpPr>
        <p:spPr bwMode="auto">
          <a:xfrm>
            <a:off x="6767513" y="5516563"/>
            <a:ext cx="1368425" cy="7572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42" name="Rectangle 21">
            <a:extLst>
              <a:ext uri="{FF2B5EF4-FFF2-40B4-BE49-F238E27FC236}">
                <a16:creationId xmlns:a16="http://schemas.microsoft.com/office/drawing/2014/main" id="{C67011D0-CC4B-216C-E3E1-ECD9B526BCE7}"/>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3BADF08A-6763-A2D7-6F42-BB8C7D4F428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54B1245-218A-40E3-9E17-5BE2171346B2}" type="slidenum">
              <a:rPr lang="en-US" altLang="en-US" sz="1400"/>
              <a:pPr>
                <a:spcBef>
                  <a:spcPct val="0"/>
                </a:spcBef>
                <a:buClrTx/>
                <a:buSzTx/>
                <a:buFontTx/>
                <a:buNone/>
              </a:pPr>
              <a:t>29</a:t>
            </a:fld>
            <a:endParaRPr lang="en-US" altLang="en-US" sz="1400"/>
          </a:p>
        </p:txBody>
      </p:sp>
      <p:sp>
        <p:nvSpPr>
          <p:cNvPr id="31747" name="Rectangle 2">
            <a:extLst>
              <a:ext uri="{FF2B5EF4-FFF2-40B4-BE49-F238E27FC236}">
                <a16:creationId xmlns:a16="http://schemas.microsoft.com/office/drawing/2014/main" id="{743DDC45-D530-5FD1-B44C-010510F206BA}"/>
              </a:ext>
            </a:extLst>
          </p:cNvPr>
          <p:cNvSpPr>
            <a:spLocks noGrp="1" noChangeArrowheads="1"/>
          </p:cNvSpPr>
          <p:nvPr>
            <p:ph type="title"/>
          </p:nvPr>
        </p:nvSpPr>
        <p:spPr>
          <a:xfrm>
            <a:off x="0" y="152400"/>
            <a:ext cx="8839200" cy="533400"/>
          </a:xfrm>
          <a:noFill/>
        </p:spPr>
        <p:txBody>
          <a:bodyPr/>
          <a:lstStyle/>
          <a:p>
            <a:r>
              <a:rPr lang="en-US" altLang="en-US" sz="2400">
                <a:cs typeface="Courier New" panose="02070309020205020404" pitchFamily="49" charset="0"/>
              </a:rPr>
              <a:t>Trace Inserting 101 into the following tree, cont.</a:t>
            </a:r>
          </a:p>
        </p:txBody>
      </p:sp>
      <p:sp>
        <p:nvSpPr>
          <p:cNvPr id="31748" name="Rectangle 3">
            <a:extLst>
              <a:ext uri="{FF2B5EF4-FFF2-40B4-BE49-F238E27FC236}">
                <a16:creationId xmlns:a16="http://schemas.microsoft.com/office/drawing/2014/main" id="{4996798B-F9F4-0AF8-B711-6C1A7D4F091F}"/>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49" name="Rectangle 4">
            <a:extLst>
              <a:ext uri="{FF2B5EF4-FFF2-40B4-BE49-F238E27FC236}">
                <a16:creationId xmlns:a16="http://schemas.microsoft.com/office/drawing/2014/main" id="{7830DFCB-736E-A5F4-8089-0CBC77B2D072}"/>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0" name="Rectangle 5">
            <a:extLst>
              <a:ext uri="{FF2B5EF4-FFF2-40B4-BE49-F238E27FC236}">
                <a16:creationId xmlns:a16="http://schemas.microsoft.com/office/drawing/2014/main" id="{C3B7C713-7EF9-28F5-C78D-0E9290E8DC07}"/>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1" name="Rectangle 6">
            <a:extLst>
              <a:ext uri="{FF2B5EF4-FFF2-40B4-BE49-F238E27FC236}">
                <a16:creationId xmlns:a16="http://schemas.microsoft.com/office/drawing/2014/main" id="{1DB7D557-969F-94FA-D2B8-651CCBDA36A2}"/>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2" name="Rectangle 7">
            <a:extLst>
              <a:ext uri="{FF2B5EF4-FFF2-40B4-BE49-F238E27FC236}">
                <a16:creationId xmlns:a16="http://schemas.microsoft.com/office/drawing/2014/main" id="{88DBBE1B-C774-1497-377B-065489F1CF84}"/>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3" name="Rectangle 8">
            <a:extLst>
              <a:ext uri="{FF2B5EF4-FFF2-40B4-BE49-F238E27FC236}">
                <a16:creationId xmlns:a16="http://schemas.microsoft.com/office/drawing/2014/main" id="{FDF012C3-8165-BFC9-7D34-A9C5476D3A1B}"/>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4" name="Rectangle 9">
            <a:extLst>
              <a:ext uri="{FF2B5EF4-FFF2-40B4-BE49-F238E27FC236}">
                <a16:creationId xmlns:a16="http://schemas.microsoft.com/office/drawing/2014/main" id="{5430D8E3-52F8-AA2B-BB32-D04CD54C056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5" name="Rectangle 10">
            <a:extLst>
              <a:ext uri="{FF2B5EF4-FFF2-40B4-BE49-F238E27FC236}">
                <a16:creationId xmlns:a16="http://schemas.microsoft.com/office/drawing/2014/main" id="{3ABA2570-7A81-B831-728A-E34EA0A9B53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6" name="Rectangle 11">
            <a:extLst>
              <a:ext uri="{FF2B5EF4-FFF2-40B4-BE49-F238E27FC236}">
                <a16:creationId xmlns:a16="http://schemas.microsoft.com/office/drawing/2014/main" id="{D58E5412-67D3-28E2-15C5-7E99E7D7F687}"/>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7" name="Rectangle 12">
            <a:extLst>
              <a:ext uri="{FF2B5EF4-FFF2-40B4-BE49-F238E27FC236}">
                <a16:creationId xmlns:a16="http://schemas.microsoft.com/office/drawing/2014/main" id="{D55D7E2D-2316-50F2-34B0-558CD9A4E023}"/>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58" name="Rectangle 13">
            <a:extLst>
              <a:ext uri="{FF2B5EF4-FFF2-40B4-BE49-F238E27FC236}">
                <a16:creationId xmlns:a16="http://schemas.microsoft.com/office/drawing/2014/main" id="{BD06E139-F498-D482-7B81-1ECE9F64D7D3}"/>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31759" name="Rectangle 14">
            <a:extLst>
              <a:ext uri="{FF2B5EF4-FFF2-40B4-BE49-F238E27FC236}">
                <a16:creationId xmlns:a16="http://schemas.microsoft.com/office/drawing/2014/main" id="{F5E06561-A6EB-16A6-69DC-ED2C4B9B5DD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60" name="Rectangle 15">
            <a:extLst>
              <a:ext uri="{FF2B5EF4-FFF2-40B4-BE49-F238E27FC236}">
                <a16:creationId xmlns:a16="http://schemas.microsoft.com/office/drawing/2014/main" id="{2A1108DC-8134-3250-F811-EF5906315258}"/>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61" name="Rectangle 16">
            <a:extLst>
              <a:ext uri="{FF2B5EF4-FFF2-40B4-BE49-F238E27FC236}">
                <a16:creationId xmlns:a16="http://schemas.microsoft.com/office/drawing/2014/main" id="{A1466C46-4FC9-CD66-1545-5E8344974A8D}"/>
              </a:ext>
            </a:extLst>
          </p:cNvPr>
          <p:cNvSpPr>
            <a:spLocks noChangeArrowheads="1"/>
          </p:cNvSpPr>
          <p:nvPr/>
        </p:nvSpPr>
        <p:spPr bwMode="auto">
          <a:xfrm>
            <a:off x="4876800" y="990600"/>
            <a:ext cx="4038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Insert 101 into the following tree.</a:t>
            </a:r>
          </a:p>
        </p:txBody>
      </p:sp>
      <p:sp>
        <p:nvSpPr>
          <p:cNvPr id="31762" name="Rectangle 17">
            <a:extLst>
              <a:ext uri="{FF2B5EF4-FFF2-40B4-BE49-F238E27FC236}">
                <a16:creationId xmlns:a16="http://schemas.microsoft.com/office/drawing/2014/main" id="{1E700B97-4FC4-B17A-FB35-E093314A5E6A}"/>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1763" name="Object 18">
            <a:extLst>
              <a:ext uri="{FF2B5EF4-FFF2-40B4-BE49-F238E27FC236}">
                <a16:creationId xmlns:a16="http://schemas.microsoft.com/office/drawing/2014/main" id="{423FD5BA-0ED3-5926-6906-388E1C1D604D}"/>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name="Picture" r:id="rId2" imgW="2511745" imgH="2001630" progId="Word.Picture.8">
                  <p:embed/>
                </p:oleObj>
              </mc:Choice>
              <mc:Fallback>
                <p:oleObj name="Picture" r:id="rId2" imgW="2511745" imgH="200163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4" name="Rectangle 19">
            <a:extLst>
              <a:ext uri="{FF2B5EF4-FFF2-40B4-BE49-F238E27FC236}">
                <a16:creationId xmlns:a16="http://schemas.microsoft.com/office/drawing/2014/main" id="{EB105012-6C2F-8B22-8D37-79161E20BB17}"/>
              </a:ext>
            </a:extLst>
          </p:cNvPr>
          <p:cNvSpPr>
            <a:spLocks noChangeArrowheads="1"/>
          </p:cNvSpPr>
          <p:nvPr/>
        </p:nvSpPr>
        <p:spPr bwMode="auto">
          <a:xfrm>
            <a:off x="215900" y="5445125"/>
            <a:ext cx="3168650" cy="217488"/>
          </a:xfrm>
          <a:prstGeom prst="rect">
            <a:avLst/>
          </a:prstGeom>
          <a:solidFill>
            <a:srgbClr val="FFFF00">
              <a:alpha val="6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65" name="Rectangle 20">
            <a:extLst>
              <a:ext uri="{FF2B5EF4-FFF2-40B4-BE49-F238E27FC236}">
                <a16:creationId xmlns:a16="http://schemas.microsoft.com/office/drawing/2014/main" id="{EBF696B8-125C-9C2B-69F9-19D5212D2626}"/>
              </a:ext>
            </a:extLst>
          </p:cNvPr>
          <p:cNvSpPr>
            <a:spLocks noChangeArrowheads="1"/>
          </p:cNvSpPr>
          <p:nvPr/>
        </p:nvSpPr>
        <p:spPr bwMode="auto">
          <a:xfrm>
            <a:off x="6767513" y="5516563"/>
            <a:ext cx="1368425" cy="757237"/>
          </a:xfrm>
          <a:prstGeom prst="rect">
            <a:avLst/>
          </a:prstGeom>
          <a:solidFill>
            <a:schemeClr val="tx2">
              <a:alpha val="67058"/>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1766" name="Rectangle 21">
            <a:extLst>
              <a:ext uri="{FF2B5EF4-FFF2-40B4-BE49-F238E27FC236}">
                <a16:creationId xmlns:a16="http://schemas.microsoft.com/office/drawing/2014/main" id="{AAFC717A-4E56-81C8-570C-B93E487A4F8D}"/>
              </a:ext>
            </a:extLst>
          </p:cNvPr>
          <p:cNvSpPr>
            <a:spLocks noChangeArrowheads="1"/>
          </p:cNvSpPr>
          <p:nvPr/>
        </p:nvSpPr>
        <p:spPr bwMode="auto">
          <a:xfrm>
            <a:off x="3527425" y="4437063"/>
            <a:ext cx="1944688"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600">
                <a:cs typeface="Courier New" panose="02070309020205020404" pitchFamily="49" charset="0"/>
              </a:rPr>
              <a:t>101 &lt; 107 true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725768B5-E9D9-9314-4588-40F507DAD76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AD07CBE-DBB5-44F8-ADD4-46197AED534B}" type="slidenum">
              <a:rPr lang="en-US" altLang="en-US" sz="1400"/>
              <a:pPr>
                <a:spcBef>
                  <a:spcPct val="0"/>
                </a:spcBef>
                <a:buClrTx/>
                <a:buSzTx/>
                <a:buFontTx/>
                <a:buNone/>
              </a:pPr>
              <a:t>30</a:t>
            </a:fld>
            <a:endParaRPr lang="en-US" altLang="en-US" sz="1400"/>
          </a:p>
        </p:txBody>
      </p:sp>
      <p:sp>
        <p:nvSpPr>
          <p:cNvPr id="32771" name="Rectangle 2">
            <a:extLst>
              <a:ext uri="{FF2B5EF4-FFF2-40B4-BE49-F238E27FC236}">
                <a16:creationId xmlns:a16="http://schemas.microsoft.com/office/drawing/2014/main" id="{0241E9C9-9486-AD28-12C1-0857BEACB35F}"/>
              </a:ext>
            </a:extLst>
          </p:cNvPr>
          <p:cNvSpPr>
            <a:spLocks noGrp="1" noChangeArrowheads="1"/>
          </p:cNvSpPr>
          <p:nvPr>
            <p:ph type="title"/>
          </p:nvPr>
        </p:nvSpPr>
        <p:spPr>
          <a:xfrm>
            <a:off x="0" y="152400"/>
            <a:ext cx="8839200" cy="533400"/>
          </a:xfrm>
          <a:noFill/>
        </p:spPr>
        <p:txBody>
          <a:bodyPr/>
          <a:lstStyle/>
          <a:p>
            <a:r>
              <a:rPr lang="en-US" altLang="en-US" sz="3600"/>
              <a:t>Inserting 59 into the Tree</a:t>
            </a:r>
          </a:p>
        </p:txBody>
      </p:sp>
      <p:sp>
        <p:nvSpPr>
          <p:cNvPr id="32772" name="Rectangle 3">
            <a:extLst>
              <a:ext uri="{FF2B5EF4-FFF2-40B4-BE49-F238E27FC236}">
                <a16:creationId xmlns:a16="http://schemas.microsoft.com/office/drawing/2014/main" id="{14745D1D-372E-5E3C-6BAB-438BC67E9CB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3D326A94-4D6D-1A44-BEB1-6D04CEB0A4F2}"/>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A92A1EAF-8089-CC1A-25AC-C875BD0BB5C7}"/>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5" name="Rectangle 6">
            <a:extLst>
              <a:ext uri="{FF2B5EF4-FFF2-40B4-BE49-F238E27FC236}">
                <a16:creationId xmlns:a16="http://schemas.microsoft.com/office/drawing/2014/main" id="{FF7791E4-EE02-DA7B-B237-830737DC4402}"/>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6" name="Rectangle 7">
            <a:extLst>
              <a:ext uri="{FF2B5EF4-FFF2-40B4-BE49-F238E27FC236}">
                <a16:creationId xmlns:a16="http://schemas.microsoft.com/office/drawing/2014/main" id="{A1B34E34-D60F-2931-50A5-54EF003F713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7" name="Rectangle 8">
            <a:extLst>
              <a:ext uri="{FF2B5EF4-FFF2-40B4-BE49-F238E27FC236}">
                <a16:creationId xmlns:a16="http://schemas.microsoft.com/office/drawing/2014/main" id="{C8BCA5C3-900A-96CE-783D-D16BB06C0668}"/>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8" name="Rectangle 9">
            <a:extLst>
              <a:ext uri="{FF2B5EF4-FFF2-40B4-BE49-F238E27FC236}">
                <a16:creationId xmlns:a16="http://schemas.microsoft.com/office/drawing/2014/main" id="{FF74760E-FC9B-DB6C-A976-AB2B153D346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9" name="Rectangle 10">
            <a:extLst>
              <a:ext uri="{FF2B5EF4-FFF2-40B4-BE49-F238E27FC236}">
                <a16:creationId xmlns:a16="http://schemas.microsoft.com/office/drawing/2014/main" id="{523EA07C-A26B-7F6B-BBEB-4C693581B477}"/>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0" name="Rectangle 11">
            <a:extLst>
              <a:ext uri="{FF2B5EF4-FFF2-40B4-BE49-F238E27FC236}">
                <a16:creationId xmlns:a16="http://schemas.microsoft.com/office/drawing/2014/main" id="{5B388934-A309-5549-0E3A-3FF51848D919}"/>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1" name="Rectangle 12">
            <a:extLst>
              <a:ext uri="{FF2B5EF4-FFF2-40B4-BE49-F238E27FC236}">
                <a16:creationId xmlns:a16="http://schemas.microsoft.com/office/drawing/2014/main" id="{692CC554-2464-7910-2553-6D82632D927F}"/>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2" name="Rectangle 13">
            <a:extLst>
              <a:ext uri="{FF2B5EF4-FFF2-40B4-BE49-F238E27FC236}">
                <a16:creationId xmlns:a16="http://schemas.microsoft.com/office/drawing/2014/main" id="{13BA35E3-94F5-73C2-B583-D7744EAE0B72}"/>
              </a:ext>
            </a:extLst>
          </p:cNvPr>
          <p:cNvSpPr>
            <a:spLocks noGrp="1" noChangeArrowheads="1"/>
          </p:cNvSpPr>
          <p:nvPr>
            <p:ph type="body" idx="1"/>
          </p:nvPr>
        </p:nvSpPr>
        <p:spPr>
          <a:xfrm>
            <a:off x="0" y="762000"/>
            <a:ext cx="5791200" cy="5867400"/>
          </a:xfrm>
          <a:noFill/>
        </p:spPr>
        <p:txBody>
          <a:bodyPr/>
          <a:lstStyle/>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if (root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root = new TreeNode(element);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Locate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root;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while (current != null)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value &lt;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current.left;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if (element value &gt; the value in current.element)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 = current;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current = current.right;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false; // Duplicate node not inserted</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 Create the new node and attach it to the parent node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if (element &lt; parent.element)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parent.left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else</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parent.right = new TreeNode(elemenet);</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a:t>
            </a:r>
          </a:p>
          <a:p>
            <a:pPr marL="0" indent="0">
              <a:buFont typeface="Monotype Sorts"/>
              <a:buNone/>
            </a:pPr>
            <a:r>
              <a:rPr lang="en-US" altLang="en-US" sz="1100" b="1">
                <a:solidFill>
                  <a:schemeClr val="tx2"/>
                </a:solidFill>
                <a:latin typeface="Courier New" panose="02070309020205020404" pitchFamily="49" charset="0"/>
                <a:cs typeface="Times New Roman" panose="02020603050405020304" pitchFamily="18" charset="0"/>
              </a:rPr>
              <a:t>  return true; // Element inserted</a:t>
            </a:r>
            <a:r>
              <a:rPr lang="en-US" altLang="en-US" sz="1400" b="1">
                <a:solidFill>
                  <a:schemeClr val="tx2"/>
                </a:solidFill>
                <a:latin typeface="Courier New" panose="02070309020205020404" pitchFamily="49" charset="0"/>
                <a:cs typeface="Courier New" panose="02070309020205020404" pitchFamily="49" charset="0"/>
              </a:rPr>
              <a:t> </a:t>
            </a:r>
          </a:p>
          <a:p>
            <a:pPr marL="0" indent="0">
              <a:buFont typeface="Monotype Sorts"/>
              <a:buNone/>
            </a:pPr>
            <a:r>
              <a:rPr lang="en-US" altLang="en-US" sz="1400" b="1">
                <a:solidFill>
                  <a:schemeClr val="tx2"/>
                </a:solidFill>
                <a:latin typeface="Courier New" panose="02070309020205020404" pitchFamily="49" charset="0"/>
                <a:cs typeface="Courier New" panose="02070309020205020404" pitchFamily="49" charset="0"/>
              </a:rPr>
              <a:t>}</a:t>
            </a:r>
          </a:p>
        </p:txBody>
      </p:sp>
      <p:sp>
        <p:nvSpPr>
          <p:cNvPr id="32783" name="Rectangle 14">
            <a:extLst>
              <a:ext uri="{FF2B5EF4-FFF2-40B4-BE49-F238E27FC236}">
                <a16:creationId xmlns:a16="http://schemas.microsoft.com/office/drawing/2014/main" id="{49987E47-1748-A538-20FD-B015D1F1147E}"/>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4" name="Rectangle 15">
            <a:extLst>
              <a:ext uri="{FF2B5EF4-FFF2-40B4-BE49-F238E27FC236}">
                <a16:creationId xmlns:a16="http://schemas.microsoft.com/office/drawing/2014/main" id="{B63387EC-CDC4-5741-8E64-6D5865B09D7A}"/>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5" name="Rectangle 17">
            <a:extLst>
              <a:ext uri="{FF2B5EF4-FFF2-40B4-BE49-F238E27FC236}">
                <a16:creationId xmlns:a16="http://schemas.microsoft.com/office/drawing/2014/main" id="{2C36E1AE-7F99-188A-C5B6-14B0B74FBC79}"/>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2786" name="Object 18">
            <a:extLst>
              <a:ext uri="{FF2B5EF4-FFF2-40B4-BE49-F238E27FC236}">
                <a16:creationId xmlns:a16="http://schemas.microsoft.com/office/drawing/2014/main" id="{5B73EB09-74B7-8B93-DE60-F376DF78BA12}"/>
              </a:ext>
            </a:extLst>
          </p:cNvPr>
          <p:cNvGraphicFramePr>
            <a:graphicFrameLocks noChangeAspect="1"/>
          </p:cNvGraphicFramePr>
          <p:nvPr/>
        </p:nvGraphicFramePr>
        <p:xfrm>
          <a:off x="4953000" y="3048000"/>
          <a:ext cx="4114800" cy="3273425"/>
        </p:xfrm>
        <a:graphic>
          <a:graphicData uri="http://schemas.openxmlformats.org/presentationml/2006/ole">
            <mc:AlternateContent xmlns:mc="http://schemas.openxmlformats.org/markup-compatibility/2006">
              <mc:Choice xmlns:v="urn:schemas-microsoft-com:vml" Requires="v">
                <p:oleObj r:id="rId2" imgW="2514600" imgH="2001012" progId="Word.Picture.8">
                  <p:embed/>
                </p:oleObj>
              </mc:Choice>
              <mc:Fallback>
                <p:oleObj r:id="rId2" imgW="2514600" imgH="2001012"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048000"/>
                        <a:ext cx="411480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CBF30154-C832-3E77-4E28-1974E6F6454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D10C4A3-D82C-428D-9793-E879C18B4ECF}" type="slidenum">
              <a:rPr lang="en-US" altLang="en-US" sz="1400"/>
              <a:pPr>
                <a:spcBef>
                  <a:spcPct val="0"/>
                </a:spcBef>
                <a:buClrTx/>
                <a:buSzTx/>
                <a:buFontTx/>
                <a:buNone/>
              </a:pPr>
              <a:t>31</a:t>
            </a:fld>
            <a:endParaRPr lang="en-US" altLang="en-US" sz="1400"/>
          </a:p>
        </p:txBody>
      </p:sp>
      <p:sp>
        <p:nvSpPr>
          <p:cNvPr id="33795" name="Rectangle 2">
            <a:extLst>
              <a:ext uri="{FF2B5EF4-FFF2-40B4-BE49-F238E27FC236}">
                <a16:creationId xmlns:a16="http://schemas.microsoft.com/office/drawing/2014/main" id="{A37E0977-C296-DFF9-7CD3-B98C1E93F8CE}"/>
              </a:ext>
            </a:extLst>
          </p:cNvPr>
          <p:cNvSpPr>
            <a:spLocks noGrp="1" noChangeArrowheads="1"/>
          </p:cNvSpPr>
          <p:nvPr>
            <p:ph type="title"/>
          </p:nvPr>
        </p:nvSpPr>
        <p:spPr>
          <a:xfrm>
            <a:off x="0" y="152400"/>
            <a:ext cx="8839200" cy="533400"/>
          </a:xfrm>
          <a:noFill/>
        </p:spPr>
        <p:txBody>
          <a:bodyPr/>
          <a:lstStyle/>
          <a:p>
            <a:r>
              <a:rPr lang="en-US" altLang="en-US" sz="3600"/>
              <a:t>Tree Traversal</a:t>
            </a:r>
          </a:p>
        </p:txBody>
      </p:sp>
      <p:sp>
        <p:nvSpPr>
          <p:cNvPr id="33796" name="Rectangle 3">
            <a:extLst>
              <a:ext uri="{FF2B5EF4-FFF2-40B4-BE49-F238E27FC236}">
                <a16:creationId xmlns:a16="http://schemas.microsoft.com/office/drawing/2014/main" id="{F095AC35-6A6D-1A63-FA3C-A31F42FD105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7" name="Rectangle 4">
            <a:extLst>
              <a:ext uri="{FF2B5EF4-FFF2-40B4-BE49-F238E27FC236}">
                <a16:creationId xmlns:a16="http://schemas.microsoft.com/office/drawing/2014/main" id="{1F7571A6-FD87-AEA5-79E0-D97EC8A2CB40}"/>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8" name="Rectangle 5">
            <a:extLst>
              <a:ext uri="{FF2B5EF4-FFF2-40B4-BE49-F238E27FC236}">
                <a16:creationId xmlns:a16="http://schemas.microsoft.com/office/drawing/2014/main" id="{F923D6B2-E6C3-2DA8-1AEA-E4266343ED5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9" name="Rectangle 6">
            <a:extLst>
              <a:ext uri="{FF2B5EF4-FFF2-40B4-BE49-F238E27FC236}">
                <a16:creationId xmlns:a16="http://schemas.microsoft.com/office/drawing/2014/main" id="{2448CB74-3792-97D9-B387-DE054E687A1B}"/>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0" name="Rectangle 7">
            <a:extLst>
              <a:ext uri="{FF2B5EF4-FFF2-40B4-BE49-F238E27FC236}">
                <a16:creationId xmlns:a16="http://schemas.microsoft.com/office/drawing/2014/main" id="{87427A95-06C5-2565-A270-CC4F391D4A1A}"/>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1" name="Rectangle 8">
            <a:extLst>
              <a:ext uri="{FF2B5EF4-FFF2-40B4-BE49-F238E27FC236}">
                <a16:creationId xmlns:a16="http://schemas.microsoft.com/office/drawing/2014/main" id="{8AEEE490-420D-E3DC-22E8-2D448ED6BC4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2" name="Rectangle 9">
            <a:extLst>
              <a:ext uri="{FF2B5EF4-FFF2-40B4-BE49-F238E27FC236}">
                <a16:creationId xmlns:a16="http://schemas.microsoft.com/office/drawing/2014/main" id="{30C06555-3C70-7F28-E10C-4FD4E20EEEB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3" name="Rectangle 10">
            <a:extLst>
              <a:ext uri="{FF2B5EF4-FFF2-40B4-BE49-F238E27FC236}">
                <a16:creationId xmlns:a16="http://schemas.microsoft.com/office/drawing/2014/main" id="{F3B871B4-560A-8D84-32D1-2F13B7CA2FA5}"/>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4" name="Rectangle 11">
            <a:extLst>
              <a:ext uri="{FF2B5EF4-FFF2-40B4-BE49-F238E27FC236}">
                <a16:creationId xmlns:a16="http://schemas.microsoft.com/office/drawing/2014/main" id="{EBA7418A-6796-1573-6802-44B48D9E01DD}"/>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5" name="Rectangle 12">
            <a:extLst>
              <a:ext uri="{FF2B5EF4-FFF2-40B4-BE49-F238E27FC236}">
                <a16:creationId xmlns:a16="http://schemas.microsoft.com/office/drawing/2014/main" id="{0CA74D44-C556-C15B-0A68-A8E43E38D81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6" name="Rectangle 14">
            <a:extLst>
              <a:ext uri="{FF2B5EF4-FFF2-40B4-BE49-F238E27FC236}">
                <a16:creationId xmlns:a16="http://schemas.microsoft.com/office/drawing/2014/main" id="{2F9EFEBA-2004-1A63-4FC5-FCF5A781FC3F}"/>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7" name="Rectangle 15">
            <a:extLst>
              <a:ext uri="{FF2B5EF4-FFF2-40B4-BE49-F238E27FC236}">
                <a16:creationId xmlns:a16="http://schemas.microsoft.com/office/drawing/2014/main" id="{D40EB3F1-4AB0-D4D4-8F7B-4AEC54BBFE50}"/>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8" name="Rectangle 16">
            <a:extLst>
              <a:ext uri="{FF2B5EF4-FFF2-40B4-BE49-F238E27FC236}">
                <a16:creationId xmlns:a16="http://schemas.microsoft.com/office/drawing/2014/main" id="{FCF3104E-02A4-14AB-550F-072385663C4A}"/>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Tree traversal is the process of visiting each node in the tree exactly once. There are several ways to traverse a tree. This section presents </a:t>
            </a:r>
            <a:r>
              <a:rPr lang="en-US" altLang="en-US" sz="2800" i="1">
                <a:cs typeface="Courier New" panose="02070309020205020404" pitchFamily="49" charset="0"/>
              </a:rPr>
              <a:t>inorder</a:t>
            </a:r>
            <a:r>
              <a:rPr lang="en-US" altLang="en-US" sz="2800">
                <a:cs typeface="Courier New" panose="02070309020205020404" pitchFamily="49" charset="0"/>
              </a:rPr>
              <a:t>, </a:t>
            </a:r>
            <a:r>
              <a:rPr lang="en-US" altLang="en-US" sz="2800" i="1">
                <a:cs typeface="Courier New" panose="02070309020205020404" pitchFamily="49" charset="0"/>
              </a:rPr>
              <a:t>preorder</a:t>
            </a:r>
            <a:r>
              <a:rPr lang="en-US" altLang="en-US" sz="2800">
                <a:cs typeface="Courier New" panose="02070309020205020404" pitchFamily="49" charset="0"/>
              </a:rPr>
              <a:t>, </a:t>
            </a:r>
            <a:r>
              <a:rPr lang="en-US" altLang="en-US" sz="2800" i="1">
                <a:cs typeface="Courier New" panose="02070309020205020404" pitchFamily="49" charset="0"/>
              </a:rPr>
              <a:t>postorder, depth-first, and breadth-first</a:t>
            </a:r>
            <a:r>
              <a:rPr lang="en-US" altLang="en-US" sz="2800">
                <a:cs typeface="Courier New" panose="02070309020205020404" pitchFamily="49" charset="0"/>
              </a:rPr>
              <a:t> traversals.</a:t>
            </a:r>
          </a:p>
          <a:p>
            <a:pPr>
              <a:lnSpc>
                <a:spcPct val="90000"/>
              </a:lnSpc>
              <a:buFont typeface="Monotype Sorts"/>
              <a:buNone/>
            </a:pPr>
            <a:endParaRPr lang="en-US" altLang="en-US" sz="2800">
              <a:cs typeface="Courier New" panose="02070309020205020404" pitchFamily="49" charset="0"/>
            </a:endParaRPr>
          </a:p>
          <a:p>
            <a:pPr>
              <a:lnSpc>
                <a:spcPct val="90000"/>
              </a:lnSpc>
              <a:buFont typeface="Monotype Sorts"/>
              <a:buNone/>
            </a:pPr>
            <a:r>
              <a:rPr lang="en-US" altLang="en-US" sz="2800">
                <a:cs typeface="Courier New" panose="02070309020205020404" pitchFamily="49" charset="0"/>
              </a:rPr>
              <a:t>The inorder traversal is to visit the left subtree of the current node first recursively, then the current node itself, and finally the right subtree of the current node recursively. </a:t>
            </a:r>
          </a:p>
          <a:p>
            <a:pPr>
              <a:lnSpc>
                <a:spcPct val="90000"/>
              </a:lnSpc>
              <a:buFont typeface="Monotype Sorts"/>
              <a:buNone/>
            </a:pPr>
            <a:r>
              <a:rPr lang="en-US" altLang="en-US" sz="2800">
                <a:cs typeface="Courier New" panose="02070309020205020404" pitchFamily="49" charset="0"/>
              </a:rPr>
              <a:t> </a:t>
            </a:r>
          </a:p>
          <a:p>
            <a:pPr>
              <a:lnSpc>
                <a:spcPct val="90000"/>
              </a:lnSpc>
              <a:buFont typeface="Monotype Sorts"/>
              <a:buNone/>
            </a:pPr>
            <a:r>
              <a:rPr lang="en-US" altLang="en-US" sz="2800">
                <a:cs typeface="Courier New" panose="02070309020205020404" pitchFamily="49" charset="0"/>
              </a:rPr>
              <a:t>The postorder traversal is to visit the left subtree of the current node first, then the right subtree of the current node, and finally the current node itself. </a:t>
            </a:r>
          </a:p>
        </p:txBody>
      </p:sp>
      <p:sp>
        <p:nvSpPr>
          <p:cNvPr id="33809" name="Rectangle 17">
            <a:extLst>
              <a:ext uri="{FF2B5EF4-FFF2-40B4-BE49-F238E27FC236}">
                <a16:creationId xmlns:a16="http://schemas.microsoft.com/office/drawing/2014/main" id="{3BEAEE35-C2EE-6AB1-4D69-1BA268D5C7CD}"/>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C7CEB1F1-4267-51FE-0779-E0187814926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4D28388-4CDF-4387-BB41-86BA94E50196}" type="slidenum">
              <a:rPr lang="en-US" altLang="en-US" sz="1400"/>
              <a:pPr>
                <a:spcBef>
                  <a:spcPct val="0"/>
                </a:spcBef>
                <a:buClrTx/>
                <a:buSzTx/>
                <a:buFontTx/>
                <a:buNone/>
              </a:pPr>
              <a:t>32</a:t>
            </a:fld>
            <a:endParaRPr lang="en-US" altLang="en-US" sz="1400"/>
          </a:p>
        </p:txBody>
      </p:sp>
      <p:sp>
        <p:nvSpPr>
          <p:cNvPr id="34819" name="Rectangle 2">
            <a:extLst>
              <a:ext uri="{FF2B5EF4-FFF2-40B4-BE49-F238E27FC236}">
                <a16:creationId xmlns:a16="http://schemas.microsoft.com/office/drawing/2014/main" id="{BDCF57A0-196A-C1EB-4B5D-D09690AD0050}"/>
              </a:ext>
            </a:extLst>
          </p:cNvPr>
          <p:cNvSpPr>
            <a:spLocks noGrp="1" noChangeArrowheads="1"/>
          </p:cNvSpPr>
          <p:nvPr>
            <p:ph type="title"/>
          </p:nvPr>
        </p:nvSpPr>
        <p:spPr>
          <a:xfrm>
            <a:off x="0" y="152400"/>
            <a:ext cx="8839200" cy="533400"/>
          </a:xfrm>
          <a:noFill/>
        </p:spPr>
        <p:txBody>
          <a:bodyPr/>
          <a:lstStyle/>
          <a:p>
            <a:r>
              <a:rPr lang="en-US" altLang="en-US" sz="3600"/>
              <a:t>Tree Traversal, cont.</a:t>
            </a:r>
          </a:p>
        </p:txBody>
      </p:sp>
      <p:sp>
        <p:nvSpPr>
          <p:cNvPr id="34820" name="Rectangle 3">
            <a:extLst>
              <a:ext uri="{FF2B5EF4-FFF2-40B4-BE49-F238E27FC236}">
                <a16:creationId xmlns:a16="http://schemas.microsoft.com/office/drawing/2014/main" id="{A4C94B5C-11C2-0B7F-E278-62D73FDF9B5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4">
            <a:extLst>
              <a:ext uri="{FF2B5EF4-FFF2-40B4-BE49-F238E27FC236}">
                <a16:creationId xmlns:a16="http://schemas.microsoft.com/office/drawing/2014/main" id="{2831FAF4-A930-3CCC-14F8-901CCBA29B7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5">
            <a:extLst>
              <a:ext uri="{FF2B5EF4-FFF2-40B4-BE49-F238E27FC236}">
                <a16:creationId xmlns:a16="http://schemas.microsoft.com/office/drawing/2014/main" id="{4CB308F0-F486-78E4-1B07-C03A469DC80C}"/>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6">
            <a:extLst>
              <a:ext uri="{FF2B5EF4-FFF2-40B4-BE49-F238E27FC236}">
                <a16:creationId xmlns:a16="http://schemas.microsoft.com/office/drawing/2014/main" id="{07FBB3CD-7A4E-1E20-D53E-228EBCCCC5AA}"/>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7">
            <a:extLst>
              <a:ext uri="{FF2B5EF4-FFF2-40B4-BE49-F238E27FC236}">
                <a16:creationId xmlns:a16="http://schemas.microsoft.com/office/drawing/2014/main" id="{E8F4F3A7-E85C-57AC-4A0E-3F6DACF789B7}"/>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5" name="Rectangle 8">
            <a:extLst>
              <a:ext uri="{FF2B5EF4-FFF2-40B4-BE49-F238E27FC236}">
                <a16:creationId xmlns:a16="http://schemas.microsoft.com/office/drawing/2014/main" id="{99F9A451-4ED2-9A96-9624-24A49EF0F9A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6" name="Rectangle 9">
            <a:extLst>
              <a:ext uri="{FF2B5EF4-FFF2-40B4-BE49-F238E27FC236}">
                <a16:creationId xmlns:a16="http://schemas.microsoft.com/office/drawing/2014/main" id="{99FC2A1B-6C0A-AEE9-A162-FA9E771D088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7" name="Rectangle 10">
            <a:extLst>
              <a:ext uri="{FF2B5EF4-FFF2-40B4-BE49-F238E27FC236}">
                <a16:creationId xmlns:a16="http://schemas.microsoft.com/office/drawing/2014/main" id="{9EA189D7-2114-3073-849E-8881145CA84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8" name="Rectangle 11">
            <a:extLst>
              <a:ext uri="{FF2B5EF4-FFF2-40B4-BE49-F238E27FC236}">
                <a16:creationId xmlns:a16="http://schemas.microsoft.com/office/drawing/2014/main" id="{1A153708-A3FF-3A59-F1FA-681BC79CDF1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9" name="Rectangle 12">
            <a:extLst>
              <a:ext uri="{FF2B5EF4-FFF2-40B4-BE49-F238E27FC236}">
                <a16:creationId xmlns:a16="http://schemas.microsoft.com/office/drawing/2014/main" id="{14AE02BA-9C56-C33A-CE9F-52FD12BB7E6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0" name="Rectangle 13">
            <a:extLst>
              <a:ext uri="{FF2B5EF4-FFF2-40B4-BE49-F238E27FC236}">
                <a16:creationId xmlns:a16="http://schemas.microsoft.com/office/drawing/2014/main" id="{BA2F911F-A4CC-E4F5-6BD7-1AD56469BCA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1" name="Rectangle 14">
            <a:extLst>
              <a:ext uri="{FF2B5EF4-FFF2-40B4-BE49-F238E27FC236}">
                <a16:creationId xmlns:a16="http://schemas.microsoft.com/office/drawing/2014/main" id="{B316D040-92CB-CA5A-A622-CD4C6F211AF5}"/>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2" name="Rectangle 15">
            <a:extLst>
              <a:ext uri="{FF2B5EF4-FFF2-40B4-BE49-F238E27FC236}">
                <a16:creationId xmlns:a16="http://schemas.microsoft.com/office/drawing/2014/main" id="{6BA50953-6589-948D-945E-626FAF267ECB}"/>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The preorder traversal is to visit the current node first, then</a:t>
            </a:r>
          </a:p>
          <a:p>
            <a:pPr>
              <a:lnSpc>
                <a:spcPct val="90000"/>
              </a:lnSpc>
              <a:buFont typeface="Monotype Sorts"/>
              <a:buNone/>
            </a:pPr>
            <a:r>
              <a:rPr lang="en-US" altLang="en-US" sz="2800">
                <a:cs typeface="Courier New" panose="02070309020205020404" pitchFamily="49" charset="0"/>
              </a:rPr>
              <a:t>the left subtree of the current node recursively, and finally the right subtree of the current node recursively. </a:t>
            </a:r>
          </a:p>
        </p:txBody>
      </p:sp>
      <p:sp>
        <p:nvSpPr>
          <p:cNvPr id="34833" name="Rectangle 16">
            <a:extLst>
              <a:ext uri="{FF2B5EF4-FFF2-40B4-BE49-F238E27FC236}">
                <a16:creationId xmlns:a16="http://schemas.microsoft.com/office/drawing/2014/main" id="{89BA5B3B-C569-0D45-DF0B-9A99554D2194}"/>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6E1F089E-D32D-2CD2-3542-7213B08E877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81D85E4-7F50-4429-A8FB-0B26C11C24D7}" type="slidenum">
              <a:rPr lang="en-US" altLang="en-US" sz="1400"/>
              <a:pPr>
                <a:spcBef>
                  <a:spcPct val="0"/>
                </a:spcBef>
                <a:buClrTx/>
                <a:buSzTx/>
                <a:buFontTx/>
                <a:buNone/>
              </a:pPr>
              <a:t>33</a:t>
            </a:fld>
            <a:endParaRPr lang="en-US" altLang="en-US" sz="1400"/>
          </a:p>
        </p:txBody>
      </p:sp>
      <p:sp>
        <p:nvSpPr>
          <p:cNvPr id="35843" name="Rectangle 2">
            <a:extLst>
              <a:ext uri="{FF2B5EF4-FFF2-40B4-BE49-F238E27FC236}">
                <a16:creationId xmlns:a16="http://schemas.microsoft.com/office/drawing/2014/main" id="{1296DA4F-2E26-A311-893D-F8D30DBD7706}"/>
              </a:ext>
            </a:extLst>
          </p:cNvPr>
          <p:cNvSpPr>
            <a:spLocks noGrp="1" noChangeArrowheads="1"/>
          </p:cNvSpPr>
          <p:nvPr>
            <p:ph type="title"/>
          </p:nvPr>
        </p:nvSpPr>
        <p:spPr>
          <a:xfrm>
            <a:off x="0" y="152400"/>
            <a:ext cx="8839200" cy="533400"/>
          </a:xfrm>
          <a:noFill/>
        </p:spPr>
        <p:txBody>
          <a:bodyPr/>
          <a:lstStyle/>
          <a:p>
            <a:r>
              <a:rPr lang="en-US" altLang="en-US" sz="3600"/>
              <a:t>Tree Traversal, cont.</a:t>
            </a:r>
          </a:p>
        </p:txBody>
      </p:sp>
      <p:sp>
        <p:nvSpPr>
          <p:cNvPr id="35844" name="Rectangle 3">
            <a:extLst>
              <a:ext uri="{FF2B5EF4-FFF2-40B4-BE49-F238E27FC236}">
                <a16:creationId xmlns:a16="http://schemas.microsoft.com/office/drawing/2014/main" id="{CA5E72A2-2BF8-11C9-2EBB-8B32DE9901BD}"/>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5" name="Rectangle 4">
            <a:extLst>
              <a:ext uri="{FF2B5EF4-FFF2-40B4-BE49-F238E27FC236}">
                <a16:creationId xmlns:a16="http://schemas.microsoft.com/office/drawing/2014/main" id="{C52794C9-8D31-B77B-5034-EF6CA68E7CA2}"/>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6" name="Rectangle 5">
            <a:extLst>
              <a:ext uri="{FF2B5EF4-FFF2-40B4-BE49-F238E27FC236}">
                <a16:creationId xmlns:a16="http://schemas.microsoft.com/office/drawing/2014/main" id="{A5497DE1-7622-1642-96FE-4546CE1383F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7" name="Rectangle 6">
            <a:extLst>
              <a:ext uri="{FF2B5EF4-FFF2-40B4-BE49-F238E27FC236}">
                <a16:creationId xmlns:a16="http://schemas.microsoft.com/office/drawing/2014/main" id="{8E1351F0-64E7-7B38-DB42-F7702323A688}"/>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8" name="Rectangle 7">
            <a:extLst>
              <a:ext uri="{FF2B5EF4-FFF2-40B4-BE49-F238E27FC236}">
                <a16:creationId xmlns:a16="http://schemas.microsoft.com/office/drawing/2014/main" id="{56B1E1F1-CA76-DEF5-26B3-C9A44BE1F45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9" name="Rectangle 8">
            <a:extLst>
              <a:ext uri="{FF2B5EF4-FFF2-40B4-BE49-F238E27FC236}">
                <a16:creationId xmlns:a16="http://schemas.microsoft.com/office/drawing/2014/main" id="{1D1A3141-1F0D-3610-0519-6B2B4D98152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0" name="Rectangle 9">
            <a:extLst>
              <a:ext uri="{FF2B5EF4-FFF2-40B4-BE49-F238E27FC236}">
                <a16:creationId xmlns:a16="http://schemas.microsoft.com/office/drawing/2014/main" id="{008278D8-7EC0-89CA-D39B-9BAD787C2311}"/>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1" name="Rectangle 10">
            <a:extLst>
              <a:ext uri="{FF2B5EF4-FFF2-40B4-BE49-F238E27FC236}">
                <a16:creationId xmlns:a16="http://schemas.microsoft.com/office/drawing/2014/main" id="{55AA831F-E836-A197-7461-E2E010263985}"/>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2" name="Rectangle 11">
            <a:extLst>
              <a:ext uri="{FF2B5EF4-FFF2-40B4-BE49-F238E27FC236}">
                <a16:creationId xmlns:a16="http://schemas.microsoft.com/office/drawing/2014/main" id="{B3B1BA71-01BA-87DB-BDF2-C7B1B90161F0}"/>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3" name="Rectangle 12">
            <a:extLst>
              <a:ext uri="{FF2B5EF4-FFF2-40B4-BE49-F238E27FC236}">
                <a16:creationId xmlns:a16="http://schemas.microsoft.com/office/drawing/2014/main" id="{47901030-E2FF-6FF4-6218-1480204A6037}"/>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4" name="Rectangle 13">
            <a:extLst>
              <a:ext uri="{FF2B5EF4-FFF2-40B4-BE49-F238E27FC236}">
                <a16:creationId xmlns:a16="http://schemas.microsoft.com/office/drawing/2014/main" id="{41904681-180C-9679-7D09-14AD4E0AE135}"/>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5" name="Rectangle 14">
            <a:extLst>
              <a:ext uri="{FF2B5EF4-FFF2-40B4-BE49-F238E27FC236}">
                <a16:creationId xmlns:a16="http://schemas.microsoft.com/office/drawing/2014/main" id="{4487141E-7B24-D114-BAA1-8E862C6B68B8}"/>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6" name="Rectangle 15">
            <a:extLst>
              <a:ext uri="{FF2B5EF4-FFF2-40B4-BE49-F238E27FC236}">
                <a16:creationId xmlns:a16="http://schemas.microsoft.com/office/drawing/2014/main" id="{B9D6C956-9829-B69C-F619-F0CD2BBDDD0E}"/>
              </a:ext>
            </a:extLst>
          </p:cNvPr>
          <p:cNvSpPr>
            <a:spLocks noChangeArrowheads="1"/>
          </p:cNvSpPr>
          <p:nvPr/>
        </p:nvSpPr>
        <p:spPr bwMode="auto">
          <a:xfrm>
            <a:off x="228600" y="838200"/>
            <a:ext cx="8686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The breadth-first traversal is to visit the nodes level by level. First visit the root, then all children of the root from left to right, then grandchildren of the root from left to right, and so on.</a:t>
            </a:r>
          </a:p>
          <a:p>
            <a:pPr>
              <a:lnSpc>
                <a:spcPct val="90000"/>
              </a:lnSpc>
              <a:buFont typeface="Monotype Sorts"/>
              <a:buNone/>
            </a:pPr>
            <a:r>
              <a:rPr lang="en-US" altLang="en-US" sz="2800">
                <a:cs typeface="Courier New" panose="02070309020205020404" pitchFamily="49" charset="0"/>
              </a:rPr>
              <a:t> </a:t>
            </a:r>
          </a:p>
          <a:p>
            <a:pPr>
              <a:lnSpc>
                <a:spcPct val="90000"/>
              </a:lnSpc>
              <a:buFont typeface="Monotype Sorts"/>
              <a:buNone/>
            </a:pPr>
            <a:r>
              <a:rPr lang="en-US" altLang="en-US" sz="2800">
                <a:cs typeface="Courier New" panose="02070309020205020404" pitchFamily="49" charset="0"/>
              </a:rPr>
              <a:t>For example, in the tree in Figure 25.2, the inorder is 45 55 57 59 60 67 100 101 107. The postorder is 45 59 57 55 67 101 107 100 60. The preorder is 60 55 45 57 59 100 67 107 101. The breadth-first traversal is 60 55 100 45 57 67 107 59 101.</a:t>
            </a:r>
          </a:p>
        </p:txBody>
      </p:sp>
      <p:sp>
        <p:nvSpPr>
          <p:cNvPr id="35857" name="Rectangle 16">
            <a:extLst>
              <a:ext uri="{FF2B5EF4-FFF2-40B4-BE49-F238E27FC236}">
                <a16:creationId xmlns:a16="http://schemas.microsoft.com/office/drawing/2014/main" id="{D0F48E66-623F-A561-E2AB-046CEE96940C}"/>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7">
            <a:extLst>
              <a:ext uri="{FF2B5EF4-FFF2-40B4-BE49-F238E27FC236}">
                <a16:creationId xmlns:a16="http://schemas.microsoft.com/office/drawing/2014/main" id="{2E59CFAE-8411-A9A0-79FE-DC6DAE47256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890588"/>
            <a:ext cx="7718425" cy="4662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36867" name="Slide Number Placeholder 4">
            <a:extLst>
              <a:ext uri="{FF2B5EF4-FFF2-40B4-BE49-F238E27FC236}">
                <a16:creationId xmlns:a16="http://schemas.microsoft.com/office/drawing/2014/main" id="{8E3837B6-6413-462A-28A5-FDED0CA0487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CB43A53-5A03-4EA6-A263-9C615DFF54A2}" type="slidenum">
              <a:rPr lang="en-US" altLang="en-US" sz="1400"/>
              <a:pPr>
                <a:spcBef>
                  <a:spcPct val="0"/>
                </a:spcBef>
                <a:buClrTx/>
                <a:buSzTx/>
                <a:buFontTx/>
                <a:buNone/>
              </a:pPr>
              <a:t>34</a:t>
            </a:fld>
            <a:endParaRPr lang="en-US" altLang="en-US" sz="1400"/>
          </a:p>
        </p:txBody>
      </p:sp>
      <p:sp>
        <p:nvSpPr>
          <p:cNvPr id="36868" name="Rectangle 2">
            <a:extLst>
              <a:ext uri="{FF2B5EF4-FFF2-40B4-BE49-F238E27FC236}">
                <a16:creationId xmlns:a16="http://schemas.microsoft.com/office/drawing/2014/main" id="{F9D9DA77-A6E2-4D65-1816-46076BA45BEA}"/>
              </a:ext>
            </a:extLst>
          </p:cNvPr>
          <p:cNvSpPr>
            <a:spLocks noGrp="1" noChangeArrowheads="1"/>
          </p:cNvSpPr>
          <p:nvPr>
            <p:ph type="title"/>
          </p:nvPr>
        </p:nvSpPr>
        <p:spPr>
          <a:xfrm>
            <a:off x="0" y="152400"/>
            <a:ext cx="8839200" cy="533400"/>
          </a:xfrm>
          <a:noFill/>
        </p:spPr>
        <p:txBody>
          <a:bodyPr/>
          <a:lstStyle/>
          <a:p>
            <a:r>
              <a:rPr lang="en-US" altLang="en-US" sz="3600"/>
              <a:t>The Tree Interface</a:t>
            </a:r>
          </a:p>
        </p:txBody>
      </p:sp>
      <p:sp>
        <p:nvSpPr>
          <p:cNvPr id="36869" name="Rectangle 3">
            <a:extLst>
              <a:ext uri="{FF2B5EF4-FFF2-40B4-BE49-F238E27FC236}">
                <a16:creationId xmlns:a16="http://schemas.microsoft.com/office/drawing/2014/main" id="{871D9369-79E9-4867-A7D6-C7DA8D94F782}"/>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0" name="Rectangle 4">
            <a:extLst>
              <a:ext uri="{FF2B5EF4-FFF2-40B4-BE49-F238E27FC236}">
                <a16:creationId xmlns:a16="http://schemas.microsoft.com/office/drawing/2014/main" id="{6170698D-8673-70B3-8A19-041A5BA4EEC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1" name="Rectangle 5">
            <a:extLst>
              <a:ext uri="{FF2B5EF4-FFF2-40B4-BE49-F238E27FC236}">
                <a16:creationId xmlns:a16="http://schemas.microsoft.com/office/drawing/2014/main" id="{8FBA2401-F918-3B02-527C-FBAAE06A3FE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2" name="Rectangle 6">
            <a:extLst>
              <a:ext uri="{FF2B5EF4-FFF2-40B4-BE49-F238E27FC236}">
                <a16:creationId xmlns:a16="http://schemas.microsoft.com/office/drawing/2014/main" id="{E17FC76D-F85B-12D9-8F21-47C89B34F005}"/>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3" name="Rectangle 7">
            <a:extLst>
              <a:ext uri="{FF2B5EF4-FFF2-40B4-BE49-F238E27FC236}">
                <a16:creationId xmlns:a16="http://schemas.microsoft.com/office/drawing/2014/main" id="{383BD742-6BC9-7473-2D8F-65F1C173ABC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4" name="Rectangle 8">
            <a:extLst>
              <a:ext uri="{FF2B5EF4-FFF2-40B4-BE49-F238E27FC236}">
                <a16:creationId xmlns:a16="http://schemas.microsoft.com/office/drawing/2014/main" id="{314B2127-D32A-A825-0761-D9B114351F7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5" name="Rectangle 9">
            <a:extLst>
              <a:ext uri="{FF2B5EF4-FFF2-40B4-BE49-F238E27FC236}">
                <a16:creationId xmlns:a16="http://schemas.microsoft.com/office/drawing/2014/main" id="{144A6CA5-074F-4255-33DA-75EA6C30DE32}"/>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6" name="Rectangle 10">
            <a:extLst>
              <a:ext uri="{FF2B5EF4-FFF2-40B4-BE49-F238E27FC236}">
                <a16:creationId xmlns:a16="http://schemas.microsoft.com/office/drawing/2014/main" id="{84B79B0C-2179-F325-1705-BF411A7E540F}"/>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7" name="Rectangle 11">
            <a:extLst>
              <a:ext uri="{FF2B5EF4-FFF2-40B4-BE49-F238E27FC236}">
                <a16:creationId xmlns:a16="http://schemas.microsoft.com/office/drawing/2014/main" id="{292EDBFD-7210-A9AF-C7FC-C677D1F14D27}"/>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8" name="Rectangle 12">
            <a:extLst>
              <a:ext uri="{FF2B5EF4-FFF2-40B4-BE49-F238E27FC236}">
                <a16:creationId xmlns:a16="http://schemas.microsoft.com/office/drawing/2014/main" id="{DCD3641A-127A-F160-CD5E-C99DA4802DD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9" name="Rectangle 13">
            <a:extLst>
              <a:ext uri="{FF2B5EF4-FFF2-40B4-BE49-F238E27FC236}">
                <a16:creationId xmlns:a16="http://schemas.microsoft.com/office/drawing/2014/main" id="{9733C666-94DB-7176-19CE-FDBA04760A4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80" name="Rectangle 14">
            <a:extLst>
              <a:ext uri="{FF2B5EF4-FFF2-40B4-BE49-F238E27FC236}">
                <a16:creationId xmlns:a16="http://schemas.microsoft.com/office/drawing/2014/main" id="{AA3AD72F-7D82-2EFB-6CFB-7093A32221D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81" name="Rectangle 15">
            <a:extLst>
              <a:ext uri="{FF2B5EF4-FFF2-40B4-BE49-F238E27FC236}">
                <a16:creationId xmlns:a16="http://schemas.microsoft.com/office/drawing/2014/main" id="{5BC4F1FF-25FD-0C58-EE31-B2E2C35DE478}"/>
              </a:ext>
            </a:extLst>
          </p:cNvPr>
          <p:cNvSpPr>
            <a:spLocks noChangeArrowheads="1"/>
          </p:cNvSpPr>
          <p:nvPr/>
        </p:nvSpPr>
        <p:spPr bwMode="auto">
          <a:xfrm>
            <a:off x="3314700" y="5080000"/>
            <a:ext cx="5649913"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000"/>
              <a:t>The AbstractTree class partially implements Tree.</a:t>
            </a:r>
          </a:p>
        </p:txBody>
      </p:sp>
      <p:sp>
        <p:nvSpPr>
          <p:cNvPr id="36882" name="Rectangle 16">
            <a:extLst>
              <a:ext uri="{FF2B5EF4-FFF2-40B4-BE49-F238E27FC236}">
                <a16:creationId xmlns:a16="http://schemas.microsoft.com/office/drawing/2014/main" id="{D994779E-B973-1EEC-CA94-1662F940F8A5}"/>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83" name="Rectangle 18">
            <a:extLst>
              <a:ext uri="{FF2B5EF4-FFF2-40B4-BE49-F238E27FC236}">
                <a16:creationId xmlns:a16="http://schemas.microsoft.com/office/drawing/2014/main" id="{A6CB428F-38C6-BFCB-6754-7B66CB3E2CEE}"/>
              </a:ext>
            </a:extLst>
          </p:cNvPr>
          <p:cNvSpPr>
            <a:spLocks noChangeArrowheads="1"/>
          </p:cNvSpPr>
          <p:nvPr/>
        </p:nvSpPr>
        <p:spPr bwMode="auto">
          <a:xfrm>
            <a:off x="2314575" y="2686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2515" name="AutoShape 19">
            <a:hlinkClick r:id="" action="ppaction://noaction" highlightClick="1"/>
            <a:extLst>
              <a:ext uri="{FF2B5EF4-FFF2-40B4-BE49-F238E27FC236}">
                <a16:creationId xmlns:a16="http://schemas.microsoft.com/office/drawing/2014/main" id="{0EDE5CF6-A563-CE9C-608D-715C1C6DAE21}"/>
              </a:ext>
            </a:extLst>
          </p:cNvPr>
          <p:cNvSpPr>
            <a:spLocks noChangeArrowheads="1"/>
          </p:cNvSpPr>
          <p:nvPr/>
        </p:nvSpPr>
        <p:spPr bwMode="auto">
          <a:xfrm>
            <a:off x="4824413" y="5697538"/>
            <a:ext cx="1908175"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latin typeface="Book Antiqua" pitchFamily="18" charset="0"/>
                <a:hlinkClick r:id="rId3" action="ppaction://program">
                  <a:extLst>
                    <a:ext uri="{A12FA001-AC4F-418D-AE19-62706E023703}">
                      <ahyp:hlinkClr xmlns:ahyp="http://schemas.microsoft.com/office/drawing/2018/hyperlinkcolor" val="tx"/>
                    </a:ext>
                  </a:extLst>
                </a:hlinkClick>
              </a:rPr>
              <a:t>AbstractTree</a:t>
            </a:r>
            <a:endParaRPr lang="en-US"/>
          </a:p>
        </p:txBody>
      </p:sp>
      <p:sp>
        <p:nvSpPr>
          <p:cNvPr id="36885" name="Rectangle 21">
            <a:extLst>
              <a:ext uri="{FF2B5EF4-FFF2-40B4-BE49-F238E27FC236}">
                <a16:creationId xmlns:a16="http://schemas.microsoft.com/office/drawing/2014/main" id="{6E0427A0-1559-C871-BB94-3B38DBE00939}"/>
              </a:ext>
            </a:extLst>
          </p:cNvPr>
          <p:cNvSpPr>
            <a:spLocks noChangeArrowheads="1"/>
          </p:cNvSpPr>
          <p:nvPr/>
        </p:nvSpPr>
        <p:spPr bwMode="auto">
          <a:xfrm>
            <a:off x="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2518" name="AutoShape 22">
            <a:hlinkClick r:id="" action="ppaction://noaction" highlightClick="1"/>
            <a:extLst>
              <a:ext uri="{FF2B5EF4-FFF2-40B4-BE49-F238E27FC236}">
                <a16:creationId xmlns:a16="http://schemas.microsoft.com/office/drawing/2014/main" id="{6537E4EB-9A44-E5F4-A86E-577F014672FE}"/>
              </a:ext>
            </a:extLst>
          </p:cNvPr>
          <p:cNvSpPr>
            <a:spLocks noChangeArrowheads="1"/>
          </p:cNvSpPr>
          <p:nvPr/>
        </p:nvSpPr>
        <p:spPr bwMode="auto">
          <a:xfrm>
            <a:off x="1619250" y="5697538"/>
            <a:ext cx="1871663"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a:latin typeface="Book Antiqua" pitchFamily="18" charset="0"/>
                <a:hlinkClick r:id="rId4" action="ppaction://program">
                  <a:extLst>
                    <a:ext uri="{A12FA001-AC4F-418D-AE19-62706E023703}">
                      <ahyp:hlinkClr xmlns:ahyp="http://schemas.microsoft.com/office/drawing/2018/hyperlinkcolor" val="tx"/>
                    </a:ext>
                  </a:extLst>
                </a:hlinkClick>
              </a:rPr>
              <a:t>Tree</a:t>
            </a:r>
            <a:endParaRPr lang="en-US" dirty="0"/>
          </a:p>
        </p:txBody>
      </p:sp>
      <p:sp>
        <p:nvSpPr>
          <p:cNvPr id="36887" name="Rectangle 25">
            <a:extLst>
              <a:ext uri="{FF2B5EF4-FFF2-40B4-BE49-F238E27FC236}">
                <a16:creationId xmlns:a16="http://schemas.microsoft.com/office/drawing/2014/main" id="{31D76ECB-08B3-EDE1-FBD6-572BAEF2A3AB}"/>
              </a:ext>
            </a:extLst>
          </p:cNvPr>
          <p:cNvSpPr>
            <a:spLocks noChangeArrowheads="1"/>
          </p:cNvSpPr>
          <p:nvPr/>
        </p:nvSpPr>
        <p:spPr bwMode="auto">
          <a:xfrm>
            <a:off x="0" y="1714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88" name="Rectangle 27">
            <a:extLst>
              <a:ext uri="{FF2B5EF4-FFF2-40B4-BE49-F238E27FC236}">
                <a16:creationId xmlns:a16="http://schemas.microsoft.com/office/drawing/2014/main" id="{28760765-0C48-F733-9283-DC2CBB62FB5C}"/>
              </a:ext>
            </a:extLst>
          </p:cNvPr>
          <p:cNvSpPr>
            <a:spLocks noChangeArrowheads="1"/>
          </p:cNvSpPr>
          <p:nvPr/>
        </p:nvSpPr>
        <p:spPr bwMode="auto">
          <a:xfrm>
            <a:off x="0" y="18573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89" name="AutoShape 28">
            <a:hlinkClick r:id="rId5" highlightClick="1"/>
            <a:extLst>
              <a:ext uri="{FF2B5EF4-FFF2-40B4-BE49-F238E27FC236}">
                <a16:creationId xmlns:a16="http://schemas.microsoft.com/office/drawing/2014/main" id="{8C403045-721E-F01F-07DB-DF8226CCCC05}"/>
              </a:ext>
            </a:extLst>
          </p:cNvPr>
          <p:cNvSpPr>
            <a:spLocks noChangeArrowheads="1"/>
          </p:cNvSpPr>
          <p:nvPr/>
        </p:nvSpPr>
        <p:spPr bwMode="auto">
          <a:xfrm>
            <a:off x="900113" y="569753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90" name="AutoShape 29">
            <a:hlinkClick r:id="rId6" highlightClick="1"/>
            <a:extLst>
              <a:ext uri="{FF2B5EF4-FFF2-40B4-BE49-F238E27FC236}">
                <a16:creationId xmlns:a16="http://schemas.microsoft.com/office/drawing/2014/main" id="{5DC2C3C2-A7BE-AB2E-8D9E-E7EE85C9F219}"/>
              </a:ext>
            </a:extLst>
          </p:cNvPr>
          <p:cNvSpPr>
            <a:spLocks noChangeArrowheads="1"/>
          </p:cNvSpPr>
          <p:nvPr/>
        </p:nvSpPr>
        <p:spPr bwMode="auto">
          <a:xfrm>
            <a:off x="4176713" y="5661025"/>
            <a:ext cx="468312"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91" name="Rectangle 15">
            <a:extLst>
              <a:ext uri="{FF2B5EF4-FFF2-40B4-BE49-F238E27FC236}">
                <a16:creationId xmlns:a16="http://schemas.microsoft.com/office/drawing/2014/main" id="{EFE07BA5-E72A-AC1B-3A66-C0A614B710E4}"/>
              </a:ext>
            </a:extLst>
          </p:cNvPr>
          <p:cNvSpPr>
            <a:spLocks noChangeArrowheads="1"/>
          </p:cNvSpPr>
          <p:nvPr/>
        </p:nvSpPr>
        <p:spPr bwMode="auto">
          <a:xfrm>
            <a:off x="3314700" y="1816100"/>
            <a:ext cx="5508625"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400"/>
              <a:t>The Tree interface defines common operations for trees.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E8BE3BD6-8694-27A0-9C01-2AE962AB06A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1D274CF-5B62-4677-986C-0FBF0D52D6B1}" type="slidenum">
              <a:rPr lang="en-US" altLang="en-US" sz="1400"/>
              <a:pPr>
                <a:spcBef>
                  <a:spcPct val="0"/>
                </a:spcBef>
                <a:buClrTx/>
                <a:buSzTx/>
                <a:buFontTx/>
                <a:buNone/>
              </a:pPr>
              <a:t>35</a:t>
            </a:fld>
            <a:endParaRPr lang="en-US" altLang="en-US" sz="1400"/>
          </a:p>
        </p:txBody>
      </p:sp>
      <p:sp>
        <p:nvSpPr>
          <p:cNvPr id="37891" name="Rectangle 2">
            <a:extLst>
              <a:ext uri="{FF2B5EF4-FFF2-40B4-BE49-F238E27FC236}">
                <a16:creationId xmlns:a16="http://schemas.microsoft.com/office/drawing/2014/main" id="{B6E3CF4C-2F3C-A196-A1A3-82CEA0B746A4}"/>
              </a:ext>
            </a:extLst>
          </p:cNvPr>
          <p:cNvSpPr>
            <a:spLocks noGrp="1" noChangeArrowheads="1"/>
          </p:cNvSpPr>
          <p:nvPr>
            <p:ph type="title"/>
          </p:nvPr>
        </p:nvSpPr>
        <p:spPr>
          <a:xfrm>
            <a:off x="0" y="152400"/>
            <a:ext cx="8839200" cy="533400"/>
          </a:xfrm>
          <a:noFill/>
        </p:spPr>
        <p:txBody>
          <a:bodyPr/>
          <a:lstStyle/>
          <a:p>
            <a:r>
              <a:rPr lang="en-US" altLang="en-US" sz="3600"/>
              <a:t>The BST Class</a:t>
            </a:r>
          </a:p>
        </p:txBody>
      </p:sp>
      <p:sp>
        <p:nvSpPr>
          <p:cNvPr id="37892" name="Rectangle 3">
            <a:extLst>
              <a:ext uri="{FF2B5EF4-FFF2-40B4-BE49-F238E27FC236}">
                <a16:creationId xmlns:a16="http://schemas.microsoft.com/office/drawing/2014/main" id="{4F22AF83-40A3-47FD-32C3-1900AA1402E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3" name="Rectangle 4">
            <a:extLst>
              <a:ext uri="{FF2B5EF4-FFF2-40B4-BE49-F238E27FC236}">
                <a16:creationId xmlns:a16="http://schemas.microsoft.com/office/drawing/2014/main" id="{5D44EC64-DA3F-2C17-0C24-3F9406A6AA7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4" name="Rectangle 5">
            <a:extLst>
              <a:ext uri="{FF2B5EF4-FFF2-40B4-BE49-F238E27FC236}">
                <a16:creationId xmlns:a16="http://schemas.microsoft.com/office/drawing/2014/main" id="{55BF8D33-8994-3AF9-0F96-7DB74D2C635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5" name="Rectangle 7">
            <a:extLst>
              <a:ext uri="{FF2B5EF4-FFF2-40B4-BE49-F238E27FC236}">
                <a16:creationId xmlns:a16="http://schemas.microsoft.com/office/drawing/2014/main" id="{BFAB7E3E-820D-A6FC-E83F-2786005A254A}"/>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6" name="Rectangle 8">
            <a:extLst>
              <a:ext uri="{FF2B5EF4-FFF2-40B4-BE49-F238E27FC236}">
                <a16:creationId xmlns:a16="http://schemas.microsoft.com/office/drawing/2014/main" id="{24708BAD-21E7-DBE5-B754-5D0F8D9F06F0}"/>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7" name="Rectangle 9">
            <a:extLst>
              <a:ext uri="{FF2B5EF4-FFF2-40B4-BE49-F238E27FC236}">
                <a16:creationId xmlns:a16="http://schemas.microsoft.com/office/drawing/2014/main" id="{0A4CFDE4-5CCA-0E8D-26F6-00EE9367AB6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8" name="Rectangle 10">
            <a:extLst>
              <a:ext uri="{FF2B5EF4-FFF2-40B4-BE49-F238E27FC236}">
                <a16:creationId xmlns:a16="http://schemas.microsoft.com/office/drawing/2014/main" id="{950CB288-B78C-28A5-07C1-76F457B859A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9" name="Rectangle 11">
            <a:extLst>
              <a:ext uri="{FF2B5EF4-FFF2-40B4-BE49-F238E27FC236}">
                <a16:creationId xmlns:a16="http://schemas.microsoft.com/office/drawing/2014/main" id="{7269D1D8-4361-AF8E-47A5-3E3A66B95E3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0" name="Rectangle 12">
            <a:extLst>
              <a:ext uri="{FF2B5EF4-FFF2-40B4-BE49-F238E27FC236}">
                <a16:creationId xmlns:a16="http://schemas.microsoft.com/office/drawing/2014/main" id="{AFB90DEC-F8A2-10D2-349E-1F90469B76DF}"/>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1" name="Rectangle 13">
            <a:extLst>
              <a:ext uri="{FF2B5EF4-FFF2-40B4-BE49-F238E27FC236}">
                <a16:creationId xmlns:a16="http://schemas.microsoft.com/office/drawing/2014/main" id="{F46F0440-29B3-8FFA-975D-F7122B521C2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2" name="Rectangle 14">
            <a:extLst>
              <a:ext uri="{FF2B5EF4-FFF2-40B4-BE49-F238E27FC236}">
                <a16:creationId xmlns:a16="http://schemas.microsoft.com/office/drawing/2014/main" id="{73116D79-7A06-E22D-AB10-E0B75B219047}"/>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3" name="Rectangle 15">
            <a:extLst>
              <a:ext uri="{FF2B5EF4-FFF2-40B4-BE49-F238E27FC236}">
                <a16:creationId xmlns:a16="http://schemas.microsoft.com/office/drawing/2014/main" id="{2ADC2733-B874-7978-2281-2392AA6DCEF2}"/>
              </a:ext>
            </a:extLst>
          </p:cNvPr>
          <p:cNvSpPr>
            <a:spLocks noChangeArrowheads="1"/>
          </p:cNvSpPr>
          <p:nvPr/>
        </p:nvSpPr>
        <p:spPr bwMode="auto">
          <a:xfrm>
            <a:off x="228600" y="838200"/>
            <a:ext cx="8686800"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Let’s define the binary tree class, named BST with </a:t>
            </a:r>
            <a:r>
              <a:rPr lang="en-US" altLang="en-US" sz="2800"/>
              <a:t>A concrete BST class can be defined to extend AbstractTree.</a:t>
            </a:r>
          </a:p>
        </p:txBody>
      </p:sp>
      <p:sp>
        <p:nvSpPr>
          <p:cNvPr id="37904" name="Rectangle 16">
            <a:extLst>
              <a:ext uri="{FF2B5EF4-FFF2-40B4-BE49-F238E27FC236}">
                <a16:creationId xmlns:a16="http://schemas.microsoft.com/office/drawing/2014/main" id="{81CB8E8E-DCED-179A-CDAA-32E3957B564B}"/>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5" name="Rectangle 17">
            <a:extLst>
              <a:ext uri="{FF2B5EF4-FFF2-40B4-BE49-F238E27FC236}">
                <a16:creationId xmlns:a16="http://schemas.microsoft.com/office/drawing/2014/main" id="{1A114441-5393-C763-06F9-91CCFF5E9FDC}"/>
              </a:ext>
            </a:extLst>
          </p:cNvPr>
          <p:cNvSpPr>
            <a:spLocks noChangeArrowheads="1"/>
          </p:cNvSpPr>
          <p:nvPr/>
        </p:nvSpPr>
        <p:spPr bwMode="auto">
          <a:xfrm>
            <a:off x="2314575" y="2686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29075" name="AutoShape 19">
            <a:hlinkClick r:id="" action="ppaction://noaction" highlightClick="1"/>
            <a:extLst>
              <a:ext uri="{FF2B5EF4-FFF2-40B4-BE49-F238E27FC236}">
                <a16:creationId xmlns:a16="http://schemas.microsoft.com/office/drawing/2014/main" id="{1BB0BFCD-47C4-0D33-92FD-1560681169C4}"/>
              </a:ext>
            </a:extLst>
          </p:cNvPr>
          <p:cNvSpPr>
            <a:spLocks noChangeArrowheads="1"/>
          </p:cNvSpPr>
          <p:nvPr/>
        </p:nvSpPr>
        <p:spPr bwMode="auto">
          <a:xfrm>
            <a:off x="6096000" y="2133600"/>
            <a:ext cx="2590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latin typeface="Book Antiqua" pitchFamily="18" charset="0"/>
                <a:hlinkClick r:id="rId2" action="ppaction://hlinkfile">
                  <a:extLst>
                    <a:ext uri="{A12FA001-AC4F-418D-AE19-62706E023703}">
                      <ahyp:hlinkClr xmlns:ahyp="http://schemas.microsoft.com/office/drawing/2018/hyperlinkcolor" val="tx"/>
                    </a:ext>
                  </a:extLst>
                </a:hlinkClick>
              </a:rPr>
              <a:t>BST</a:t>
            </a:r>
            <a:endParaRPr lang="en-US"/>
          </a:p>
        </p:txBody>
      </p:sp>
      <p:sp>
        <p:nvSpPr>
          <p:cNvPr id="37907" name="Rectangle 23">
            <a:extLst>
              <a:ext uri="{FF2B5EF4-FFF2-40B4-BE49-F238E27FC236}">
                <a16:creationId xmlns:a16="http://schemas.microsoft.com/office/drawing/2014/main" id="{DD957EC6-477E-3772-2B9F-5B1CC5513947}"/>
              </a:ext>
            </a:extLst>
          </p:cNvPr>
          <p:cNvSpPr>
            <a:spLocks noChangeArrowheads="1"/>
          </p:cNvSpPr>
          <p:nvPr/>
        </p:nvSpPr>
        <p:spPr bwMode="auto">
          <a:xfrm>
            <a:off x="0"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8" name="Rectangle 25">
            <a:extLst>
              <a:ext uri="{FF2B5EF4-FFF2-40B4-BE49-F238E27FC236}">
                <a16:creationId xmlns:a16="http://schemas.microsoft.com/office/drawing/2014/main" id="{D3C6C219-0E69-1B64-8006-010159F1B2C6}"/>
              </a:ext>
            </a:extLst>
          </p:cNvPr>
          <p:cNvSpPr>
            <a:spLocks noChangeArrowheads="1"/>
          </p:cNvSpPr>
          <p:nvPr/>
        </p:nvSpPr>
        <p:spPr bwMode="auto">
          <a:xfrm>
            <a:off x="0" y="2286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9" name="AutoShape 26">
            <a:hlinkClick r:id="rId3" highlightClick="1"/>
            <a:extLst>
              <a:ext uri="{FF2B5EF4-FFF2-40B4-BE49-F238E27FC236}">
                <a16:creationId xmlns:a16="http://schemas.microsoft.com/office/drawing/2014/main" id="{C3E70C15-C7A5-CBA4-8117-61A670654036}"/>
              </a:ext>
            </a:extLst>
          </p:cNvPr>
          <p:cNvSpPr>
            <a:spLocks noChangeArrowheads="1"/>
          </p:cNvSpPr>
          <p:nvPr/>
        </p:nvSpPr>
        <p:spPr bwMode="auto">
          <a:xfrm>
            <a:off x="5543550" y="2109788"/>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7910" name="Picture 24">
            <a:extLst>
              <a:ext uri="{FF2B5EF4-FFF2-40B4-BE49-F238E27FC236}">
                <a16:creationId xmlns:a16="http://schemas.microsoft.com/office/drawing/2014/main" id="{4E40BAFB-C168-8BFA-401B-AA9C135949E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 y="3176588"/>
            <a:ext cx="8977313" cy="283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E77525DF-8790-D9E0-8D27-F0A2EFDFBCC4}"/>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63F5C01-CC31-44FA-86F0-6B38FF18B74F}" type="slidenum">
              <a:rPr lang="en-US" altLang="en-US" sz="1400"/>
              <a:pPr>
                <a:spcBef>
                  <a:spcPct val="0"/>
                </a:spcBef>
                <a:buClrTx/>
                <a:buSzTx/>
                <a:buFontTx/>
                <a:buNone/>
              </a:pPr>
              <a:t>36</a:t>
            </a:fld>
            <a:endParaRPr lang="en-US" altLang="en-US" sz="1400"/>
          </a:p>
        </p:txBody>
      </p:sp>
      <p:sp>
        <p:nvSpPr>
          <p:cNvPr id="38915" name="Rectangle 2">
            <a:extLst>
              <a:ext uri="{FF2B5EF4-FFF2-40B4-BE49-F238E27FC236}">
                <a16:creationId xmlns:a16="http://schemas.microsoft.com/office/drawing/2014/main" id="{653F519D-3258-D81B-4D5D-0E122B7F0C88}"/>
              </a:ext>
            </a:extLst>
          </p:cNvPr>
          <p:cNvSpPr>
            <a:spLocks noGrp="1" noChangeArrowheads="1"/>
          </p:cNvSpPr>
          <p:nvPr>
            <p:ph type="title"/>
          </p:nvPr>
        </p:nvSpPr>
        <p:spPr>
          <a:xfrm>
            <a:off x="0" y="152400"/>
            <a:ext cx="8839200" cy="533400"/>
          </a:xfrm>
          <a:noFill/>
        </p:spPr>
        <p:txBody>
          <a:bodyPr/>
          <a:lstStyle/>
          <a:p>
            <a:r>
              <a:rPr lang="en-US" altLang="en-US" sz="3600"/>
              <a:t>Example: Using Binary Trees</a:t>
            </a:r>
          </a:p>
        </p:txBody>
      </p:sp>
      <p:sp>
        <p:nvSpPr>
          <p:cNvPr id="38916" name="Rectangle 3">
            <a:extLst>
              <a:ext uri="{FF2B5EF4-FFF2-40B4-BE49-F238E27FC236}">
                <a16:creationId xmlns:a16="http://schemas.microsoft.com/office/drawing/2014/main" id="{E228DD03-B786-8518-45C3-FD89EA46E99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7" name="Rectangle 4">
            <a:extLst>
              <a:ext uri="{FF2B5EF4-FFF2-40B4-BE49-F238E27FC236}">
                <a16:creationId xmlns:a16="http://schemas.microsoft.com/office/drawing/2014/main" id="{AB82F5BA-5E58-FB1E-DEA6-12F23FD6B74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8" name="Rectangle 5">
            <a:extLst>
              <a:ext uri="{FF2B5EF4-FFF2-40B4-BE49-F238E27FC236}">
                <a16:creationId xmlns:a16="http://schemas.microsoft.com/office/drawing/2014/main" id="{1FEECA38-D183-749C-D30D-8DF2FD39F648}"/>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9" name="Rectangle 6">
            <a:extLst>
              <a:ext uri="{FF2B5EF4-FFF2-40B4-BE49-F238E27FC236}">
                <a16:creationId xmlns:a16="http://schemas.microsoft.com/office/drawing/2014/main" id="{A32C1A5D-643C-1868-2EBD-D7C9696BB651}"/>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0" name="Rectangle 7">
            <a:extLst>
              <a:ext uri="{FF2B5EF4-FFF2-40B4-BE49-F238E27FC236}">
                <a16:creationId xmlns:a16="http://schemas.microsoft.com/office/drawing/2014/main" id="{7AE6C4AE-E074-AE23-DE10-C1457951FFB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1" name="Rectangle 8">
            <a:extLst>
              <a:ext uri="{FF2B5EF4-FFF2-40B4-BE49-F238E27FC236}">
                <a16:creationId xmlns:a16="http://schemas.microsoft.com/office/drawing/2014/main" id="{C1E7C818-D495-A8DD-B937-269A2D83B6D7}"/>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2" name="Rectangle 9">
            <a:extLst>
              <a:ext uri="{FF2B5EF4-FFF2-40B4-BE49-F238E27FC236}">
                <a16:creationId xmlns:a16="http://schemas.microsoft.com/office/drawing/2014/main" id="{6A00917E-CFA9-95E1-A6AE-7CD4023DE50E}"/>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3" name="Rectangle 11">
            <a:extLst>
              <a:ext uri="{FF2B5EF4-FFF2-40B4-BE49-F238E27FC236}">
                <a16:creationId xmlns:a16="http://schemas.microsoft.com/office/drawing/2014/main" id="{8D9F13B1-61A2-B80B-25AE-BB863203992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4" name="Rectangle 12">
            <a:extLst>
              <a:ext uri="{FF2B5EF4-FFF2-40B4-BE49-F238E27FC236}">
                <a16:creationId xmlns:a16="http://schemas.microsoft.com/office/drawing/2014/main" id="{8184ABE9-451E-C198-4D28-6DD7D451CA0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5" name="Rectangle 13">
            <a:extLst>
              <a:ext uri="{FF2B5EF4-FFF2-40B4-BE49-F238E27FC236}">
                <a16:creationId xmlns:a16="http://schemas.microsoft.com/office/drawing/2014/main" id="{C43AED15-4678-8A98-9F4F-053D32B00B51}"/>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6" name="Rectangle 14">
            <a:extLst>
              <a:ext uri="{FF2B5EF4-FFF2-40B4-BE49-F238E27FC236}">
                <a16:creationId xmlns:a16="http://schemas.microsoft.com/office/drawing/2014/main" id="{27FD900A-477A-7113-A1AF-120BA17F089F}"/>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7" name="Rectangle 15">
            <a:extLst>
              <a:ext uri="{FF2B5EF4-FFF2-40B4-BE49-F238E27FC236}">
                <a16:creationId xmlns:a16="http://schemas.microsoft.com/office/drawing/2014/main" id="{D737169D-5653-EFAE-A1F4-7D925B79F103}"/>
              </a:ext>
            </a:extLst>
          </p:cNvPr>
          <p:cNvSpPr>
            <a:spLocks noChangeArrowheads="1"/>
          </p:cNvSpPr>
          <p:nvPr/>
        </p:nvSpPr>
        <p:spPr bwMode="auto">
          <a:xfrm>
            <a:off x="179388" y="1233488"/>
            <a:ext cx="86868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800">
                <a:cs typeface="Courier New" panose="02070309020205020404" pitchFamily="49" charset="0"/>
              </a:rPr>
              <a:t>Write a program that creates a binary tree using </a:t>
            </a:r>
            <a:r>
              <a:rPr lang="en-US" altLang="en-US" sz="2800" u="sng">
                <a:cs typeface="Courier New" panose="02070309020205020404" pitchFamily="49" charset="0"/>
              </a:rPr>
              <a:t>BST</a:t>
            </a:r>
            <a:r>
              <a:rPr lang="en-US" altLang="en-US" sz="2800">
                <a:cs typeface="Courier New" panose="02070309020205020404" pitchFamily="49" charset="0"/>
              </a:rPr>
              <a:t>. Add strings into the binary tree and traverse the tree in inorder, postorder, and preorder.</a:t>
            </a:r>
          </a:p>
        </p:txBody>
      </p:sp>
      <p:sp>
        <p:nvSpPr>
          <p:cNvPr id="38928" name="Rectangle 16">
            <a:extLst>
              <a:ext uri="{FF2B5EF4-FFF2-40B4-BE49-F238E27FC236}">
                <a16:creationId xmlns:a16="http://schemas.microsoft.com/office/drawing/2014/main" id="{8AB7D381-86A0-BBE0-3C1C-C8C8E706784B}"/>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9" name="Rectangle 17">
            <a:extLst>
              <a:ext uri="{FF2B5EF4-FFF2-40B4-BE49-F238E27FC236}">
                <a16:creationId xmlns:a16="http://schemas.microsoft.com/office/drawing/2014/main" id="{90252C03-0B95-083C-71E2-B996066C58CB}"/>
              </a:ext>
            </a:extLst>
          </p:cNvPr>
          <p:cNvSpPr>
            <a:spLocks noChangeArrowheads="1"/>
          </p:cNvSpPr>
          <p:nvPr/>
        </p:nvSpPr>
        <p:spPr bwMode="auto">
          <a:xfrm>
            <a:off x="2314575" y="2686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3539" name="AutoShape 19">
            <a:hlinkClick r:id="" action="ppaction://noaction" highlightClick="1"/>
            <a:extLst>
              <a:ext uri="{FF2B5EF4-FFF2-40B4-BE49-F238E27FC236}">
                <a16:creationId xmlns:a16="http://schemas.microsoft.com/office/drawing/2014/main" id="{F0E7BACA-1692-CB19-522D-7538BBFC75B1}"/>
              </a:ext>
            </a:extLst>
          </p:cNvPr>
          <p:cNvSpPr>
            <a:spLocks noChangeArrowheads="1"/>
          </p:cNvSpPr>
          <p:nvPr/>
        </p:nvSpPr>
        <p:spPr bwMode="auto">
          <a:xfrm>
            <a:off x="3200400" y="5486400"/>
            <a:ext cx="2590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2" action="ppaction://program">
                  <a:extLst>
                    <a:ext uri="{A12FA001-AC4F-418D-AE19-62706E023703}">
                      <ahyp:hlinkClr xmlns:ahyp="http://schemas.microsoft.com/office/drawing/2018/hyperlinkcolor" val="tx"/>
                    </a:ext>
                  </a:extLst>
                </a:hlinkClick>
              </a:rPr>
              <a:t>TestBST</a:t>
            </a:r>
            <a:endParaRPr lang="en-US" dirty="0"/>
          </a:p>
        </p:txBody>
      </p:sp>
      <p:sp>
        <p:nvSpPr>
          <p:cNvPr id="38931" name="AutoShape 20">
            <a:hlinkClick r:id="rId3" action="ppaction://program" highlightClick="1"/>
            <a:extLst>
              <a:ext uri="{FF2B5EF4-FFF2-40B4-BE49-F238E27FC236}">
                <a16:creationId xmlns:a16="http://schemas.microsoft.com/office/drawing/2014/main" id="{4FAB33A8-7AB2-1D84-EB75-7E5062A4CA82}"/>
              </a:ext>
            </a:extLst>
          </p:cNvPr>
          <p:cNvSpPr>
            <a:spLocks noChangeArrowheads="1"/>
          </p:cNvSpPr>
          <p:nvPr/>
        </p:nvSpPr>
        <p:spPr bwMode="auto">
          <a:xfrm>
            <a:off x="6172200" y="5486400"/>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
        <p:nvSpPr>
          <p:cNvPr id="38932" name="AutoShape 21">
            <a:hlinkClick r:id="rId4" highlightClick="1"/>
            <a:extLst>
              <a:ext uri="{FF2B5EF4-FFF2-40B4-BE49-F238E27FC236}">
                <a16:creationId xmlns:a16="http://schemas.microsoft.com/office/drawing/2014/main" id="{83C39E54-2647-DD3D-55D3-A22B3501EA3B}"/>
              </a:ext>
            </a:extLst>
          </p:cNvPr>
          <p:cNvSpPr>
            <a:spLocks noChangeArrowheads="1"/>
          </p:cNvSpPr>
          <p:nvPr/>
        </p:nvSpPr>
        <p:spPr bwMode="auto">
          <a:xfrm>
            <a:off x="2411413" y="5445125"/>
            <a:ext cx="468312"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a:extLst>
              <a:ext uri="{FF2B5EF4-FFF2-40B4-BE49-F238E27FC236}">
                <a16:creationId xmlns:a16="http://schemas.microsoft.com/office/drawing/2014/main" id="{0906D1BB-35A8-E475-9860-BA01DA0A388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F272721-4F8A-4EC8-9E79-64F86B23491B}" type="slidenum">
              <a:rPr lang="en-US" altLang="en-US" sz="1400"/>
              <a:pPr>
                <a:spcBef>
                  <a:spcPct val="0"/>
                </a:spcBef>
                <a:buClrTx/>
                <a:buSzTx/>
                <a:buFontTx/>
                <a:buNone/>
              </a:pPr>
              <a:t>37</a:t>
            </a:fld>
            <a:endParaRPr lang="en-US" altLang="en-US" sz="1400"/>
          </a:p>
        </p:txBody>
      </p:sp>
      <p:sp>
        <p:nvSpPr>
          <p:cNvPr id="39939" name="Rectangle 2">
            <a:extLst>
              <a:ext uri="{FF2B5EF4-FFF2-40B4-BE49-F238E27FC236}">
                <a16:creationId xmlns:a16="http://schemas.microsoft.com/office/drawing/2014/main" id="{4F797CC8-C517-7D68-7596-2E34F51C3D6A}"/>
              </a:ext>
            </a:extLst>
          </p:cNvPr>
          <p:cNvSpPr>
            <a:spLocks noGrp="1" noChangeArrowheads="1"/>
          </p:cNvSpPr>
          <p:nvPr>
            <p:ph type="title"/>
          </p:nvPr>
        </p:nvSpPr>
        <p:spPr>
          <a:xfrm>
            <a:off x="0" y="152400"/>
            <a:ext cx="8839200" cy="533400"/>
          </a:xfrm>
          <a:noFill/>
        </p:spPr>
        <p:txBody>
          <a:bodyPr/>
          <a:lstStyle/>
          <a:p>
            <a:r>
              <a:rPr lang="en-US" altLang="en-US" sz="3600"/>
              <a:t>Tree After Insertions</a:t>
            </a:r>
          </a:p>
        </p:txBody>
      </p:sp>
      <p:sp>
        <p:nvSpPr>
          <p:cNvPr id="39940" name="Rectangle 3">
            <a:extLst>
              <a:ext uri="{FF2B5EF4-FFF2-40B4-BE49-F238E27FC236}">
                <a16:creationId xmlns:a16="http://schemas.microsoft.com/office/drawing/2014/main" id="{949A431C-C7F0-28A4-427C-2476EFB8E140}"/>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1" name="Rectangle 4">
            <a:extLst>
              <a:ext uri="{FF2B5EF4-FFF2-40B4-BE49-F238E27FC236}">
                <a16:creationId xmlns:a16="http://schemas.microsoft.com/office/drawing/2014/main" id="{098A8F36-2869-9730-956D-DEA8645A5721}"/>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2" name="Rectangle 5">
            <a:extLst>
              <a:ext uri="{FF2B5EF4-FFF2-40B4-BE49-F238E27FC236}">
                <a16:creationId xmlns:a16="http://schemas.microsoft.com/office/drawing/2014/main" id="{D00845C6-DF9E-61D3-42B1-7E7F4B912CF1}"/>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3" name="Rectangle 6">
            <a:extLst>
              <a:ext uri="{FF2B5EF4-FFF2-40B4-BE49-F238E27FC236}">
                <a16:creationId xmlns:a16="http://schemas.microsoft.com/office/drawing/2014/main" id="{2B24A4C6-BD0F-F07B-BD37-3028963E4D01}"/>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4" name="Rectangle 7">
            <a:extLst>
              <a:ext uri="{FF2B5EF4-FFF2-40B4-BE49-F238E27FC236}">
                <a16:creationId xmlns:a16="http://schemas.microsoft.com/office/drawing/2014/main" id="{BA738177-50E1-FB54-E49A-83B3992D7B6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5" name="Rectangle 8">
            <a:extLst>
              <a:ext uri="{FF2B5EF4-FFF2-40B4-BE49-F238E27FC236}">
                <a16:creationId xmlns:a16="http://schemas.microsoft.com/office/drawing/2014/main" id="{1B6342D0-92B2-2D19-DFE7-346AF81EB9F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6" name="Rectangle 9">
            <a:extLst>
              <a:ext uri="{FF2B5EF4-FFF2-40B4-BE49-F238E27FC236}">
                <a16:creationId xmlns:a16="http://schemas.microsoft.com/office/drawing/2014/main" id="{61B459F6-3C76-F4A7-36DB-ACC412E41CAB}"/>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7" name="Rectangle 10">
            <a:extLst>
              <a:ext uri="{FF2B5EF4-FFF2-40B4-BE49-F238E27FC236}">
                <a16:creationId xmlns:a16="http://schemas.microsoft.com/office/drawing/2014/main" id="{D5686B8B-CCE3-A0A6-5570-06173B6D5FBD}"/>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8" name="Rectangle 11">
            <a:extLst>
              <a:ext uri="{FF2B5EF4-FFF2-40B4-BE49-F238E27FC236}">
                <a16:creationId xmlns:a16="http://schemas.microsoft.com/office/drawing/2014/main" id="{A65F2BD6-25AF-1962-1B7A-839BF211959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9" name="Rectangle 12">
            <a:extLst>
              <a:ext uri="{FF2B5EF4-FFF2-40B4-BE49-F238E27FC236}">
                <a16:creationId xmlns:a16="http://schemas.microsoft.com/office/drawing/2014/main" id="{30F77BE2-70FD-9CBF-4092-361BA6D6842E}"/>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0" name="Rectangle 13">
            <a:extLst>
              <a:ext uri="{FF2B5EF4-FFF2-40B4-BE49-F238E27FC236}">
                <a16:creationId xmlns:a16="http://schemas.microsoft.com/office/drawing/2014/main" id="{10CC01B7-A7EA-85B1-BEDF-FD09D5D54A53}"/>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1" name="Rectangle 15">
            <a:extLst>
              <a:ext uri="{FF2B5EF4-FFF2-40B4-BE49-F238E27FC236}">
                <a16:creationId xmlns:a16="http://schemas.microsoft.com/office/drawing/2014/main" id="{10D582D7-34B0-16F7-58E6-D8242D71137F}"/>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2" name="Rectangle 20">
            <a:extLst>
              <a:ext uri="{FF2B5EF4-FFF2-40B4-BE49-F238E27FC236}">
                <a16:creationId xmlns:a16="http://schemas.microsoft.com/office/drawing/2014/main" id="{8A9DD6D5-3FDA-3572-FAE0-16F87B042AEC}"/>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9953" name="Object 19">
            <a:extLst>
              <a:ext uri="{FF2B5EF4-FFF2-40B4-BE49-F238E27FC236}">
                <a16:creationId xmlns:a16="http://schemas.microsoft.com/office/drawing/2014/main" id="{53BBE2F1-55D9-BF7B-03D5-F92A90AF994B}"/>
              </a:ext>
            </a:extLst>
          </p:cNvPr>
          <p:cNvGraphicFramePr>
            <a:graphicFrameLocks noChangeAspect="1"/>
          </p:cNvGraphicFramePr>
          <p:nvPr/>
        </p:nvGraphicFramePr>
        <p:xfrm>
          <a:off x="358775" y="1089025"/>
          <a:ext cx="4681538" cy="3730625"/>
        </p:xfrm>
        <a:graphic>
          <a:graphicData uri="http://schemas.openxmlformats.org/presentationml/2006/ole">
            <mc:AlternateContent xmlns:mc="http://schemas.openxmlformats.org/markup-compatibility/2006">
              <mc:Choice xmlns:v="urn:schemas-microsoft-com:vml" Requires="v">
                <p:oleObj name="Picture" r:id="rId2" imgW="2514600" imgH="2001012" progId="Word.Picture.8">
                  <p:embed/>
                </p:oleObj>
              </mc:Choice>
              <mc:Fallback>
                <p:oleObj name="Picture" r:id="rId2" imgW="2514600" imgH="2001012"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75" y="1089025"/>
                        <a:ext cx="4681538"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54" name="Text Box 21">
            <a:extLst>
              <a:ext uri="{FF2B5EF4-FFF2-40B4-BE49-F238E27FC236}">
                <a16:creationId xmlns:a16="http://schemas.microsoft.com/office/drawing/2014/main" id="{390B2488-E3AE-39B2-20E5-A90390B88436}"/>
              </a:ext>
            </a:extLst>
          </p:cNvPr>
          <p:cNvSpPr txBox="1">
            <a:spLocks noChangeArrowheads="1"/>
          </p:cNvSpPr>
          <p:nvPr/>
        </p:nvSpPr>
        <p:spPr bwMode="auto">
          <a:xfrm>
            <a:off x="5435600" y="1160463"/>
            <a:ext cx="3313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Inorder: Adam, Daniel George, Jones, Michael, Peter, Tom</a:t>
            </a:r>
          </a:p>
        </p:txBody>
      </p:sp>
      <p:sp>
        <p:nvSpPr>
          <p:cNvPr id="39955" name="Text Box 22">
            <a:extLst>
              <a:ext uri="{FF2B5EF4-FFF2-40B4-BE49-F238E27FC236}">
                <a16:creationId xmlns:a16="http://schemas.microsoft.com/office/drawing/2014/main" id="{C5E2A55B-E79F-50E4-D703-A82EE2BD4754}"/>
              </a:ext>
            </a:extLst>
          </p:cNvPr>
          <p:cNvSpPr txBox="1">
            <a:spLocks noChangeArrowheads="1"/>
          </p:cNvSpPr>
          <p:nvPr/>
        </p:nvSpPr>
        <p:spPr bwMode="auto">
          <a:xfrm>
            <a:off x="5472113" y="2636838"/>
            <a:ext cx="33131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Postorder: Daniel Adam, Jones, Peter, Tom, Michael, George</a:t>
            </a:r>
          </a:p>
        </p:txBody>
      </p:sp>
      <p:sp>
        <p:nvSpPr>
          <p:cNvPr id="39956" name="Text Box 23">
            <a:extLst>
              <a:ext uri="{FF2B5EF4-FFF2-40B4-BE49-F238E27FC236}">
                <a16:creationId xmlns:a16="http://schemas.microsoft.com/office/drawing/2014/main" id="{E4631355-9E93-2B29-ECFA-3FBEF8E149C6}"/>
              </a:ext>
            </a:extLst>
          </p:cNvPr>
          <p:cNvSpPr txBox="1">
            <a:spLocks noChangeArrowheads="1"/>
          </p:cNvSpPr>
          <p:nvPr/>
        </p:nvSpPr>
        <p:spPr bwMode="auto">
          <a:xfrm>
            <a:off x="5435600" y="4221163"/>
            <a:ext cx="331311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Preorder: George, Adam, Daniel, Michael, Jones, Tom, Peter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99661538-B934-3CB4-C3CD-783EE30D3EE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30C3461-4DF1-4621-9981-9255DC55C61D}" type="slidenum">
              <a:rPr lang="en-US" altLang="en-US" sz="1400"/>
              <a:pPr>
                <a:spcBef>
                  <a:spcPct val="0"/>
                </a:spcBef>
                <a:buClrTx/>
                <a:buSzTx/>
                <a:buFontTx/>
                <a:buNone/>
              </a:pPr>
              <a:t>38</a:t>
            </a:fld>
            <a:endParaRPr lang="en-US" altLang="en-US" sz="1400"/>
          </a:p>
        </p:txBody>
      </p:sp>
      <p:sp>
        <p:nvSpPr>
          <p:cNvPr id="40963" name="Rectangle 2">
            <a:extLst>
              <a:ext uri="{FF2B5EF4-FFF2-40B4-BE49-F238E27FC236}">
                <a16:creationId xmlns:a16="http://schemas.microsoft.com/office/drawing/2014/main" id="{F8320E63-F62D-C0E9-E0EF-30D00F438FF5}"/>
              </a:ext>
            </a:extLst>
          </p:cNvPr>
          <p:cNvSpPr>
            <a:spLocks noGrp="1" noChangeArrowheads="1"/>
          </p:cNvSpPr>
          <p:nvPr>
            <p:ph type="title"/>
          </p:nvPr>
        </p:nvSpPr>
        <p:spPr>
          <a:xfrm>
            <a:off x="0" y="152400"/>
            <a:ext cx="9144000" cy="792163"/>
          </a:xfrm>
          <a:noFill/>
        </p:spPr>
        <p:txBody>
          <a:bodyPr/>
          <a:lstStyle/>
          <a:p>
            <a:r>
              <a:rPr lang="en-US" altLang="en-US" sz="3600"/>
              <a:t>Deleting Elements in a Binary Search Tree</a:t>
            </a:r>
            <a:r>
              <a:rPr lang="en-US" altLang="en-US"/>
              <a:t> </a:t>
            </a:r>
          </a:p>
        </p:txBody>
      </p:sp>
      <p:sp>
        <p:nvSpPr>
          <p:cNvPr id="40964" name="Rectangle 3">
            <a:extLst>
              <a:ext uri="{FF2B5EF4-FFF2-40B4-BE49-F238E27FC236}">
                <a16:creationId xmlns:a16="http://schemas.microsoft.com/office/drawing/2014/main" id="{49233FE3-0F4C-6A66-D6DF-D5B1D1D218A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5" name="Rectangle 4">
            <a:extLst>
              <a:ext uri="{FF2B5EF4-FFF2-40B4-BE49-F238E27FC236}">
                <a16:creationId xmlns:a16="http://schemas.microsoft.com/office/drawing/2014/main" id="{E51927FD-730E-78E6-E23D-D1EA7169ED3D}"/>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6" name="Rectangle 5">
            <a:extLst>
              <a:ext uri="{FF2B5EF4-FFF2-40B4-BE49-F238E27FC236}">
                <a16:creationId xmlns:a16="http://schemas.microsoft.com/office/drawing/2014/main" id="{3FFD2655-297D-AD0B-34FA-503A8D365A6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7" name="Rectangle 6">
            <a:extLst>
              <a:ext uri="{FF2B5EF4-FFF2-40B4-BE49-F238E27FC236}">
                <a16:creationId xmlns:a16="http://schemas.microsoft.com/office/drawing/2014/main" id="{61018080-4130-D08C-6DB0-1490138F04E4}"/>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8" name="Rectangle 7">
            <a:extLst>
              <a:ext uri="{FF2B5EF4-FFF2-40B4-BE49-F238E27FC236}">
                <a16:creationId xmlns:a16="http://schemas.microsoft.com/office/drawing/2014/main" id="{7CA4141B-FFAE-06EC-F72A-188FC9E278D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9" name="Rectangle 8">
            <a:extLst>
              <a:ext uri="{FF2B5EF4-FFF2-40B4-BE49-F238E27FC236}">
                <a16:creationId xmlns:a16="http://schemas.microsoft.com/office/drawing/2014/main" id="{6D1B0F73-CE4A-7A69-CAA2-BA8DA6E1E6F7}"/>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0" name="Rectangle 9">
            <a:extLst>
              <a:ext uri="{FF2B5EF4-FFF2-40B4-BE49-F238E27FC236}">
                <a16:creationId xmlns:a16="http://schemas.microsoft.com/office/drawing/2014/main" id="{47F6C55A-1C2C-6437-BDEF-A2EB6259FCDF}"/>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1" name="Rectangle 10">
            <a:extLst>
              <a:ext uri="{FF2B5EF4-FFF2-40B4-BE49-F238E27FC236}">
                <a16:creationId xmlns:a16="http://schemas.microsoft.com/office/drawing/2014/main" id="{DA465A89-3FC3-DFA9-B603-8BF535D29D5C}"/>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2" name="Rectangle 11">
            <a:extLst>
              <a:ext uri="{FF2B5EF4-FFF2-40B4-BE49-F238E27FC236}">
                <a16:creationId xmlns:a16="http://schemas.microsoft.com/office/drawing/2014/main" id="{C5622A6E-5D31-C39B-9D87-BFDD9819942A}"/>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3" name="Rectangle 12">
            <a:extLst>
              <a:ext uri="{FF2B5EF4-FFF2-40B4-BE49-F238E27FC236}">
                <a16:creationId xmlns:a16="http://schemas.microsoft.com/office/drawing/2014/main" id="{D653B6DC-9820-07CF-8D40-81B56AF15177}"/>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4" name="Rectangle 13">
            <a:extLst>
              <a:ext uri="{FF2B5EF4-FFF2-40B4-BE49-F238E27FC236}">
                <a16:creationId xmlns:a16="http://schemas.microsoft.com/office/drawing/2014/main" id="{D83BCF0C-45BF-A49F-4C29-24F18F9F15D9}"/>
              </a:ext>
            </a:extLst>
          </p:cNvPr>
          <p:cNvSpPr>
            <a:spLocks noGrp="1" noChangeArrowheads="1"/>
          </p:cNvSpPr>
          <p:nvPr>
            <p:ph type="body" idx="1"/>
          </p:nvPr>
        </p:nvSpPr>
        <p:spPr>
          <a:xfrm>
            <a:off x="215900" y="1160463"/>
            <a:ext cx="8640763" cy="5040312"/>
          </a:xfrm>
          <a:noFill/>
        </p:spPr>
        <p:txBody>
          <a:bodyPr/>
          <a:lstStyle/>
          <a:p>
            <a:pPr marL="0" indent="0">
              <a:buFont typeface="Monotype Sorts"/>
              <a:buNone/>
            </a:pPr>
            <a:r>
              <a:rPr lang="en-US" altLang="en-US" sz="3600"/>
              <a:t>To delete an element from a binary tree, you need to first locate the node that contains the element and also its parent node. Let </a:t>
            </a:r>
            <a:r>
              <a:rPr lang="en-US" altLang="en-US" sz="3600" u="sng"/>
              <a:t>current</a:t>
            </a:r>
            <a:r>
              <a:rPr lang="en-US" altLang="en-US" sz="3600"/>
              <a:t> point to the node that contains the element in the binary tree and </a:t>
            </a:r>
            <a:r>
              <a:rPr lang="en-US" altLang="en-US" sz="3600" u="sng"/>
              <a:t>parent</a:t>
            </a:r>
            <a:r>
              <a:rPr lang="en-US" altLang="en-US" sz="3600"/>
              <a:t> point to the parent of the </a:t>
            </a:r>
            <a:r>
              <a:rPr lang="en-US" altLang="en-US" sz="3600" u="sng"/>
              <a:t>current</a:t>
            </a:r>
            <a:r>
              <a:rPr lang="en-US" altLang="en-US" sz="3600"/>
              <a:t> node. The </a:t>
            </a:r>
            <a:r>
              <a:rPr lang="en-US" altLang="en-US" sz="3600" u="sng"/>
              <a:t>current</a:t>
            </a:r>
            <a:r>
              <a:rPr lang="en-US" altLang="en-US" sz="3600"/>
              <a:t> node may be a left child or a right child of the </a:t>
            </a:r>
            <a:r>
              <a:rPr lang="en-US" altLang="en-US" sz="3600" u="sng"/>
              <a:t>parent</a:t>
            </a:r>
            <a:r>
              <a:rPr lang="en-US" altLang="en-US" sz="3600"/>
              <a:t> node. There are two cases to consider:</a:t>
            </a:r>
          </a:p>
        </p:txBody>
      </p:sp>
      <p:sp>
        <p:nvSpPr>
          <p:cNvPr id="40975" name="Rectangle 14">
            <a:extLst>
              <a:ext uri="{FF2B5EF4-FFF2-40B4-BE49-F238E27FC236}">
                <a16:creationId xmlns:a16="http://schemas.microsoft.com/office/drawing/2014/main" id="{01DF0E69-F663-8D9E-09F6-04228816DFF7}"/>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76" name="Rectangle 15">
            <a:extLst>
              <a:ext uri="{FF2B5EF4-FFF2-40B4-BE49-F238E27FC236}">
                <a16:creationId xmlns:a16="http://schemas.microsoft.com/office/drawing/2014/main" id="{0A61F590-BBA2-8778-48F3-193847A3130E}"/>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a:extLst>
              <a:ext uri="{FF2B5EF4-FFF2-40B4-BE49-F238E27FC236}">
                <a16:creationId xmlns:a16="http://schemas.microsoft.com/office/drawing/2014/main" id="{FD3362A1-F661-993F-9D7E-D8F905D56CD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ECCA7C9-9DF8-45DF-88AF-A474509B8F4A}" type="slidenum">
              <a:rPr lang="en-US" altLang="en-US" sz="1400"/>
              <a:pPr>
                <a:spcBef>
                  <a:spcPct val="0"/>
                </a:spcBef>
                <a:buClrTx/>
                <a:buSzTx/>
                <a:buFontTx/>
                <a:buNone/>
              </a:pPr>
              <a:t>39</a:t>
            </a:fld>
            <a:endParaRPr lang="en-US" altLang="en-US" sz="1400"/>
          </a:p>
        </p:txBody>
      </p:sp>
      <p:sp>
        <p:nvSpPr>
          <p:cNvPr id="41987" name="Rectangle 2">
            <a:extLst>
              <a:ext uri="{FF2B5EF4-FFF2-40B4-BE49-F238E27FC236}">
                <a16:creationId xmlns:a16="http://schemas.microsoft.com/office/drawing/2014/main" id="{9038CCE7-D2DC-5DF9-E2A5-EFC50299617E}"/>
              </a:ext>
            </a:extLst>
          </p:cNvPr>
          <p:cNvSpPr>
            <a:spLocks noGrp="1" noChangeArrowheads="1"/>
          </p:cNvSpPr>
          <p:nvPr>
            <p:ph type="title"/>
          </p:nvPr>
        </p:nvSpPr>
        <p:spPr>
          <a:xfrm>
            <a:off x="0" y="152400"/>
            <a:ext cx="8839200" cy="533400"/>
          </a:xfrm>
          <a:noFill/>
        </p:spPr>
        <p:txBody>
          <a:bodyPr/>
          <a:lstStyle/>
          <a:p>
            <a:r>
              <a:rPr lang="en-US" altLang="en-US" sz="3600"/>
              <a:t>Deleting Elements in a Binary Search Tree</a:t>
            </a:r>
          </a:p>
        </p:txBody>
      </p:sp>
      <p:sp>
        <p:nvSpPr>
          <p:cNvPr id="41988" name="Rectangle 3">
            <a:extLst>
              <a:ext uri="{FF2B5EF4-FFF2-40B4-BE49-F238E27FC236}">
                <a16:creationId xmlns:a16="http://schemas.microsoft.com/office/drawing/2014/main" id="{5C720918-D0D4-52EB-3F08-BEEAF2B9ACF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89" name="Rectangle 4">
            <a:extLst>
              <a:ext uri="{FF2B5EF4-FFF2-40B4-BE49-F238E27FC236}">
                <a16:creationId xmlns:a16="http://schemas.microsoft.com/office/drawing/2014/main" id="{E770D356-77DA-3CB2-6F24-2C2DAE2C07AD}"/>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0" name="Rectangle 5">
            <a:extLst>
              <a:ext uri="{FF2B5EF4-FFF2-40B4-BE49-F238E27FC236}">
                <a16:creationId xmlns:a16="http://schemas.microsoft.com/office/drawing/2014/main" id="{6612F327-643D-F917-FCA5-20C6EE3359E0}"/>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1" name="Rectangle 6">
            <a:extLst>
              <a:ext uri="{FF2B5EF4-FFF2-40B4-BE49-F238E27FC236}">
                <a16:creationId xmlns:a16="http://schemas.microsoft.com/office/drawing/2014/main" id="{D68DE48A-A454-A193-368F-DD834BF82344}"/>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2" name="Rectangle 7">
            <a:extLst>
              <a:ext uri="{FF2B5EF4-FFF2-40B4-BE49-F238E27FC236}">
                <a16:creationId xmlns:a16="http://schemas.microsoft.com/office/drawing/2014/main" id="{40AED041-5835-4335-AE4C-DC793CE984C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3" name="Rectangle 8">
            <a:extLst>
              <a:ext uri="{FF2B5EF4-FFF2-40B4-BE49-F238E27FC236}">
                <a16:creationId xmlns:a16="http://schemas.microsoft.com/office/drawing/2014/main" id="{007AB2BB-AB87-D237-6A8A-660AA8472239}"/>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4" name="Rectangle 9">
            <a:extLst>
              <a:ext uri="{FF2B5EF4-FFF2-40B4-BE49-F238E27FC236}">
                <a16:creationId xmlns:a16="http://schemas.microsoft.com/office/drawing/2014/main" id="{42242EA1-045F-A94A-5271-A42E39CAE055}"/>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5" name="Rectangle 10">
            <a:extLst>
              <a:ext uri="{FF2B5EF4-FFF2-40B4-BE49-F238E27FC236}">
                <a16:creationId xmlns:a16="http://schemas.microsoft.com/office/drawing/2014/main" id="{2793850E-1DCE-589F-0CAF-B9C9617E06A3}"/>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6" name="Rectangle 11">
            <a:extLst>
              <a:ext uri="{FF2B5EF4-FFF2-40B4-BE49-F238E27FC236}">
                <a16:creationId xmlns:a16="http://schemas.microsoft.com/office/drawing/2014/main" id="{D42D896B-5D37-2116-FEFC-9C97044F565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7" name="Rectangle 12">
            <a:extLst>
              <a:ext uri="{FF2B5EF4-FFF2-40B4-BE49-F238E27FC236}">
                <a16:creationId xmlns:a16="http://schemas.microsoft.com/office/drawing/2014/main" id="{76957662-2F90-7CFB-C4D2-356C13B8FCA7}"/>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998" name="Rectangle 13">
            <a:extLst>
              <a:ext uri="{FF2B5EF4-FFF2-40B4-BE49-F238E27FC236}">
                <a16:creationId xmlns:a16="http://schemas.microsoft.com/office/drawing/2014/main" id="{0FD20DAF-5293-A61E-E169-B2C7034BF63F}"/>
              </a:ext>
            </a:extLst>
          </p:cNvPr>
          <p:cNvSpPr>
            <a:spLocks noGrp="1" noChangeArrowheads="1"/>
          </p:cNvSpPr>
          <p:nvPr>
            <p:ph type="body" idx="1"/>
          </p:nvPr>
        </p:nvSpPr>
        <p:spPr>
          <a:xfrm>
            <a:off x="179388" y="1089025"/>
            <a:ext cx="8785225" cy="1547813"/>
          </a:xfrm>
          <a:noFill/>
        </p:spPr>
        <p:txBody>
          <a:bodyPr/>
          <a:lstStyle/>
          <a:p>
            <a:pPr marL="0" indent="0">
              <a:buFont typeface="Monotype Sorts"/>
              <a:buNone/>
            </a:pPr>
            <a:r>
              <a:rPr lang="en-US" altLang="en-US" sz="2800"/>
              <a:t>Case 1: The current node does not have a left child, as shown in this figure (a). Simply connect the parent with the right child of the current node, as shown in this figure (b).</a:t>
            </a:r>
          </a:p>
        </p:txBody>
      </p:sp>
      <p:sp>
        <p:nvSpPr>
          <p:cNvPr id="41999" name="Rectangle 14">
            <a:extLst>
              <a:ext uri="{FF2B5EF4-FFF2-40B4-BE49-F238E27FC236}">
                <a16:creationId xmlns:a16="http://schemas.microsoft.com/office/drawing/2014/main" id="{EBD4202C-381D-4022-574D-D8A1C3705939}"/>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2000" name="Rectangle 15">
            <a:extLst>
              <a:ext uri="{FF2B5EF4-FFF2-40B4-BE49-F238E27FC236}">
                <a16:creationId xmlns:a16="http://schemas.microsoft.com/office/drawing/2014/main" id="{7F9189C2-8CB1-9638-EF1C-522C0614BEB4}"/>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2001" name="Rectangle 17">
            <a:extLst>
              <a:ext uri="{FF2B5EF4-FFF2-40B4-BE49-F238E27FC236}">
                <a16:creationId xmlns:a16="http://schemas.microsoft.com/office/drawing/2014/main" id="{B73F7A18-E48A-C848-4982-72175242049F}"/>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2002" name="Rectangle 20">
            <a:extLst>
              <a:ext uri="{FF2B5EF4-FFF2-40B4-BE49-F238E27FC236}">
                <a16:creationId xmlns:a16="http://schemas.microsoft.com/office/drawing/2014/main" id="{E752E717-D221-F825-2D08-F158BE55721C}"/>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2003" name="Object 19">
            <a:extLst>
              <a:ext uri="{FF2B5EF4-FFF2-40B4-BE49-F238E27FC236}">
                <a16:creationId xmlns:a16="http://schemas.microsoft.com/office/drawing/2014/main" id="{35D733EB-7C8A-1A95-AF0B-726DC5705F87}"/>
              </a:ext>
            </a:extLst>
          </p:cNvPr>
          <p:cNvGraphicFramePr>
            <a:graphicFrameLocks noChangeAspect="1"/>
          </p:cNvGraphicFramePr>
          <p:nvPr/>
        </p:nvGraphicFramePr>
        <p:xfrm>
          <a:off x="179388" y="3213100"/>
          <a:ext cx="8785225" cy="3051175"/>
        </p:xfrm>
        <a:graphic>
          <a:graphicData uri="http://schemas.openxmlformats.org/presentationml/2006/ole">
            <mc:AlternateContent xmlns:mc="http://schemas.openxmlformats.org/markup-compatibility/2006">
              <mc:Choice xmlns:v="urn:schemas-microsoft-com:vml" Requires="v">
                <p:oleObj name="Picture" r:id="rId2" imgW="5210556" imgH="1801368" progId="Word.Picture.8">
                  <p:embed/>
                </p:oleObj>
              </mc:Choice>
              <mc:Fallback>
                <p:oleObj name="Picture" r:id="rId2" imgW="5210556" imgH="1801368"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213100"/>
                        <a:ext cx="8785225" cy="305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a:extLst>
              <a:ext uri="{FF2B5EF4-FFF2-40B4-BE49-F238E27FC236}">
                <a16:creationId xmlns:a16="http://schemas.microsoft.com/office/drawing/2014/main" id="{77E65247-136F-DFEB-BA04-EB5C20C028B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E043F92-014D-4179-A4D2-9F727A86F2B6}" type="slidenum">
              <a:rPr lang="en-US" altLang="en-US" sz="1400"/>
              <a:pPr>
                <a:spcBef>
                  <a:spcPct val="0"/>
                </a:spcBef>
                <a:buClrTx/>
                <a:buSzTx/>
                <a:buFontTx/>
                <a:buNone/>
              </a:pPr>
              <a:t>40</a:t>
            </a:fld>
            <a:endParaRPr lang="en-US" altLang="en-US" sz="1400"/>
          </a:p>
        </p:txBody>
      </p:sp>
      <p:sp>
        <p:nvSpPr>
          <p:cNvPr id="43011" name="Rectangle 2">
            <a:extLst>
              <a:ext uri="{FF2B5EF4-FFF2-40B4-BE49-F238E27FC236}">
                <a16:creationId xmlns:a16="http://schemas.microsoft.com/office/drawing/2014/main" id="{4BAA3C2A-A705-F574-19A3-68E1EEB83C3E}"/>
              </a:ext>
            </a:extLst>
          </p:cNvPr>
          <p:cNvSpPr>
            <a:spLocks noGrp="1" noChangeArrowheads="1"/>
          </p:cNvSpPr>
          <p:nvPr>
            <p:ph type="title"/>
          </p:nvPr>
        </p:nvSpPr>
        <p:spPr>
          <a:xfrm>
            <a:off x="0" y="152400"/>
            <a:ext cx="9144000" cy="1260475"/>
          </a:xfrm>
          <a:noFill/>
        </p:spPr>
        <p:txBody>
          <a:bodyPr/>
          <a:lstStyle/>
          <a:p>
            <a:r>
              <a:rPr lang="en-US" altLang="en-US" sz="4000"/>
              <a:t>Deleting Elements in a Binary Search Tree</a:t>
            </a:r>
          </a:p>
        </p:txBody>
      </p:sp>
      <p:sp>
        <p:nvSpPr>
          <p:cNvPr id="43012" name="Rectangle 3">
            <a:extLst>
              <a:ext uri="{FF2B5EF4-FFF2-40B4-BE49-F238E27FC236}">
                <a16:creationId xmlns:a16="http://schemas.microsoft.com/office/drawing/2014/main" id="{8801118D-D8D7-C76C-6860-517D408C442C}"/>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3" name="Rectangle 4">
            <a:extLst>
              <a:ext uri="{FF2B5EF4-FFF2-40B4-BE49-F238E27FC236}">
                <a16:creationId xmlns:a16="http://schemas.microsoft.com/office/drawing/2014/main" id="{31336BE9-82E0-F645-1305-F0958E9F19A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4" name="Rectangle 5">
            <a:extLst>
              <a:ext uri="{FF2B5EF4-FFF2-40B4-BE49-F238E27FC236}">
                <a16:creationId xmlns:a16="http://schemas.microsoft.com/office/drawing/2014/main" id="{7C6142D6-D775-8879-CE44-9D5BA5D8382A}"/>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5" name="Rectangle 6">
            <a:extLst>
              <a:ext uri="{FF2B5EF4-FFF2-40B4-BE49-F238E27FC236}">
                <a16:creationId xmlns:a16="http://schemas.microsoft.com/office/drawing/2014/main" id="{EB87291C-F1FE-11FB-7D8C-9048F6E44657}"/>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6" name="Rectangle 7">
            <a:extLst>
              <a:ext uri="{FF2B5EF4-FFF2-40B4-BE49-F238E27FC236}">
                <a16:creationId xmlns:a16="http://schemas.microsoft.com/office/drawing/2014/main" id="{44050629-D92E-A2E8-364D-6BBE9B920BB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7" name="Rectangle 8">
            <a:extLst>
              <a:ext uri="{FF2B5EF4-FFF2-40B4-BE49-F238E27FC236}">
                <a16:creationId xmlns:a16="http://schemas.microsoft.com/office/drawing/2014/main" id="{110CEBA9-CE7F-3F74-6185-8E44D404F27B}"/>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8" name="Rectangle 9">
            <a:extLst>
              <a:ext uri="{FF2B5EF4-FFF2-40B4-BE49-F238E27FC236}">
                <a16:creationId xmlns:a16="http://schemas.microsoft.com/office/drawing/2014/main" id="{E94E44AC-A4A7-0CFF-7C4C-D9663B3ED9B8}"/>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19" name="Rectangle 10">
            <a:extLst>
              <a:ext uri="{FF2B5EF4-FFF2-40B4-BE49-F238E27FC236}">
                <a16:creationId xmlns:a16="http://schemas.microsoft.com/office/drawing/2014/main" id="{286D8EEF-3628-0F72-0D4A-207DFC863943}"/>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0" name="Rectangle 11">
            <a:extLst>
              <a:ext uri="{FF2B5EF4-FFF2-40B4-BE49-F238E27FC236}">
                <a16:creationId xmlns:a16="http://schemas.microsoft.com/office/drawing/2014/main" id="{366C85DD-F589-0B0C-D8F2-71BD91A392F0}"/>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1" name="Rectangle 12">
            <a:extLst>
              <a:ext uri="{FF2B5EF4-FFF2-40B4-BE49-F238E27FC236}">
                <a16:creationId xmlns:a16="http://schemas.microsoft.com/office/drawing/2014/main" id="{0BE7D6A9-16AB-CD25-ACD4-210BD0B8B81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2" name="Rectangle 13">
            <a:extLst>
              <a:ext uri="{FF2B5EF4-FFF2-40B4-BE49-F238E27FC236}">
                <a16:creationId xmlns:a16="http://schemas.microsoft.com/office/drawing/2014/main" id="{67D8B3E3-7DFB-FF05-8909-E1A8F0B7139C}"/>
              </a:ext>
            </a:extLst>
          </p:cNvPr>
          <p:cNvSpPr>
            <a:spLocks noGrp="1" noChangeArrowheads="1"/>
          </p:cNvSpPr>
          <p:nvPr>
            <p:ph type="body" idx="1"/>
          </p:nvPr>
        </p:nvSpPr>
        <p:spPr>
          <a:xfrm>
            <a:off x="179388" y="1484313"/>
            <a:ext cx="8785225" cy="1044575"/>
          </a:xfrm>
          <a:noFill/>
        </p:spPr>
        <p:txBody>
          <a:bodyPr/>
          <a:lstStyle/>
          <a:p>
            <a:pPr marL="0" indent="0">
              <a:buFont typeface="Monotype Sorts"/>
              <a:buNone/>
            </a:pPr>
            <a:r>
              <a:rPr lang="en-US" altLang="en-US" sz="2400"/>
              <a:t>For example, to delete node </a:t>
            </a:r>
            <a:r>
              <a:rPr lang="en-US" altLang="en-US" sz="2400" u="sng"/>
              <a:t>10</a:t>
            </a:r>
            <a:r>
              <a:rPr lang="en-US" altLang="en-US" sz="2400"/>
              <a:t> in Figure 25.9a. Connect the parent of node </a:t>
            </a:r>
            <a:r>
              <a:rPr lang="en-US" altLang="en-US" sz="2400" u="sng"/>
              <a:t>10</a:t>
            </a:r>
            <a:r>
              <a:rPr lang="en-US" altLang="en-US" sz="2400"/>
              <a:t> with the right child of node </a:t>
            </a:r>
            <a:r>
              <a:rPr lang="en-US" altLang="en-US" sz="2400" u="sng"/>
              <a:t>10</a:t>
            </a:r>
            <a:r>
              <a:rPr lang="en-US" altLang="en-US" sz="2400"/>
              <a:t>, as shown in Figure 25.9b.</a:t>
            </a:r>
          </a:p>
        </p:txBody>
      </p:sp>
      <p:sp>
        <p:nvSpPr>
          <p:cNvPr id="43023" name="Rectangle 14">
            <a:extLst>
              <a:ext uri="{FF2B5EF4-FFF2-40B4-BE49-F238E27FC236}">
                <a16:creationId xmlns:a16="http://schemas.microsoft.com/office/drawing/2014/main" id="{E0CD8721-9870-DA1E-A8EA-FF0F628DE55B}"/>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4" name="Rectangle 15">
            <a:extLst>
              <a:ext uri="{FF2B5EF4-FFF2-40B4-BE49-F238E27FC236}">
                <a16:creationId xmlns:a16="http://schemas.microsoft.com/office/drawing/2014/main" id="{ACFCB168-DA60-B365-D763-97DDF15B0758}"/>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5" name="Rectangle 16">
            <a:extLst>
              <a:ext uri="{FF2B5EF4-FFF2-40B4-BE49-F238E27FC236}">
                <a16:creationId xmlns:a16="http://schemas.microsoft.com/office/drawing/2014/main" id="{B953146D-7DEA-C21A-D5A5-27D9FBB7D4C1}"/>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6" name="Rectangle 17">
            <a:extLst>
              <a:ext uri="{FF2B5EF4-FFF2-40B4-BE49-F238E27FC236}">
                <a16:creationId xmlns:a16="http://schemas.microsoft.com/office/drawing/2014/main" id="{0D61DAAC-D396-5AF3-221F-6F3AEC43E8BB}"/>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3027" name="Rectangle 22">
            <a:extLst>
              <a:ext uri="{FF2B5EF4-FFF2-40B4-BE49-F238E27FC236}">
                <a16:creationId xmlns:a16="http://schemas.microsoft.com/office/drawing/2014/main" id="{0BCA61BF-E15E-7F46-AA02-1570EE9CD508}"/>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3028" name="Object 21">
            <a:extLst>
              <a:ext uri="{FF2B5EF4-FFF2-40B4-BE49-F238E27FC236}">
                <a16:creationId xmlns:a16="http://schemas.microsoft.com/office/drawing/2014/main" id="{9C490F03-F4BB-5BD5-D57E-0DBE7A69241D}"/>
              </a:ext>
            </a:extLst>
          </p:cNvPr>
          <p:cNvGraphicFramePr>
            <a:graphicFrameLocks noChangeAspect="1"/>
          </p:cNvGraphicFramePr>
          <p:nvPr/>
        </p:nvGraphicFramePr>
        <p:xfrm>
          <a:off x="250825" y="2816225"/>
          <a:ext cx="8497888" cy="3322638"/>
        </p:xfrm>
        <a:graphic>
          <a:graphicData uri="http://schemas.openxmlformats.org/presentationml/2006/ole">
            <mc:AlternateContent xmlns:mc="http://schemas.openxmlformats.org/markup-compatibility/2006">
              <mc:Choice xmlns:v="urn:schemas-microsoft-com:vml" Requires="v">
                <p:oleObj name="Picture" r:id="rId2" imgW="5172456" imgH="2017776" progId="Word.Picture.8">
                  <p:embed/>
                </p:oleObj>
              </mc:Choice>
              <mc:Fallback>
                <p:oleObj name="Picture" r:id="rId2" imgW="5172456" imgH="2017776" progId="Word.Picture.8">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816225"/>
                        <a:ext cx="8497888"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a:extLst>
              <a:ext uri="{FF2B5EF4-FFF2-40B4-BE49-F238E27FC236}">
                <a16:creationId xmlns:a16="http://schemas.microsoft.com/office/drawing/2014/main" id="{F001B73C-74AA-7066-5ECA-65749E98510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F8FC4A2-C28B-4DCB-BD27-33083DBAF668}" type="slidenum">
              <a:rPr lang="en-US" altLang="en-US" sz="1400"/>
              <a:pPr>
                <a:spcBef>
                  <a:spcPct val="0"/>
                </a:spcBef>
                <a:buClrTx/>
                <a:buSzTx/>
                <a:buFontTx/>
                <a:buNone/>
              </a:pPr>
              <a:t>41</a:t>
            </a:fld>
            <a:endParaRPr lang="en-US" altLang="en-US" sz="1400"/>
          </a:p>
        </p:txBody>
      </p:sp>
      <p:sp>
        <p:nvSpPr>
          <p:cNvPr id="44035" name="Rectangle 2">
            <a:extLst>
              <a:ext uri="{FF2B5EF4-FFF2-40B4-BE49-F238E27FC236}">
                <a16:creationId xmlns:a16="http://schemas.microsoft.com/office/drawing/2014/main" id="{6BA0A570-E34C-058C-CC6F-B3C42F5E8D6B}"/>
              </a:ext>
            </a:extLst>
          </p:cNvPr>
          <p:cNvSpPr>
            <a:spLocks noGrp="1" noChangeArrowheads="1"/>
          </p:cNvSpPr>
          <p:nvPr>
            <p:ph type="title"/>
          </p:nvPr>
        </p:nvSpPr>
        <p:spPr>
          <a:xfrm>
            <a:off x="0" y="152400"/>
            <a:ext cx="8839200" cy="533400"/>
          </a:xfrm>
          <a:noFill/>
        </p:spPr>
        <p:txBody>
          <a:bodyPr/>
          <a:lstStyle/>
          <a:p>
            <a:r>
              <a:rPr lang="en-US" altLang="en-US" sz="3600"/>
              <a:t>Deleting Elements in a Binary Search Tree</a:t>
            </a:r>
          </a:p>
        </p:txBody>
      </p:sp>
      <p:sp>
        <p:nvSpPr>
          <p:cNvPr id="44036" name="Rectangle 3">
            <a:extLst>
              <a:ext uri="{FF2B5EF4-FFF2-40B4-BE49-F238E27FC236}">
                <a16:creationId xmlns:a16="http://schemas.microsoft.com/office/drawing/2014/main" id="{C27F924C-4AEC-75DF-A6EB-8040B60577DB}"/>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37" name="Rectangle 4">
            <a:extLst>
              <a:ext uri="{FF2B5EF4-FFF2-40B4-BE49-F238E27FC236}">
                <a16:creationId xmlns:a16="http://schemas.microsoft.com/office/drawing/2014/main" id="{C0390598-0B53-4915-B6A5-C57F284F63E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38" name="Rectangle 5">
            <a:extLst>
              <a:ext uri="{FF2B5EF4-FFF2-40B4-BE49-F238E27FC236}">
                <a16:creationId xmlns:a16="http://schemas.microsoft.com/office/drawing/2014/main" id="{3AF347B7-32BB-F43E-9E00-98544CC2FFC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39" name="Rectangle 6">
            <a:extLst>
              <a:ext uri="{FF2B5EF4-FFF2-40B4-BE49-F238E27FC236}">
                <a16:creationId xmlns:a16="http://schemas.microsoft.com/office/drawing/2014/main" id="{B70E3E0E-8FE8-2DB3-8576-C7BDE0F51C1D}"/>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0" name="Rectangle 7">
            <a:extLst>
              <a:ext uri="{FF2B5EF4-FFF2-40B4-BE49-F238E27FC236}">
                <a16:creationId xmlns:a16="http://schemas.microsoft.com/office/drawing/2014/main" id="{D34704A5-5707-8528-C09E-3DB51BD6A651}"/>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1" name="Rectangle 8">
            <a:extLst>
              <a:ext uri="{FF2B5EF4-FFF2-40B4-BE49-F238E27FC236}">
                <a16:creationId xmlns:a16="http://schemas.microsoft.com/office/drawing/2014/main" id="{CDF9E04F-9F60-0046-AEDE-C72AF68F0A1E}"/>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2" name="Rectangle 9">
            <a:extLst>
              <a:ext uri="{FF2B5EF4-FFF2-40B4-BE49-F238E27FC236}">
                <a16:creationId xmlns:a16="http://schemas.microsoft.com/office/drawing/2014/main" id="{E1BF1382-9927-60F9-CFC3-667C47DE083B}"/>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3" name="Rectangle 10">
            <a:extLst>
              <a:ext uri="{FF2B5EF4-FFF2-40B4-BE49-F238E27FC236}">
                <a16:creationId xmlns:a16="http://schemas.microsoft.com/office/drawing/2014/main" id="{144DF983-2911-6A0A-D712-34BF87AF08E1}"/>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4" name="Rectangle 11">
            <a:extLst>
              <a:ext uri="{FF2B5EF4-FFF2-40B4-BE49-F238E27FC236}">
                <a16:creationId xmlns:a16="http://schemas.microsoft.com/office/drawing/2014/main" id="{D8415AAE-AF69-694D-9DBD-DC562F1A6E8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5" name="Rectangle 12">
            <a:extLst>
              <a:ext uri="{FF2B5EF4-FFF2-40B4-BE49-F238E27FC236}">
                <a16:creationId xmlns:a16="http://schemas.microsoft.com/office/drawing/2014/main" id="{C219FFF7-3DBD-A726-56B5-DC06FB52E12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6" name="Rectangle 13">
            <a:extLst>
              <a:ext uri="{FF2B5EF4-FFF2-40B4-BE49-F238E27FC236}">
                <a16:creationId xmlns:a16="http://schemas.microsoft.com/office/drawing/2014/main" id="{473846A5-BF93-F394-0636-D084816817D5}"/>
              </a:ext>
            </a:extLst>
          </p:cNvPr>
          <p:cNvSpPr>
            <a:spLocks noGrp="1" noChangeArrowheads="1"/>
          </p:cNvSpPr>
          <p:nvPr>
            <p:ph type="body" idx="1"/>
          </p:nvPr>
        </p:nvSpPr>
        <p:spPr>
          <a:xfrm>
            <a:off x="179388" y="873125"/>
            <a:ext cx="8748712" cy="5364163"/>
          </a:xfrm>
          <a:noFill/>
        </p:spPr>
        <p:txBody>
          <a:bodyPr/>
          <a:lstStyle/>
          <a:p>
            <a:pPr marL="0" indent="0">
              <a:buFont typeface="Monotype Sorts"/>
              <a:buNone/>
            </a:pPr>
            <a:r>
              <a:rPr lang="en-US" altLang="en-US"/>
              <a:t>Case 2: The current node has a left child. Let rightMost point to the node that contains the largest element in the left subtree of the current node and parentOfRightMost point to the parent node of the rightMost node, as shown in Figure 25.10a. Note that the rightMost node cannot have a right child, but may have a left child. Replace the element value in the current node with the one in the rightMost node, connect the parentOfRightMost node with the left child of the rightMost node, and delete the rightMost node, as shown in Figure 25.10b.</a:t>
            </a:r>
          </a:p>
        </p:txBody>
      </p:sp>
      <p:sp>
        <p:nvSpPr>
          <p:cNvPr id="44047" name="Rectangle 14">
            <a:extLst>
              <a:ext uri="{FF2B5EF4-FFF2-40B4-BE49-F238E27FC236}">
                <a16:creationId xmlns:a16="http://schemas.microsoft.com/office/drawing/2014/main" id="{33683329-505F-B836-94CA-29F014DC3BF5}"/>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048" name="Rectangle 15">
            <a:extLst>
              <a:ext uri="{FF2B5EF4-FFF2-40B4-BE49-F238E27FC236}">
                <a16:creationId xmlns:a16="http://schemas.microsoft.com/office/drawing/2014/main" id="{85C0130E-2344-43FE-3F8F-264A8F190831}"/>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a:extLst>
              <a:ext uri="{FF2B5EF4-FFF2-40B4-BE49-F238E27FC236}">
                <a16:creationId xmlns:a16="http://schemas.microsoft.com/office/drawing/2014/main" id="{E4B6B8E1-2DAD-680F-FED3-99BB82BD770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0996665-A044-4CF8-BFD0-50A957BF7705}" type="slidenum">
              <a:rPr lang="en-US" altLang="en-US" sz="1400"/>
              <a:pPr>
                <a:spcBef>
                  <a:spcPct val="0"/>
                </a:spcBef>
                <a:buClrTx/>
                <a:buSzTx/>
                <a:buFontTx/>
                <a:buNone/>
              </a:pPr>
              <a:t>42</a:t>
            </a:fld>
            <a:endParaRPr lang="en-US" altLang="en-US" sz="1400"/>
          </a:p>
        </p:txBody>
      </p:sp>
      <p:sp>
        <p:nvSpPr>
          <p:cNvPr id="45059" name="Rectangle 2">
            <a:extLst>
              <a:ext uri="{FF2B5EF4-FFF2-40B4-BE49-F238E27FC236}">
                <a16:creationId xmlns:a16="http://schemas.microsoft.com/office/drawing/2014/main" id="{04E9E500-878A-3899-DB83-CD8A21358545}"/>
              </a:ext>
            </a:extLst>
          </p:cNvPr>
          <p:cNvSpPr>
            <a:spLocks noGrp="1" noChangeArrowheads="1"/>
          </p:cNvSpPr>
          <p:nvPr>
            <p:ph type="title"/>
          </p:nvPr>
        </p:nvSpPr>
        <p:spPr>
          <a:xfrm>
            <a:off x="0" y="152400"/>
            <a:ext cx="8839200" cy="533400"/>
          </a:xfrm>
          <a:noFill/>
        </p:spPr>
        <p:txBody>
          <a:bodyPr/>
          <a:lstStyle/>
          <a:p>
            <a:r>
              <a:rPr lang="en-US" altLang="en-US" sz="3600"/>
              <a:t>Deleting Elements in a Binary Search Tree</a:t>
            </a:r>
          </a:p>
        </p:txBody>
      </p:sp>
      <p:sp>
        <p:nvSpPr>
          <p:cNvPr id="45060" name="Rectangle 3">
            <a:extLst>
              <a:ext uri="{FF2B5EF4-FFF2-40B4-BE49-F238E27FC236}">
                <a16:creationId xmlns:a16="http://schemas.microsoft.com/office/drawing/2014/main" id="{69C95501-275C-0436-7493-0B3A44274BD8}"/>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1" name="Rectangle 4">
            <a:extLst>
              <a:ext uri="{FF2B5EF4-FFF2-40B4-BE49-F238E27FC236}">
                <a16:creationId xmlns:a16="http://schemas.microsoft.com/office/drawing/2014/main" id="{A37D5F45-C29B-A640-F451-077457CCC170}"/>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2" name="Rectangle 5">
            <a:extLst>
              <a:ext uri="{FF2B5EF4-FFF2-40B4-BE49-F238E27FC236}">
                <a16:creationId xmlns:a16="http://schemas.microsoft.com/office/drawing/2014/main" id="{FBE7DBFB-C084-7A4D-2784-36B391963F68}"/>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3" name="Rectangle 6">
            <a:extLst>
              <a:ext uri="{FF2B5EF4-FFF2-40B4-BE49-F238E27FC236}">
                <a16:creationId xmlns:a16="http://schemas.microsoft.com/office/drawing/2014/main" id="{CF61C2F7-53DF-3A2A-73B1-7908BC0EE0A5}"/>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4" name="Rectangle 7">
            <a:extLst>
              <a:ext uri="{FF2B5EF4-FFF2-40B4-BE49-F238E27FC236}">
                <a16:creationId xmlns:a16="http://schemas.microsoft.com/office/drawing/2014/main" id="{AD6372CE-2E0A-165C-B747-3B0297F276C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5" name="Rectangle 8">
            <a:extLst>
              <a:ext uri="{FF2B5EF4-FFF2-40B4-BE49-F238E27FC236}">
                <a16:creationId xmlns:a16="http://schemas.microsoft.com/office/drawing/2014/main" id="{8B7A7D75-EDD8-5FAD-7401-7CD40CB048D8}"/>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6" name="Rectangle 9">
            <a:extLst>
              <a:ext uri="{FF2B5EF4-FFF2-40B4-BE49-F238E27FC236}">
                <a16:creationId xmlns:a16="http://schemas.microsoft.com/office/drawing/2014/main" id="{E28C2E26-40D8-C812-13A5-B251175E61D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7" name="Rectangle 10">
            <a:extLst>
              <a:ext uri="{FF2B5EF4-FFF2-40B4-BE49-F238E27FC236}">
                <a16:creationId xmlns:a16="http://schemas.microsoft.com/office/drawing/2014/main" id="{FDFFABA2-580D-3ADB-5FB7-A5716D2C4FF3}"/>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8" name="Rectangle 11">
            <a:extLst>
              <a:ext uri="{FF2B5EF4-FFF2-40B4-BE49-F238E27FC236}">
                <a16:creationId xmlns:a16="http://schemas.microsoft.com/office/drawing/2014/main" id="{952AE795-B1E2-B3A3-96A3-C221B046B98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69" name="Rectangle 12">
            <a:extLst>
              <a:ext uri="{FF2B5EF4-FFF2-40B4-BE49-F238E27FC236}">
                <a16:creationId xmlns:a16="http://schemas.microsoft.com/office/drawing/2014/main" id="{D952751A-D113-AF63-8CBD-12F58849AC17}"/>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70" name="Rectangle 13">
            <a:extLst>
              <a:ext uri="{FF2B5EF4-FFF2-40B4-BE49-F238E27FC236}">
                <a16:creationId xmlns:a16="http://schemas.microsoft.com/office/drawing/2014/main" id="{655FD30E-96CA-7456-E220-9FCB8E932883}"/>
              </a:ext>
            </a:extLst>
          </p:cNvPr>
          <p:cNvSpPr>
            <a:spLocks noGrp="1" noChangeArrowheads="1"/>
          </p:cNvSpPr>
          <p:nvPr>
            <p:ph type="body" idx="1"/>
          </p:nvPr>
        </p:nvSpPr>
        <p:spPr>
          <a:xfrm>
            <a:off x="179388" y="728663"/>
            <a:ext cx="8748712" cy="611187"/>
          </a:xfrm>
          <a:noFill/>
        </p:spPr>
        <p:txBody>
          <a:bodyPr/>
          <a:lstStyle/>
          <a:p>
            <a:pPr marL="0" indent="0">
              <a:buFont typeface="Monotype Sorts"/>
              <a:buNone/>
            </a:pPr>
            <a:r>
              <a:rPr lang="en-US" altLang="en-US"/>
              <a:t>Case 2 diagram</a:t>
            </a:r>
          </a:p>
        </p:txBody>
      </p:sp>
      <p:sp>
        <p:nvSpPr>
          <p:cNvPr id="45071" name="Rectangle 14">
            <a:extLst>
              <a:ext uri="{FF2B5EF4-FFF2-40B4-BE49-F238E27FC236}">
                <a16:creationId xmlns:a16="http://schemas.microsoft.com/office/drawing/2014/main" id="{6182D36D-0D7D-C685-5515-BE8AB83ABDA2}"/>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72" name="Rectangle 15">
            <a:extLst>
              <a:ext uri="{FF2B5EF4-FFF2-40B4-BE49-F238E27FC236}">
                <a16:creationId xmlns:a16="http://schemas.microsoft.com/office/drawing/2014/main" id="{0E84A707-424E-48A2-B6EF-A7E014B4C309}"/>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073" name="Rectangle 17">
            <a:extLst>
              <a:ext uri="{FF2B5EF4-FFF2-40B4-BE49-F238E27FC236}">
                <a16:creationId xmlns:a16="http://schemas.microsoft.com/office/drawing/2014/main" id="{959C2E43-8A21-59E9-DF63-245735CBC76B}"/>
              </a:ext>
            </a:extLst>
          </p:cNvPr>
          <p:cNvSpPr>
            <a:spLocks noChangeArrowheads="1"/>
          </p:cNvSpPr>
          <p:nvPr/>
        </p:nvSpPr>
        <p:spPr bwMode="auto">
          <a:xfrm>
            <a:off x="0" y="153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5074" name="Object 16">
            <a:extLst>
              <a:ext uri="{FF2B5EF4-FFF2-40B4-BE49-F238E27FC236}">
                <a16:creationId xmlns:a16="http://schemas.microsoft.com/office/drawing/2014/main" id="{C913C94C-E199-9142-B8A6-4A00D5B2009D}"/>
              </a:ext>
            </a:extLst>
          </p:cNvPr>
          <p:cNvGraphicFramePr>
            <a:graphicFrameLocks noChangeAspect="1"/>
          </p:cNvGraphicFramePr>
          <p:nvPr/>
        </p:nvGraphicFramePr>
        <p:xfrm>
          <a:off x="503238" y="1268413"/>
          <a:ext cx="8245475" cy="5132387"/>
        </p:xfrm>
        <a:graphic>
          <a:graphicData uri="http://schemas.openxmlformats.org/presentationml/2006/ole">
            <mc:AlternateContent xmlns:mc="http://schemas.openxmlformats.org/markup-compatibility/2006">
              <mc:Choice xmlns:v="urn:schemas-microsoft-com:vml" Requires="v">
                <p:oleObj name="Picture" r:id="rId2" imgW="6163056" imgH="3831336" progId="Word.Picture.8">
                  <p:embed/>
                </p:oleObj>
              </mc:Choice>
              <mc:Fallback>
                <p:oleObj name="Picture" r:id="rId2" imgW="6163056" imgH="3831336" progId="Word.Picture.8">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268413"/>
                        <a:ext cx="8245475" cy="513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a:extLst>
              <a:ext uri="{FF2B5EF4-FFF2-40B4-BE49-F238E27FC236}">
                <a16:creationId xmlns:a16="http://schemas.microsoft.com/office/drawing/2014/main" id="{ECA6A41E-2091-9E57-96FE-15062BF566E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771B407-FE37-42BC-B035-D141D49D0A6B}" type="slidenum">
              <a:rPr lang="en-US" altLang="en-US" sz="1400"/>
              <a:pPr>
                <a:spcBef>
                  <a:spcPct val="0"/>
                </a:spcBef>
                <a:buClrTx/>
                <a:buSzTx/>
                <a:buFontTx/>
                <a:buNone/>
              </a:pPr>
              <a:t>43</a:t>
            </a:fld>
            <a:endParaRPr lang="en-US" altLang="en-US" sz="1400"/>
          </a:p>
        </p:txBody>
      </p:sp>
      <p:sp>
        <p:nvSpPr>
          <p:cNvPr id="46083" name="Rectangle 2">
            <a:extLst>
              <a:ext uri="{FF2B5EF4-FFF2-40B4-BE49-F238E27FC236}">
                <a16:creationId xmlns:a16="http://schemas.microsoft.com/office/drawing/2014/main" id="{ED5AD24A-F91A-62BA-D48A-82A9260A7709}"/>
              </a:ext>
            </a:extLst>
          </p:cNvPr>
          <p:cNvSpPr>
            <a:spLocks noGrp="1" noChangeArrowheads="1"/>
          </p:cNvSpPr>
          <p:nvPr>
            <p:ph type="title"/>
          </p:nvPr>
        </p:nvSpPr>
        <p:spPr>
          <a:xfrm>
            <a:off x="0" y="152400"/>
            <a:ext cx="8839200" cy="533400"/>
          </a:xfrm>
          <a:noFill/>
        </p:spPr>
        <p:txBody>
          <a:bodyPr/>
          <a:lstStyle/>
          <a:p>
            <a:r>
              <a:rPr lang="en-US" altLang="en-US" sz="3600"/>
              <a:t>Deleting Elements in a Binary Search Tree</a:t>
            </a:r>
          </a:p>
        </p:txBody>
      </p:sp>
      <p:sp>
        <p:nvSpPr>
          <p:cNvPr id="46084" name="Rectangle 3">
            <a:extLst>
              <a:ext uri="{FF2B5EF4-FFF2-40B4-BE49-F238E27FC236}">
                <a16:creationId xmlns:a16="http://schemas.microsoft.com/office/drawing/2014/main" id="{C081EEC3-51CD-3BD4-26BB-708801BFD77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5" name="Rectangle 4">
            <a:extLst>
              <a:ext uri="{FF2B5EF4-FFF2-40B4-BE49-F238E27FC236}">
                <a16:creationId xmlns:a16="http://schemas.microsoft.com/office/drawing/2014/main" id="{B0FE44E0-9AFA-5F4C-63F5-56F92076F7A7}"/>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6" name="Rectangle 5">
            <a:extLst>
              <a:ext uri="{FF2B5EF4-FFF2-40B4-BE49-F238E27FC236}">
                <a16:creationId xmlns:a16="http://schemas.microsoft.com/office/drawing/2014/main" id="{C8C2D539-250A-ED92-4BFA-253AE1D2439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7" name="Rectangle 6">
            <a:extLst>
              <a:ext uri="{FF2B5EF4-FFF2-40B4-BE49-F238E27FC236}">
                <a16:creationId xmlns:a16="http://schemas.microsoft.com/office/drawing/2014/main" id="{6B124310-6668-DA08-5042-A76714123054}"/>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8" name="Rectangle 7">
            <a:extLst>
              <a:ext uri="{FF2B5EF4-FFF2-40B4-BE49-F238E27FC236}">
                <a16:creationId xmlns:a16="http://schemas.microsoft.com/office/drawing/2014/main" id="{F8795EA8-7AEB-F0C6-0821-F14D953AE28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89" name="Rectangle 8">
            <a:extLst>
              <a:ext uri="{FF2B5EF4-FFF2-40B4-BE49-F238E27FC236}">
                <a16:creationId xmlns:a16="http://schemas.microsoft.com/office/drawing/2014/main" id="{D286EE26-9757-5EE4-41EB-C9FEB199A644}"/>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0" name="Rectangle 9">
            <a:extLst>
              <a:ext uri="{FF2B5EF4-FFF2-40B4-BE49-F238E27FC236}">
                <a16:creationId xmlns:a16="http://schemas.microsoft.com/office/drawing/2014/main" id="{792F42DA-9C09-6BA5-1C61-048ED63A44E1}"/>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1" name="Rectangle 10">
            <a:extLst>
              <a:ext uri="{FF2B5EF4-FFF2-40B4-BE49-F238E27FC236}">
                <a16:creationId xmlns:a16="http://schemas.microsoft.com/office/drawing/2014/main" id="{B3104C1F-1994-7C48-C244-A5750659150D}"/>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2" name="Rectangle 11">
            <a:extLst>
              <a:ext uri="{FF2B5EF4-FFF2-40B4-BE49-F238E27FC236}">
                <a16:creationId xmlns:a16="http://schemas.microsoft.com/office/drawing/2014/main" id="{D9B68F46-62B0-CBBB-6000-30951D261AC4}"/>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3" name="Rectangle 12">
            <a:extLst>
              <a:ext uri="{FF2B5EF4-FFF2-40B4-BE49-F238E27FC236}">
                <a16:creationId xmlns:a16="http://schemas.microsoft.com/office/drawing/2014/main" id="{C3F4CA01-9462-68EE-78DE-14AE35CDB84E}"/>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4" name="Rectangle 13">
            <a:extLst>
              <a:ext uri="{FF2B5EF4-FFF2-40B4-BE49-F238E27FC236}">
                <a16:creationId xmlns:a16="http://schemas.microsoft.com/office/drawing/2014/main" id="{804FDDFB-2D1A-0AB7-5382-3C8522995A2D}"/>
              </a:ext>
            </a:extLst>
          </p:cNvPr>
          <p:cNvSpPr>
            <a:spLocks noGrp="1" noChangeArrowheads="1"/>
          </p:cNvSpPr>
          <p:nvPr>
            <p:ph type="body" idx="1"/>
          </p:nvPr>
        </p:nvSpPr>
        <p:spPr>
          <a:xfrm>
            <a:off x="179388" y="728663"/>
            <a:ext cx="8748712" cy="611187"/>
          </a:xfrm>
          <a:noFill/>
        </p:spPr>
        <p:txBody>
          <a:bodyPr/>
          <a:lstStyle/>
          <a:p>
            <a:pPr marL="0" indent="0">
              <a:buFont typeface="Monotype Sorts"/>
              <a:buNone/>
            </a:pPr>
            <a:r>
              <a:rPr lang="en-US" altLang="en-US"/>
              <a:t>Case 2 example, delete 20</a:t>
            </a:r>
          </a:p>
        </p:txBody>
      </p:sp>
      <p:sp>
        <p:nvSpPr>
          <p:cNvPr id="46095" name="Rectangle 14">
            <a:extLst>
              <a:ext uri="{FF2B5EF4-FFF2-40B4-BE49-F238E27FC236}">
                <a16:creationId xmlns:a16="http://schemas.microsoft.com/office/drawing/2014/main" id="{B94EE467-3C49-B078-400C-53426B55AB94}"/>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6" name="Rectangle 15">
            <a:extLst>
              <a:ext uri="{FF2B5EF4-FFF2-40B4-BE49-F238E27FC236}">
                <a16:creationId xmlns:a16="http://schemas.microsoft.com/office/drawing/2014/main" id="{53A86853-BB2C-4A23-0727-5A0F348EB9D5}"/>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7" name="Rectangle 16">
            <a:extLst>
              <a:ext uri="{FF2B5EF4-FFF2-40B4-BE49-F238E27FC236}">
                <a16:creationId xmlns:a16="http://schemas.microsoft.com/office/drawing/2014/main" id="{64438A23-2217-04D8-25B1-D35B4708CF21}"/>
              </a:ext>
            </a:extLst>
          </p:cNvPr>
          <p:cNvSpPr>
            <a:spLocks noChangeArrowheads="1"/>
          </p:cNvSpPr>
          <p:nvPr/>
        </p:nvSpPr>
        <p:spPr bwMode="auto">
          <a:xfrm>
            <a:off x="0" y="1531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6098" name="Rectangle 19">
            <a:extLst>
              <a:ext uri="{FF2B5EF4-FFF2-40B4-BE49-F238E27FC236}">
                <a16:creationId xmlns:a16="http://schemas.microsoft.com/office/drawing/2014/main" id="{463581CF-0907-1E4F-1388-5EB549518BD9}"/>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6099" name="Object 18">
            <a:extLst>
              <a:ext uri="{FF2B5EF4-FFF2-40B4-BE49-F238E27FC236}">
                <a16:creationId xmlns:a16="http://schemas.microsoft.com/office/drawing/2014/main" id="{E4F4C4F0-E5DD-A5C6-A624-8A280519ACE1}"/>
              </a:ext>
            </a:extLst>
          </p:cNvPr>
          <p:cNvGraphicFramePr>
            <a:graphicFrameLocks noChangeAspect="1"/>
          </p:cNvGraphicFramePr>
          <p:nvPr/>
        </p:nvGraphicFramePr>
        <p:xfrm>
          <a:off x="179388" y="1773238"/>
          <a:ext cx="8785225" cy="3433762"/>
        </p:xfrm>
        <a:graphic>
          <a:graphicData uri="http://schemas.openxmlformats.org/presentationml/2006/ole">
            <mc:AlternateContent xmlns:mc="http://schemas.openxmlformats.org/markup-compatibility/2006">
              <mc:Choice xmlns:v="urn:schemas-microsoft-com:vml" Requires="v">
                <p:oleObj name="Picture" r:id="rId2" imgW="5172456" imgH="2017776" progId="Word.Picture.8">
                  <p:embed/>
                </p:oleObj>
              </mc:Choice>
              <mc:Fallback>
                <p:oleObj name="Picture" r:id="rId2" imgW="5172456" imgH="2017776"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773238"/>
                        <a:ext cx="8785225"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a:extLst>
              <a:ext uri="{FF2B5EF4-FFF2-40B4-BE49-F238E27FC236}">
                <a16:creationId xmlns:a16="http://schemas.microsoft.com/office/drawing/2014/main" id="{6B622FCE-E4FE-48C7-6AFC-6F40038329E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E4B7882-104F-4AFC-A3A4-2FB155B1F62D}" type="slidenum">
              <a:rPr lang="en-US" altLang="en-US" sz="1400"/>
              <a:pPr>
                <a:spcBef>
                  <a:spcPct val="0"/>
                </a:spcBef>
                <a:buClrTx/>
                <a:buSzTx/>
                <a:buFontTx/>
                <a:buNone/>
              </a:pPr>
              <a:t>44</a:t>
            </a:fld>
            <a:endParaRPr lang="en-US" altLang="en-US" sz="1400"/>
          </a:p>
        </p:txBody>
      </p:sp>
      <p:sp>
        <p:nvSpPr>
          <p:cNvPr id="47107" name="Rectangle 2">
            <a:extLst>
              <a:ext uri="{FF2B5EF4-FFF2-40B4-BE49-F238E27FC236}">
                <a16:creationId xmlns:a16="http://schemas.microsoft.com/office/drawing/2014/main" id="{2F72C7FE-C713-98B8-CD5D-298D2797AFD9}"/>
              </a:ext>
            </a:extLst>
          </p:cNvPr>
          <p:cNvSpPr>
            <a:spLocks noGrp="1" noChangeArrowheads="1"/>
          </p:cNvSpPr>
          <p:nvPr>
            <p:ph type="title"/>
          </p:nvPr>
        </p:nvSpPr>
        <p:spPr>
          <a:xfrm>
            <a:off x="0" y="152400"/>
            <a:ext cx="9144000" cy="1260475"/>
          </a:xfrm>
          <a:noFill/>
        </p:spPr>
        <p:txBody>
          <a:bodyPr/>
          <a:lstStyle/>
          <a:p>
            <a:r>
              <a:rPr lang="en-US" altLang="en-US"/>
              <a:t>Examples</a:t>
            </a:r>
          </a:p>
        </p:txBody>
      </p:sp>
      <p:sp>
        <p:nvSpPr>
          <p:cNvPr id="47108" name="Rectangle 3">
            <a:extLst>
              <a:ext uri="{FF2B5EF4-FFF2-40B4-BE49-F238E27FC236}">
                <a16:creationId xmlns:a16="http://schemas.microsoft.com/office/drawing/2014/main" id="{93BAAA53-5BB6-352A-B5BA-5DAF5087ED5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09" name="Rectangle 4">
            <a:extLst>
              <a:ext uri="{FF2B5EF4-FFF2-40B4-BE49-F238E27FC236}">
                <a16:creationId xmlns:a16="http://schemas.microsoft.com/office/drawing/2014/main" id="{9468591C-7508-5FFE-9A5F-C20CA7770899}"/>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0" name="Rectangle 5">
            <a:extLst>
              <a:ext uri="{FF2B5EF4-FFF2-40B4-BE49-F238E27FC236}">
                <a16:creationId xmlns:a16="http://schemas.microsoft.com/office/drawing/2014/main" id="{01B544DA-1E7D-D9FE-99ED-DB66DC0DF6FB}"/>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1" name="Rectangle 6">
            <a:extLst>
              <a:ext uri="{FF2B5EF4-FFF2-40B4-BE49-F238E27FC236}">
                <a16:creationId xmlns:a16="http://schemas.microsoft.com/office/drawing/2014/main" id="{5BF66D03-A804-243C-2CBC-86DBD1DE626E}"/>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2" name="Rectangle 7">
            <a:extLst>
              <a:ext uri="{FF2B5EF4-FFF2-40B4-BE49-F238E27FC236}">
                <a16:creationId xmlns:a16="http://schemas.microsoft.com/office/drawing/2014/main" id="{35B06248-E69A-C52D-2091-2ED31BAA404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3" name="Rectangle 8">
            <a:extLst>
              <a:ext uri="{FF2B5EF4-FFF2-40B4-BE49-F238E27FC236}">
                <a16:creationId xmlns:a16="http://schemas.microsoft.com/office/drawing/2014/main" id="{6DDB8A0E-02F8-3B02-AA1D-39617805D8CA}"/>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4" name="Rectangle 9">
            <a:extLst>
              <a:ext uri="{FF2B5EF4-FFF2-40B4-BE49-F238E27FC236}">
                <a16:creationId xmlns:a16="http://schemas.microsoft.com/office/drawing/2014/main" id="{B02AE4B3-3AB1-109F-DD1A-9C08142B0A9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5" name="Rectangle 10">
            <a:extLst>
              <a:ext uri="{FF2B5EF4-FFF2-40B4-BE49-F238E27FC236}">
                <a16:creationId xmlns:a16="http://schemas.microsoft.com/office/drawing/2014/main" id="{5CF611BB-F01B-DE82-EB9C-D018065CF39D}"/>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6" name="Rectangle 11">
            <a:extLst>
              <a:ext uri="{FF2B5EF4-FFF2-40B4-BE49-F238E27FC236}">
                <a16:creationId xmlns:a16="http://schemas.microsoft.com/office/drawing/2014/main" id="{504D1D3E-C3E8-1AFA-0445-9AEAC581484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7" name="Rectangle 12">
            <a:extLst>
              <a:ext uri="{FF2B5EF4-FFF2-40B4-BE49-F238E27FC236}">
                <a16:creationId xmlns:a16="http://schemas.microsoft.com/office/drawing/2014/main" id="{F1EEEFC0-1E96-2C56-6A69-1CB75D99B4D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8" name="Rectangle 14">
            <a:extLst>
              <a:ext uri="{FF2B5EF4-FFF2-40B4-BE49-F238E27FC236}">
                <a16:creationId xmlns:a16="http://schemas.microsoft.com/office/drawing/2014/main" id="{EDB6BBB0-FA5D-0168-448B-230A6987824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19" name="Rectangle 15">
            <a:extLst>
              <a:ext uri="{FF2B5EF4-FFF2-40B4-BE49-F238E27FC236}">
                <a16:creationId xmlns:a16="http://schemas.microsoft.com/office/drawing/2014/main" id="{C691CC80-CDD2-CBF8-339D-DCE6E493D3A9}"/>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20" name="Rectangle 16">
            <a:extLst>
              <a:ext uri="{FF2B5EF4-FFF2-40B4-BE49-F238E27FC236}">
                <a16:creationId xmlns:a16="http://schemas.microsoft.com/office/drawing/2014/main" id="{874B1764-E0D1-0CDA-EF1D-96C7045840E3}"/>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21" name="Rectangle 17">
            <a:extLst>
              <a:ext uri="{FF2B5EF4-FFF2-40B4-BE49-F238E27FC236}">
                <a16:creationId xmlns:a16="http://schemas.microsoft.com/office/drawing/2014/main" id="{46E696F6-32A4-0EBA-A169-CBAAE3166B27}"/>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22" name="Rectangle 18">
            <a:extLst>
              <a:ext uri="{FF2B5EF4-FFF2-40B4-BE49-F238E27FC236}">
                <a16:creationId xmlns:a16="http://schemas.microsoft.com/office/drawing/2014/main" id="{3A665C9E-4A33-0F72-5B09-3763CAB2F10A}"/>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7123" name="Rectangle 22">
            <a:extLst>
              <a:ext uri="{FF2B5EF4-FFF2-40B4-BE49-F238E27FC236}">
                <a16:creationId xmlns:a16="http://schemas.microsoft.com/office/drawing/2014/main" id="{E0215B38-D4AA-210B-DBD1-E657D15E302C}"/>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7124" name="Object 21">
            <a:extLst>
              <a:ext uri="{FF2B5EF4-FFF2-40B4-BE49-F238E27FC236}">
                <a16:creationId xmlns:a16="http://schemas.microsoft.com/office/drawing/2014/main" id="{D86DBAFE-6938-3CC2-B717-D06F513C580D}"/>
              </a:ext>
            </a:extLst>
          </p:cNvPr>
          <p:cNvGraphicFramePr>
            <a:graphicFrameLocks noChangeAspect="1"/>
          </p:cNvGraphicFramePr>
          <p:nvPr/>
        </p:nvGraphicFramePr>
        <p:xfrm>
          <a:off x="142875" y="1304925"/>
          <a:ext cx="4319588" cy="3441700"/>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304925"/>
                        <a:ext cx="4319588"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5" name="Rectangle 24">
            <a:extLst>
              <a:ext uri="{FF2B5EF4-FFF2-40B4-BE49-F238E27FC236}">
                <a16:creationId xmlns:a16="http://schemas.microsoft.com/office/drawing/2014/main" id="{8E2E3F2F-17EB-0132-DBFB-C0429EFFCCEE}"/>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7126" name="Object 23">
            <a:extLst>
              <a:ext uri="{FF2B5EF4-FFF2-40B4-BE49-F238E27FC236}">
                <a16:creationId xmlns:a16="http://schemas.microsoft.com/office/drawing/2014/main" id="{3906809D-1523-F730-AD92-A7D7DA5829BE}"/>
              </a:ext>
            </a:extLst>
          </p:cNvPr>
          <p:cNvGraphicFramePr>
            <a:graphicFrameLocks noChangeAspect="1"/>
          </p:cNvGraphicFramePr>
          <p:nvPr/>
        </p:nvGraphicFramePr>
        <p:xfrm>
          <a:off x="4643438" y="1304925"/>
          <a:ext cx="4321175" cy="344328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304925"/>
                        <a:ext cx="4321175"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A5AC94C6-3E71-D381-42EB-4D6BD9934F8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3B555F-A13D-4D4A-B073-07E9C6624977}" type="slidenum">
              <a:rPr lang="en-US" altLang="en-US" sz="1400"/>
              <a:pPr>
                <a:spcBef>
                  <a:spcPct val="0"/>
                </a:spcBef>
                <a:buClrTx/>
                <a:buSzTx/>
                <a:buFontTx/>
                <a:buNone/>
              </a:pPr>
              <a:t>45</a:t>
            </a:fld>
            <a:endParaRPr lang="en-US" altLang="en-US" sz="1400"/>
          </a:p>
        </p:txBody>
      </p:sp>
      <p:sp>
        <p:nvSpPr>
          <p:cNvPr id="48131" name="Rectangle 2">
            <a:extLst>
              <a:ext uri="{FF2B5EF4-FFF2-40B4-BE49-F238E27FC236}">
                <a16:creationId xmlns:a16="http://schemas.microsoft.com/office/drawing/2014/main" id="{908B5944-AF83-3F98-FC08-C29DD350F2CE}"/>
              </a:ext>
            </a:extLst>
          </p:cNvPr>
          <p:cNvSpPr>
            <a:spLocks noGrp="1" noChangeArrowheads="1"/>
          </p:cNvSpPr>
          <p:nvPr>
            <p:ph type="title"/>
          </p:nvPr>
        </p:nvSpPr>
        <p:spPr>
          <a:xfrm>
            <a:off x="0" y="152400"/>
            <a:ext cx="9144000" cy="1260475"/>
          </a:xfrm>
          <a:noFill/>
        </p:spPr>
        <p:txBody>
          <a:bodyPr/>
          <a:lstStyle/>
          <a:p>
            <a:r>
              <a:rPr lang="en-US" altLang="en-US"/>
              <a:t>Examples</a:t>
            </a:r>
          </a:p>
        </p:txBody>
      </p:sp>
      <p:sp>
        <p:nvSpPr>
          <p:cNvPr id="48132" name="Rectangle 3">
            <a:extLst>
              <a:ext uri="{FF2B5EF4-FFF2-40B4-BE49-F238E27FC236}">
                <a16:creationId xmlns:a16="http://schemas.microsoft.com/office/drawing/2014/main" id="{9AB0DA76-E7CE-99E0-1204-126B9939638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3" name="Rectangle 4">
            <a:extLst>
              <a:ext uri="{FF2B5EF4-FFF2-40B4-BE49-F238E27FC236}">
                <a16:creationId xmlns:a16="http://schemas.microsoft.com/office/drawing/2014/main" id="{B61AD478-65A8-0CE5-A217-08F9FA7D72BA}"/>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4" name="Rectangle 5">
            <a:extLst>
              <a:ext uri="{FF2B5EF4-FFF2-40B4-BE49-F238E27FC236}">
                <a16:creationId xmlns:a16="http://schemas.microsoft.com/office/drawing/2014/main" id="{6DF8B403-638C-7DB9-FFFC-BFBE935D1381}"/>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5" name="Rectangle 6">
            <a:extLst>
              <a:ext uri="{FF2B5EF4-FFF2-40B4-BE49-F238E27FC236}">
                <a16:creationId xmlns:a16="http://schemas.microsoft.com/office/drawing/2014/main" id="{B62BBFA3-B3F8-C28D-574A-DCD00132B2ED}"/>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6" name="Rectangle 7">
            <a:extLst>
              <a:ext uri="{FF2B5EF4-FFF2-40B4-BE49-F238E27FC236}">
                <a16:creationId xmlns:a16="http://schemas.microsoft.com/office/drawing/2014/main" id="{FAC6A87A-3E3B-85D1-DC4A-B9040EFC212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7" name="Rectangle 8">
            <a:extLst>
              <a:ext uri="{FF2B5EF4-FFF2-40B4-BE49-F238E27FC236}">
                <a16:creationId xmlns:a16="http://schemas.microsoft.com/office/drawing/2014/main" id="{7FDE236C-D1FE-FDFE-01EC-358FEE717763}"/>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8" name="Rectangle 9">
            <a:extLst>
              <a:ext uri="{FF2B5EF4-FFF2-40B4-BE49-F238E27FC236}">
                <a16:creationId xmlns:a16="http://schemas.microsoft.com/office/drawing/2014/main" id="{4E3EBCBE-12D4-5F85-A247-18FBD919FA70}"/>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39" name="Rectangle 10">
            <a:extLst>
              <a:ext uri="{FF2B5EF4-FFF2-40B4-BE49-F238E27FC236}">
                <a16:creationId xmlns:a16="http://schemas.microsoft.com/office/drawing/2014/main" id="{64D3D428-F095-BC0C-B177-D6924FAB35E6}"/>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0" name="Rectangle 11">
            <a:extLst>
              <a:ext uri="{FF2B5EF4-FFF2-40B4-BE49-F238E27FC236}">
                <a16:creationId xmlns:a16="http://schemas.microsoft.com/office/drawing/2014/main" id="{5417FDFE-075D-D779-93DC-7F3A3DA181A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1" name="Rectangle 12">
            <a:extLst>
              <a:ext uri="{FF2B5EF4-FFF2-40B4-BE49-F238E27FC236}">
                <a16:creationId xmlns:a16="http://schemas.microsoft.com/office/drawing/2014/main" id="{4D020241-71FF-DD4F-EFFC-B1D9C182CF1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2" name="Rectangle 13">
            <a:extLst>
              <a:ext uri="{FF2B5EF4-FFF2-40B4-BE49-F238E27FC236}">
                <a16:creationId xmlns:a16="http://schemas.microsoft.com/office/drawing/2014/main" id="{E21B75FB-F14C-FE60-9903-8CED94B98DE4}"/>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3" name="Rectangle 14">
            <a:extLst>
              <a:ext uri="{FF2B5EF4-FFF2-40B4-BE49-F238E27FC236}">
                <a16:creationId xmlns:a16="http://schemas.microsoft.com/office/drawing/2014/main" id="{6E0DB6C3-FF84-8F37-0B85-DC4A791EE1D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4" name="Rectangle 15">
            <a:extLst>
              <a:ext uri="{FF2B5EF4-FFF2-40B4-BE49-F238E27FC236}">
                <a16:creationId xmlns:a16="http://schemas.microsoft.com/office/drawing/2014/main" id="{6F01CE66-F0B3-0AFF-8F72-106FF827DE46}"/>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5" name="Rectangle 16">
            <a:extLst>
              <a:ext uri="{FF2B5EF4-FFF2-40B4-BE49-F238E27FC236}">
                <a16:creationId xmlns:a16="http://schemas.microsoft.com/office/drawing/2014/main" id="{633E6866-EDD9-3E1E-897F-5E0EF09ED78F}"/>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6" name="Rectangle 17">
            <a:extLst>
              <a:ext uri="{FF2B5EF4-FFF2-40B4-BE49-F238E27FC236}">
                <a16:creationId xmlns:a16="http://schemas.microsoft.com/office/drawing/2014/main" id="{FDDE79EA-6EA7-4216-F54B-D28B409D1D6A}"/>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7" name="Rectangle 18">
            <a:extLst>
              <a:ext uri="{FF2B5EF4-FFF2-40B4-BE49-F238E27FC236}">
                <a16:creationId xmlns:a16="http://schemas.microsoft.com/office/drawing/2014/main" id="{892B11FF-12E0-733B-68B1-ABE1D668EEE6}"/>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8" name="Rectangle 20">
            <a:extLst>
              <a:ext uri="{FF2B5EF4-FFF2-40B4-BE49-F238E27FC236}">
                <a16:creationId xmlns:a16="http://schemas.microsoft.com/office/drawing/2014/main" id="{9B26DDEA-8652-ABAD-F792-97CD04BAE95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8149" name="Rectangle 23">
            <a:extLst>
              <a:ext uri="{FF2B5EF4-FFF2-40B4-BE49-F238E27FC236}">
                <a16:creationId xmlns:a16="http://schemas.microsoft.com/office/drawing/2014/main" id="{F379339E-B87C-C58E-E77C-5D7B966E4DA7}"/>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8150" name="Object 22">
            <a:extLst>
              <a:ext uri="{FF2B5EF4-FFF2-40B4-BE49-F238E27FC236}">
                <a16:creationId xmlns:a16="http://schemas.microsoft.com/office/drawing/2014/main" id="{B3917805-71B7-FC8A-D21E-2680A4C9F506}"/>
              </a:ext>
            </a:extLst>
          </p:cNvPr>
          <p:cNvGraphicFramePr>
            <a:graphicFrameLocks noChangeAspect="1"/>
          </p:cNvGraphicFramePr>
          <p:nvPr/>
        </p:nvGraphicFramePr>
        <p:xfrm>
          <a:off x="215900" y="1304925"/>
          <a:ext cx="4314825" cy="3436938"/>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1304925"/>
                        <a:ext cx="4314825"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51" name="Rectangle 25">
            <a:extLst>
              <a:ext uri="{FF2B5EF4-FFF2-40B4-BE49-F238E27FC236}">
                <a16:creationId xmlns:a16="http://schemas.microsoft.com/office/drawing/2014/main" id="{2D855021-B475-850F-4AD2-0E87A049F7C2}"/>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8152" name="Object 24">
            <a:extLst>
              <a:ext uri="{FF2B5EF4-FFF2-40B4-BE49-F238E27FC236}">
                <a16:creationId xmlns:a16="http://schemas.microsoft.com/office/drawing/2014/main" id="{6E5C1A04-5BF7-F7E1-809E-F47CA439FC08}"/>
              </a:ext>
            </a:extLst>
          </p:cNvPr>
          <p:cNvGraphicFramePr>
            <a:graphicFrameLocks noChangeAspect="1"/>
          </p:cNvGraphicFramePr>
          <p:nvPr/>
        </p:nvGraphicFramePr>
        <p:xfrm>
          <a:off x="4679950" y="1304925"/>
          <a:ext cx="4321175" cy="344328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9950" y="1304925"/>
                        <a:ext cx="4321175"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a:extLst>
              <a:ext uri="{FF2B5EF4-FFF2-40B4-BE49-F238E27FC236}">
                <a16:creationId xmlns:a16="http://schemas.microsoft.com/office/drawing/2014/main" id="{936733FB-128C-2097-4431-AAA2B8ECEAC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906E4E7-90A0-4495-BD42-BA914F25027A}" type="slidenum">
              <a:rPr lang="en-US" altLang="en-US" sz="1400"/>
              <a:pPr>
                <a:spcBef>
                  <a:spcPct val="0"/>
                </a:spcBef>
                <a:buClrTx/>
                <a:buSzTx/>
                <a:buFontTx/>
                <a:buNone/>
              </a:pPr>
              <a:t>46</a:t>
            </a:fld>
            <a:endParaRPr lang="en-US" altLang="en-US" sz="1400"/>
          </a:p>
        </p:txBody>
      </p:sp>
      <p:sp>
        <p:nvSpPr>
          <p:cNvPr id="49155" name="Rectangle 2">
            <a:extLst>
              <a:ext uri="{FF2B5EF4-FFF2-40B4-BE49-F238E27FC236}">
                <a16:creationId xmlns:a16="http://schemas.microsoft.com/office/drawing/2014/main" id="{1CB1731F-18F9-AC35-EF89-0C5A7F484C69}"/>
              </a:ext>
            </a:extLst>
          </p:cNvPr>
          <p:cNvSpPr>
            <a:spLocks noGrp="1" noChangeArrowheads="1"/>
          </p:cNvSpPr>
          <p:nvPr>
            <p:ph type="title"/>
          </p:nvPr>
        </p:nvSpPr>
        <p:spPr>
          <a:xfrm>
            <a:off x="0" y="152400"/>
            <a:ext cx="9144000" cy="1260475"/>
          </a:xfrm>
          <a:noFill/>
        </p:spPr>
        <p:txBody>
          <a:bodyPr/>
          <a:lstStyle/>
          <a:p>
            <a:r>
              <a:rPr lang="en-US" altLang="en-US"/>
              <a:t>Examples</a:t>
            </a:r>
          </a:p>
        </p:txBody>
      </p:sp>
      <p:sp>
        <p:nvSpPr>
          <p:cNvPr id="49156" name="Rectangle 3">
            <a:extLst>
              <a:ext uri="{FF2B5EF4-FFF2-40B4-BE49-F238E27FC236}">
                <a16:creationId xmlns:a16="http://schemas.microsoft.com/office/drawing/2014/main" id="{EC3915DB-AA7A-4F77-3663-9ACAF5457A6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57" name="Rectangle 4">
            <a:extLst>
              <a:ext uri="{FF2B5EF4-FFF2-40B4-BE49-F238E27FC236}">
                <a16:creationId xmlns:a16="http://schemas.microsoft.com/office/drawing/2014/main" id="{E663106D-69C9-8BBE-5CB1-B99975662D9B}"/>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58" name="Rectangle 5">
            <a:extLst>
              <a:ext uri="{FF2B5EF4-FFF2-40B4-BE49-F238E27FC236}">
                <a16:creationId xmlns:a16="http://schemas.microsoft.com/office/drawing/2014/main" id="{4293974A-AC14-F2D2-A747-D20D556AC92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59" name="Rectangle 6">
            <a:extLst>
              <a:ext uri="{FF2B5EF4-FFF2-40B4-BE49-F238E27FC236}">
                <a16:creationId xmlns:a16="http://schemas.microsoft.com/office/drawing/2014/main" id="{71412801-16DC-929F-4831-FA72E52ACAC9}"/>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0" name="Rectangle 7">
            <a:extLst>
              <a:ext uri="{FF2B5EF4-FFF2-40B4-BE49-F238E27FC236}">
                <a16:creationId xmlns:a16="http://schemas.microsoft.com/office/drawing/2014/main" id="{22568CFD-ACD5-7787-C87B-AA321BEACD60}"/>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1" name="Rectangle 8">
            <a:extLst>
              <a:ext uri="{FF2B5EF4-FFF2-40B4-BE49-F238E27FC236}">
                <a16:creationId xmlns:a16="http://schemas.microsoft.com/office/drawing/2014/main" id="{A413EFE0-F1A9-DEBD-430F-276EAB8C1358}"/>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2" name="Rectangle 9">
            <a:extLst>
              <a:ext uri="{FF2B5EF4-FFF2-40B4-BE49-F238E27FC236}">
                <a16:creationId xmlns:a16="http://schemas.microsoft.com/office/drawing/2014/main" id="{DAA226FD-F8D4-0A2F-CD20-3E8F5F5C95EE}"/>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3" name="Rectangle 10">
            <a:extLst>
              <a:ext uri="{FF2B5EF4-FFF2-40B4-BE49-F238E27FC236}">
                <a16:creationId xmlns:a16="http://schemas.microsoft.com/office/drawing/2014/main" id="{221AEC7C-1D23-B961-4E6F-FB0AF94C5E7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4" name="Rectangle 11">
            <a:extLst>
              <a:ext uri="{FF2B5EF4-FFF2-40B4-BE49-F238E27FC236}">
                <a16:creationId xmlns:a16="http://schemas.microsoft.com/office/drawing/2014/main" id="{7444C634-18DB-E367-53B1-A6F19656E74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5" name="Rectangle 12">
            <a:extLst>
              <a:ext uri="{FF2B5EF4-FFF2-40B4-BE49-F238E27FC236}">
                <a16:creationId xmlns:a16="http://schemas.microsoft.com/office/drawing/2014/main" id="{6A315A09-67F0-303F-4D91-3213C68B8EC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6" name="Rectangle 13">
            <a:extLst>
              <a:ext uri="{FF2B5EF4-FFF2-40B4-BE49-F238E27FC236}">
                <a16:creationId xmlns:a16="http://schemas.microsoft.com/office/drawing/2014/main" id="{94DF70FF-0ED4-122C-3972-75A4C27BDDB8}"/>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7" name="Rectangle 14">
            <a:extLst>
              <a:ext uri="{FF2B5EF4-FFF2-40B4-BE49-F238E27FC236}">
                <a16:creationId xmlns:a16="http://schemas.microsoft.com/office/drawing/2014/main" id="{A9B126D2-C5EC-A5E7-6074-DFBB682249CB}"/>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8" name="Rectangle 15">
            <a:extLst>
              <a:ext uri="{FF2B5EF4-FFF2-40B4-BE49-F238E27FC236}">
                <a16:creationId xmlns:a16="http://schemas.microsoft.com/office/drawing/2014/main" id="{748DCC23-5BFE-48D3-7586-4E67C6BB32AE}"/>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69" name="Rectangle 16">
            <a:extLst>
              <a:ext uri="{FF2B5EF4-FFF2-40B4-BE49-F238E27FC236}">
                <a16:creationId xmlns:a16="http://schemas.microsoft.com/office/drawing/2014/main" id="{7C365A56-5304-FE89-CE1F-52C4CC705D1B}"/>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0" name="Rectangle 17">
            <a:extLst>
              <a:ext uri="{FF2B5EF4-FFF2-40B4-BE49-F238E27FC236}">
                <a16:creationId xmlns:a16="http://schemas.microsoft.com/office/drawing/2014/main" id="{7334737C-0868-DB17-B81B-C95D84FF429E}"/>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1" name="Rectangle 18">
            <a:extLst>
              <a:ext uri="{FF2B5EF4-FFF2-40B4-BE49-F238E27FC236}">
                <a16:creationId xmlns:a16="http://schemas.microsoft.com/office/drawing/2014/main" id="{4310CCF4-FE68-201A-8B0C-17EC4553D42F}"/>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2" name="Rectangle 19">
            <a:extLst>
              <a:ext uri="{FF2B5EF4-FFF2-40B4-BE49-F238E27FC236}">
                <a16:creationId xmlns:a16="http://schemas.microsoft.com/office/drawing/2014/main" id="{CC8FCC91-D38F-AE7E-E07B-3739BDD957F2}"/>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3" name="Rectangle 20">
            <a:extLst>
              <a:ext uri="{FF2B5EF4-FFF2-40B4-BE49-F238E27FC236}">
                <a16:creationId xmlns:a16="http://schemas.microsoft.com/office/drawing/2014/main" id="{37C878C6-2846-5253-DFD2-4C19339669E7}"/>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4" name="Rectangle 22">
            <a:extLst>
              <a:ext uri="{FF2B5EF4-FFF2-40B4-BE49-F238E27FC236}">
                <a16:creationId xmlns:a16="http://schemas.microsoft.com/office/drawing/2014/main" id="{8568C725-9797-D8BC-03D4-31408C900BD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9175" name="Rectangle 25">
            <a:extLst>
              <a:ext uri="{FF2B5EF4-FFF2-40B4-BE49-F238E27FC236}">
                <a16:creationId xmlns:a16="http://schemas.microsoft.com/office/drawing/2014/main" id="{EEB18565-86FC-8DE8-1CF3-DA6BAC3C342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9176" name="Object 24">
            <a:extLst>
              <a:ext uri="{FF2B5EF4-FFF2-40B4-BE49-F238E27FC236}">
                <a16:creationId xmlns:a16="http://schemas.microsoft.com/office/drawing/2014/main" id="{038CD3E0-B2D4-DBDC-436D-F28D8A1B78F8}"/>
              </a:ext>
            </a:extLst>
          </p:cNvPr>
          <p:cNvGraphicFramePr>
            <a:graphicFrameLocks noChangeAspect="1"/>
          </p:cNvGraphicFramePr>
          <p:nvPr/>
        </p:nvGraphicFramePr>
        <p:xfrm>
          <a:off x="107950" y="1304925"/>
          <a:ext cx="4392613" cy="3500438"/>
        </p:xfrm>
        <a:graphic>
          <a:graphicData uri="http://schemas.openxmlformats.org/presentationml/2006/ole">
            <mc:AlternateContent xmlns:mc="http://schemas.openxmlformats.org/markup-compatibility/2006">
              <mc:Choice xmlns:v="urn:schemas-microsoft-com:vml" Requires="v">
                <p:oleObj name="Picture" r:id="rId2" imgW="2517648" imgH="1997964" progId="Word.Picture.8">
                  <p:embed/>
                </p:oleObj>
              </mc:Choice>
              <mc:Fallback>
                <p:oleObj name="Picture" r:id="rId2" imgW="2517648" imgH="1997964" progId="Word.Picture.8">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304925"/>
                        <a:ext cx="4392613"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77" name="Rectangle 27">
            <a:extLst>
              <a:ext uri="{FF2B5EF4-FFF2-40B4-BE49-F238E27FC236}">
                <a16:creationId xmlns:a16="http://schemas.microsoft.com/office/drawing/2014/main" id="{310C1D3A-F142-0EBE-6575-2026800D258F}"/>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49178" name="Object 26">
            <a:extLst>
              <a:ext uri="{FF2B5EF4-FFF2-40B4-BE49-F238E27FC236}">
                <a16:creationId xmlns:a16="http://schemas.microsoft.com/office/drawing/2014/main" id="{91EB8BCB-DC07-BBBB-6034-3D5EA2C11741}"/>
              </a:ext>
            </a:extLst>
          </p:cNvPr>
          <p:cNvGraphicFramePr>
            <a:graphicFrameLocks noChangeAspect="1"/>
          </p:cNvGraphicFramePr>
          <p:nvPr/>
        </p:nvGraphicFramePr>
        <p:xfrm>
          <a:off x="4608513" y="1304925"/>
          <a:ext cx="4392612" cy="3500438"/>
        </p:xfrm>
        <a:graphic>
          <a:graphicData uri="http://schemas.openxmlformats.org/presentationml/2006/ole">
            <mc:AlternateContent xmlns:mc="http://schemas.openxmlformats.org/markup-compatibility/2006">
              <mc:Choice xmlns:v="urn:schemas-microsoft-com:vml" Requires="v">
                <p:oleObj name="Picture" r:id="rId4" imgW="2517648" imgH="1997964" progId="Word.Picture.8">
                  <p:embed/>
                </p:oleObj>
              </mc:Choice>
              <mc:Fallback>
                <p:oleObj name="Picture" r:id="rId4" imgW="2517648" imgH="1997964" progId="Word.Picture.8">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8513" y="1304925"/>
                        <a:ext cx="4392612"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48" name="AutoShape 28">
            <a:hlinkClick r:id="" action="ppaction://noaction" highlightClick="1"/>
            <a:extLst>
              <a:ext uri="{FF2B5EF4-FFF2-40B4-BE49-F238E27FC236}">
                <a16:creationId xmlns:a16="http://schemas.microsoft.com/office/drawing/2014/main" id="{D2E8FD3A-5E01-F272-45D0-AA3E83713AA6}"/>
              </a:ext>
            </a:extLst>
          </p:cNvPr>
          <p:cNvSpPr>
            <a:spLocks noChangeArrowheads="1"/>
          </p:cNvSpPr>
          <p:nvPr/>
        </p:nvSpPr>
        <p:spPr bwMode="auto">
          <a:xfrm>
            <a:off x="2519363" y="5445125"/>
            <a:ext cx="3271837"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TestBSTDelete</a:t>
            </a:r>
            <a:endParaRPr lang="en-US" dirty="0"/>
          </a:p>
        </p:txBody>
      </p:sp>
      <p:sp>
        <p:nvSpPr>
          <p:cNvPr id="49180" name="AutoShape 29">
            <a:hlinkClick r:id="rId7" action="ppaction://program" highlightClick="1"/>
            <a:extLst>
              <a:ext uri="{FF2B5EF4-FFF2-40B4-BE49-F238E27FC236}">
                <a16:creationId xmlns:a16="http://schemas.microsoft.com/office/drawing/2014/main" id="{6F86855B-F464-1136-8204-F9976E51D8DD}"/>
              </a:ext>
            </a:extLst>
          </p:cNvPr>
          <p:cNvSpPr>
            <a:spLocks noChangeArrowheads="1"/>
          </p:cNvSpPr>
          <p:nvPr/>
        </p:nvSpPr>
        <p:spPr bwMode="auto">
          <a:xfrm>
            <a:off x="6172200" y="5486400"/>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
        <p:nvSpPr>
          <p:cNvPr id="49181" name="AutoShape 30">
            <a:hlinkClick r:id="rId8" highlightClick="1"/>
            <a:extLst>
              <a:ext uri="{FF2B5EF4-FFF2-40B4-BE49-F238E27FC236}">
                <a16:creationId xmlns:a16="http://schemas.microsoft.com/office/drawing/2014/main" id="{DB765E09-CE5A-AB46-5D8B-D0F28DD447AF}"/>
              </a:ext>
            </a:extLst>
          </p:cNvPr>
          <p:cNvSpPr>
            <a:spLocks noChangeArrowheads="1"/>
          </p:cNvSpPr>
          <p:nvPr/>
        </p:nvSpPr>
        <p:spPr bwMode="auto">
          <a:xfrm>
            <a:off x="1727200" y="54451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a:extLst>
              <a:ext uri="{FF2B5EF4-FFF2-40B4-BE49-F238E27FC236}">
                <a16:creationId xmlns:a16="http://schemas.microsoft.com/office/drawing/2014/main" id="{A2A8B71E-4BF3-AE04-FFC5-87C35821E7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BB58FE0-8F4A-4335-B140-1F1093EEC4D2}" type="slidenum">
              <a:rPr lang="en-US" altLang="en-US" sz="1400"/>
              <a:pPr>
                <a:spcBef>
                  <a:spcPct val="0"/>
                </a:spcBef>
                <a:buClrTx/>
                <a:buSzTx/>
                <a:buFontTx/>
                <a:buNone/>
              </a:pPr>
              <a:t>47</a:t>
            </a:fld>
            <a:endParaRPr lang="en-US" altLang="en-US" sz="1400"/>
          </a:p>
        </p:txBody>
      </p:sp>
      <p:sp>
        <p:nvSpPr>
          <p:cNvPr id="50179" name="Rectangle 2">
            <a:extLst>
              <a:ext uri="{FF2B5EF4-FFF2-40B4-BE49-F238E27FC236}">
                <a16:creationId xmlns:a16="http://schemas.microsoft.com/office/drawing/2014/main" id="{A8EA80D5-9201-99C9-19AE-938D1E326E48}"/>
              </a:ext>
            </a:extLst>
          </p:cNvPr>
          <p:cNvSpPr>
            <a:spLocks noGrp="1" noChangeArrowheads="1"/>
          </p:cNvSpPr>
          <p:nvPr>
            <p:ph type="title"/>
          </p:nvPr>
        </p:nvSpPr>
        <p:spPr>
          <a:xfrm>
            <a:off x="0" y="152400"/>
            <a:ext cx="8839200" cy="533400"/>
          </a:xfrm>
          <a:noFill/>
        </p:spPr>
        <p:txBody>
          <a:bodyPr/>
          <a:lstStyle/>
          <a:p>
            <a:r>
              <a:rPr lang="en-US" altLang="en-US"/>
              <a:t>binary tree time complexity </a:t>
            </a:r>
          </a:p>
        </p:txBody>
      </p:sp>
      <p:sp>
        <p:nvSpPr>
          <p:cNvPr id="50180" name="Rectangle 3">
            <a:extLst>
              <a:ext uri="{FF2B5EF4-FFF2-40B4-BE49-F238E27FC236}">
                <a16:creationId xmlns:a16="http://schemas.microsoft.com/office/drawing/2014/main" id="{D928DE04-900E-B66A-9952-B09E27DCADE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1" name="Rectangle 4">
            <a:extLst>
              <a:ext uri="{FF2B5EF4-FFF2-40B4-BE49-F238E27FC236}">
                <a16:creationId xmlns:a16="http://schemas.microsoft.com/office/drawing/2014/main" id="{B29678AB-496E-741A-0469-E5673167B32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2" name="Rectangle 5">
            <a:extLst>
              <a:ext uri="{FF2B5EF4-FFF2-40B4-BE49-F238E27FC236}">
                <a16:creationId xmlns:a16="http://schemas.microsoft.com/office/drawing/2014/main" id="{E96738B3-9AFF-DD12-39B3-0EC69D18734D}"/>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3" name="Rectangle 6">
            <a:extLst>
              <a:ext uri="{FF2B5EF4-FFF2-40B4-BE49-F238E27FC236}">
                <a16:creationId xmlns:a16="http://schemas.microsoft.com/office/drawing/2014/main" id="{34E7B5D1-D867-D93E-DDED-E995944CB365}"/>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4" name="Rectangle 7">
            <a:extLst>
              <a:ext uri="{FF2B5EF4-FFF2-40B4-BE49-F238E27FC236}">
                <a16:creationId xmlns:a16="http://schemas.microsoft.com/office/drawing/2014/main" id="{8634835C-242C-26BE-65D0-794A96F54606}"/>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5" name="Rectangle 8">
            <a:extLst>
              <a:ext uri="{FF2B5EF4-FFF2-40B4-BE49-F238E27FC236}">
                <a16:creationId xmlns:a16="http://schemas.microsoft.com/office/drawing/2014/main" id="{674EC9A4-1EA3-1A7E-E186-D198845DECE3}"/>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6" name="Rectangle 9">
            <a:extLst>
              <a:ext uri="{FF2B5EF4-FFF2-40B4-BE49-F238E27FC236}">
                <a16:creationId xmlns:a16="http://schemas.microsoft.com/office/drawing/2014/main" id="{B320FBDF-548D-818A-7827-5D8361511ABB}"/>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7" name="Rectangle 10">
            <a:extLst>
              <a:ext uri="{FF2B5EF4-FFF2-40B4-BE49-F238E27FC236}">
                <a16:creationId xmlns:a16="http://schemas.microsoft.com/office/drawing/2014/main" id="{8D434455-BC9A-DC8F-6042-BE5A58F7E823}"/>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8" name="Rectangle 11">
            <a:extLst>
              <a:ext uri="{FF2B5EF4-FFF2-40B4-BE49-F238E27FC236}">
                <a16:creationId xmlns:a16="http://schemas.microsoft.com/office/drawing/2014/main" id="{573A7767-514E-8DAF-5802-B0BC30DA0964}"/>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89" name="Rectangle 12">
            <a:extLst>
              <a:ext uri="{FF2B5EF4-FFF2-40B4-BE49-F238E27FC236}">
                <a16:creationId xmlns:a16="http://schemas.microsoft.com/office/drawing/2014/main" id="{C2123DB3-5BCF-788F-7ABC-37B2D62C7F6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0190" name="Rectangle 13">
            <a:extLst>
              <a:ext uri="{FF2B5EF4-FFF2-40B4-BE49-F238E27FC236}">
                <a16:creationId xmlns:a16="http://schemas.microsoft.com/office/drawing/2014/main" id="{77B1C352-DBD8-F1F4-D7D9-C80A3D0A905B}"/>
              </a:ext>
            </a:extLst>
          </p:cNvPr>
          <p:cNvSpPr>
            <a:spLocks noGrp="1" noChangeArrowheads="1"/>
          </p:cNvSpPr>
          <p:nvPr>
            <p:ph type="body" idx="1"/>
          </p:nvPr>
        </p:nvSpPr>
        <p:spPr>
          <a:xfrm>
            <a:off x="152400" y="990600"/>
            <a:ext cx="8991600" cy="3338513"/>
          </a:xfrm>
          <a:noFill/>
        </p:spPr>
        <p:txBody>
          <a:bodyPr/>
          <a:lstStyle/>
          <a:p>
            <a:pPr marL="0" indent="0">
              <a:lnSpc>
                <a:spcPct val="90000"/>
              </a:lnSpc>
              <a:buFont typeface="Monotype Sorts"/>
              <a:buNone/>
            </a:pPr>
            <a:r>
              <a:rPr lang="en-US" altLang="en-US" sz="3600"/>
              <a:t>It is obvious that the time complexity for the inorder, preorder, and postorder is O(n), since each node is traversed only once. The time complexity for search, insertion and deletion is the height of the tree. In the worst case, the height of the tree is O(n).</a:t>
            </a:r>
          </a:p>
        </p:txBody>
      </p:sp>
      <p:sp>
        <p:nvSpPr>
          <p:cNvPr id="50191" name="Rectangle 14">
            <a:extLst>
              <a:ext uri="{FF2B5EF4-FFF2-40B4-BE49-F238E27FC236}">
                <a16:creationId xmlns:a16="http://schemas.microsoft.com/office/drawing/2014/main" id="{947D46E0-7F92-A5E9-41B9-8E0FC8441006}"/>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a:extLst>
              <a:ext uri="{FF2B5EF4-FFF2-40B4-BE49-F238E27FC236}">
                <a16:creationId xmlns:a16="http://schemas.microsoft.com/office/drawing/2014/main" id="{928C6529-6CB3-71E1-3D40-DF50901B9D9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6255446-8358-4C4D-A770-208716A4A3A9}" type="slidenum">
              <a:rPr lang="en-US" altLang="en-US" sz="1400"/>
              <a:pPr>
                <a:spcBef>
                  <a:spcPct val="0"/>
                </a:spcBef>
                <a:buClrTx/>
                <a:buSzTx/>
                <a:buFontTx/>
                <a:buNone/>
              </a:pPr>
              <a:t>48</a:t>
            </a:fld>
            <a:endParaRPr lang="en-US" altLang="en-US" sz="1400"/>
          </a:p>
        </p:txBody>
      </p:sp>
      <p:sp>
        <p:nvSpPr>
          <p:cNvPr id="51203" name="Rectangle 2">
            <a:extLst>
              <a:ext uri="{FF2B5EF4-FFF2-40B4-BE49-F238E27FC236}">
                <a16:creationId xmlns:a16="http://schemas.microsoft.com/office/drawing/2014/main" id="{F94E41D0-91D8-A2D4-3634-306E1C29B5BB}"/>
              </a:ext>
            </a:extLst>
          </p:cNvPr>
          <p:cNvSpPr>
            <a:spLocks noGrp="1" noChangeArrowheads="1"/>
          </p:cNvSpPr>
          <p:nvPr>
            <p:ph type="title"/>
          </p:nvPr>
        </p:nvSpPr>
        <p:spPr>
          <a:xfrm>
            <a:off x="0" y="152400"/>
            <a:ext cx="9144000" cy="1260475"/>
          </a:xfrm>
          <a:noFill/>
        </p:spPr>
        <p:txBody>
          <a:bodyPr/>
          <a:lstStyle/>
          <a:p>
            <a:r>
              <a:rPr lang="en-US" altLang="en-US"/>
              <a:t>Tree Visualization</a:t>
            </a:r>
          </a:p>
        </p:txBody>
      </p:sp>
      <p:sp>
        <p:nvSpPr>
          <p:cNvPr id="51204" name="Rectangle 3">
            <a:extLst>
              <a:ext uri="{FF2B5EF4-FFF2-40B4-BE49-F238E27FC236}">
                <a16:creationId xmlns:a16="http://schemas.microsoft.com/office/drawing/2014/main" id="{A80DAA43-A634-68C5-D653-222E69B17C93}"/>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5" name="Rectangle 4">
            <a:extLst>
              <a:ext uri="{FF2B5EF4-FFF2-40B4-BE49-F238E27FC236}">
                <a16:creationId xmlns:a16="http://schemas.microsoft.com/office/drawing/2014/main" id="{D0F629E3-45BB-59E2-3E8D-CCC68031404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6" name="Rectangle 5">
            <a:extLst>
              <a:ext uri="{FF2B5EF4-FFF2-40B4-BE49-F238E27FC236}">
                <a16:creationId xmlns:a16="http://schemas.microsoft.com/office/drawing/2014/main" id="{ADE4E1AF-BD3F-EC59-2684-887A230C86F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7" name="Rectangle 6">
            <a:extLst>
              <a:ext uri="{FF2B5EF4-FFF2-40B4-BE49-F238E27FC236}">
                <a16:creationId xmlns:a16="http://schemas.microsoft.com/office/drawing/2014/main" id="{E34F5CC4-EDB2-36BC-C573-0F1357DBCC80}"/>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8" name="Rectangle 7">
            <a:extLst>
              <a:ext uri="{FF2B5EF4-FFF2-40B4-BE49-F238E27FC236}">
                <a16:creationId xmlns:a16="http://schemas.microsoft.com/office/drawing/2014/main" id="{099FA0C5-440C-AFC5-4EFA-7E0DEE006D5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9" name="Rectangle 8">
            <a:extLst>
              <a:ext uri="{FF2B5EF4-FFF2-40B4-BE49-F238E27FC236}">
                <a16:creationId xmlns:a16="http://schemas.microsoft.com/office/drawing/2014/main" id="{D9BC14EE-3276-85B7-4099-39A5FCF228EA}"/>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0" name="Rectangle 9">
            <a:extLst>
              <a:ext uri="{FF2B5EF4-FFF2-40B4-BE49-F238E27FC236}">
                <a16:creationId xmlns:a16="http://schemas.microsoft.com/office/drawing/2014/main" id="{A78599B7-3370-5192-E906-2639058DAEE2}"/>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1" name="Rectangle 10">
            <a:extLst>
              <a:ext uri="{FF2B5EF4-FFF2-40B4-BE49-F238E27FC236}">
                <a16:creationId xmlns:a16="http://schemas.microsoft.com/office/drawing/2014/main" id="{78B49DDE-B1C6-37A6-3D3D-5424B3A05F77}"/>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2" name="Rectangle 11">
            <a:extLst>
              <a:ext uri="{FF2B5EF4-FFF2-40B4-BE49-F238E27FC236}">
                <a16:creationId xmlns:a16="http://schemas.microsoft.com/office/drawing/2014/main" id="{8583302B-6975-1BC0-7F6A-89F8BFD6A307}"/>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3" name="Rectangle 12">
            <a:extLst>
              <a:ext uri="{FF2B5EF4-FFF2-40B4-BE49-F238E27FC236}">
                <a16:creationId xmlns:a16="http://schemas.microsoft.com/office/drawing/2014/main" id="{2D484BD5-6C2E-182E-8677-D575725AF5FC}"/>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4" name="Rectangle 13">
            <a:extLst>
              <a:ext uri="{FF2B5EF4-FFF2-40B4-BE49-F238E27FC236}">
                <a16:creationId xmlns:a16="http://schemas.microsoft.com/office/drawing/2014/main" id="{8ACED74C-6850-7680-CCB1-C85F487929A8}"/>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5" name="Rectangle 14">
            <a:extLst>
              <a:ext uri="{FF2B5EF4-FFF2-40B4-BE49-F238E27FC236}">
                <a16:creationId xmlns:a16="http://schemas.microsoft.com/office/drawing/2014/main" id="{C009262F-73BB-E87B-9AAC-27E3905F630D}"/>
              </a:ext>
            </a:extLst>
          </p:cNvPr>
          <p:cNvSpPr>
            <a:spLocks noChangeArrowheads="1"/>
          </p:cNvSpPr>
          <p:nvPr/>
        </p:nvSpPr>
        <p:spPr bwMode="auto">
          <a:xfrm>
            <a:off x="331470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6" name="Rectangle 15">
            <a:extLst>
              <a:ext uri="{FF2B5EF4-FFF2-40B4-BE49-F238E27FC236}">
                <a16:creationId xmlns:a16="http://schemas.microsoft.com/office/drawing/2014/main" id="{4FC44FE1-199F-5B64-184D-4A42FD3D75C0}"/>
              </a:ext>
            </a:extLst>
          </p:cNvPr>
          <p:cNvSpPr>
            <a:spLocks noChangeArrowheads="1"/>
          </p:cNvSpPr>
          <p:nvPr/>
        </p:nvSpPr>
        <p:spPr bwMode="auto">
          <a:xfrm>
            <a:off x="331470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7" name="Rectangle 16">
            <a:extLst>
              <a:ext uri="{FF2B5EF4-FFF2-40B4-BE49-F238E27FC236}">
                <a16:creationId xmlns:a16="http://schemas.microsoft.com/office/drawing/2014/main" id="{93E4AADD-5A82-57F9-2C9C-69C03C6640B8}"/>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8" name="Rectangle 17">
            <a:extLst>
              <a:ext uri="{FF2B5EF4-FFF2-40B4-BE49-F238E27FC236}">
                <a16:creationId xmlns:a16="http://schemas.microsoft.com/office/drawing/2014/main" id="{7D7CCE59-0242-096E-1F1D-78506EFBC9B3}"/>
              </a:ext>
            </a:extLst>
          </p:cNvPr>
          <p:cNvSpPr>
            <a:spLocks noChangeArrowheads="1"/>
          </p:cNvSpPr>
          <p:nvPr/>
        </p:nvSpPr>
        <p:spPr bwMode="auto">
          <a:xfrm>
            <a:off x="0" y="2419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19" name="Rectangle 18">
            <a:extLst>
              <a:ext uri="{FF2B5EF4-FFF2-40B4-BE49-F238E27FC236}">
                <a16:creationId xmlns:a16="http://schemas.microsoft.com/office/drawing/2014/main" id="{E2B33B74-DF7C-B128-54C8-7B6C908FDAA3}"/>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20" name="Rectangle 19">
            <a:extLst>
              <a:ext uri="{FF2B5EF4-FFF2-40B4-BE49-F238E27FC236}">
                <a16:creationId xmlns:a16="http://schemas.microsoft.com/office/drawing/2014/main" id="{89DC816C-8575-A8C0-2F9A-6700C4074CE4}"/>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21" name="Rectangle 20">
            <a:extLst>
              <a:ext uri="{FF2B5EF4-FFF2-40B4-BE49-F238E27FC236}">
                <a16:creationId xmlns:a16="http://schemas.microsoft.com/office/drawing/2014/main" id="{58C8BDB6-B645-5877-4C2D-F646F4257A82}"/>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22" name="Rectangle 21">
            <a:extLst>
              <a:ext uri="{FF2B5EF4-FFF2-40B4-BE49-F238E27FC236}">
                <a16:creationId xmlns:a16="http://schemas.microsoft.com/office/drawing/2014/main" id="{7FBF3F19-7E1C-BD98-B3F2-0BF0041E4822}"/>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23" name="Rectangle 22">
            <a:extLst>
              <a:ext uri="{FF2B5EF4-FFF2-40B4-BE49-F238E27FC236}">
                <a16:creationId xmlns:a16="http://schemas.microsoft.com/office/drawing/2014/main" id="{27DDFFAA-4666-DE55-569E-B3425D20749E}"/>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24" name="Rectangle 24">
            <a:extLst>
              <a:ext uri="{FF2B5EF4-FFF2-40B4-BE49-F238E27FC236}">
                <a16:creationId xmlns:a16="http://schemas.microsoft.com/office/drawing/2014/main" id="{65948CE2-D5E2-BCCB-54BF-580F3970592E}"/>
              </a:ext>
            </a:extLst>
          </p:cNvPr>
          <p:cNvSpPr>
            <a:spLocks noChangeArrowheads="1"/>
          </p:cNvSpPr>
          <p:nvPr/>
        </p:nvSpPr>
        <p:spPr bwMode="auto">
          <a:xfrm>
            <a:off x="0" y="2427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5466" name="AutoShape 26">
            <a:hlinkClick r:id="" action="ppaction://noaction" highlightClick="1"/>
            <a:extLst>
              <a:ext uri="{FF2B5EF4-FFF2-40B4-BE49-F238E27FC236}">
                <a16:creationId xmlns:a16="http://schemas.microsoft.com/office/drawing/2014/main" id="{026AE03D-E89D-D71B-96ED-B53AE62374EC}"/>
              </a:ext>
            </a:extLst>
          </p:cNvPr>
          <p:cNvSpPr>
            <a:spLocks noChangeArrowheads="1"/>
          </p:cNvSpPr>
          <p:nvPr/>
        </p:nvSpPr>
        <p:spPr bwMode="auto">
          <a:xfrm>
            <a:off x="1008063" y="5661025"/>
            <a:ext cx="3271837"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2" action="ppaction://program">
                  <a:extLst>
                    <a:ext uri="{A12FA001-AC4F-418D-AE19-62706E023703}">
                      <ahyp:hlinkClr xmlns:ahyp="http://schemas.microsoft.com/office/drawing/2018/hyperlinkcolor" val="tx"/>
                    </a:ext>
                  </a:extLst>
                </a:hlinkClick>
              </a:rPr>
              <a:t>BTView</a:t>
            </a:r>
            <a:endParaRPr lang="en-US" dirty="0"/>
          </a:p>
        </p:txBody>
      </p:sp>
      <p:sp>
        <p:nvSpPr>
          <p:cNvPr id="51226" name="AutoShape 27">
            <a:hlinkClick r:id="rId3" action="ppaction://program" highlightClick="1"/>
            <a:extLst>
              <a:ext uri="{FF2B5EF4-FFF2-40B4-BE49-F238E27FC236}">
                <a16:creationId xmlns:a16="http://schemas.microsoft.com/office/drawing/2014/main" id="{1BFC281F-AB25-C85D-F365-CBE7D4FFE8CA}"/>
              </a:ext>
            </a:extLst>
          </p:cNvPr>
          <p:cNvSpPr>
            <a:spLocks noChangeArrowheads="1"/>
          </p:cNvSpPr>
          <p:nvPr/>
        </p:nvSpPr>
        <p:spPr bwMode="auto">
          <a:xfrm>
            <a:off x="4932363" y="5661025"/>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pic>
        <p:nvPicPr>
          <p:cNvPr id="51227" name="Picture 28">
            <a:extLst>
              <a:ext uri="{FF2B5EF4-FFF2-40B4-BE49-F238E27FC236}">
                <a16:creationId xmlns:a16="http://schemas.microsoft.com/office/drawing/2014/main" id="{F78FAE94-D265-87A1-58BF-4DDD1E28AE93}"/>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484313"/>
            <a:ext cx="421322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8" name="Picture 29">
            <a:extLst>
              <a:ext uri="{FF2B5EF4-FFF2-40B4-BE49-F238E27FC236}">
                <a16:creationId xmlns:a16="http://schemas.microsoft.com/office/drawing/2014/main" id="{BD3D1788-C3FF-7B8E-CCF0-6975B235159C}"/>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484313"/>
            <a:ext cx="421322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5470" name="AutoShape 30">
            <a:hlinkClick r:id="" action="ppaction://noaction" highlightClick="1"/>
            <a:extLst>
              <a:ext uri="{FF2B5EF4-FFF2-40B4-BE49-F238E27FC236}">
                <a16:creationId xmlns:a16="http://schemas.microsoft.com/office/drawing/2014/main" id="{CCD761DE-68D0-CB82-362B-F0CC4425D4DD}"/>
              </a:ext>
            </a:extLst>
          </p:cNvPr>
          <p:cNvSpPr>
            <a:spLocks noChangeArrowheads="1"/>
          </p:cNvSpPr>
          <p:nvPr/>
        </p:nvSpPr>
        <p:spPr bwMode="auto">
          <a:xfrm>
            <a:off x="1008063" y="4760913"/>
            <a:ext cx="3271837" cy="574675"/>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BSTAnimation</a:t>
            </a:r>
            <a:endParaRPr lang="en-US" dirty="0"/>
          </a:p>
        </p:txBody>
      </p:sp>
      <p:sp>
        <p:nvSpPr>
          <p:cNvPr id="51230" name="AutoShape 31">
            <a:hlinkClick r:id="rId7" highlightClick="1"/>
            <a:extLst>
              <a:ext uri="{FF2B5EF4-FFF2-40B4-BE49-F238E27FC236}">
                <a16:creationId xmlns:a16="http://schemas.microsoft.com/office/drawing/2014/main" id="{AD67A652-6739-6B40-E41B-585591A9786B}"/>
              </a:ext>
            </a:extLst>
          </p:cNvPr>
          <p:cNvSpPr>
            <a:spLocks noChangeArrowheads="1"/>
          </p:cNvSpPr>
          <p:nvPr/>
        </p:nvSpPr>
        <p:spPr bwMode="auto">
          <a:xfrm>
            <a:off x="358775" y="476091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31" name="AutoShape 32">
            <a:hlinkClick r:id="rId8" highlightClick="1"/>
            <a:extLst>
              <a:ext uri="{FF2B5EF4-FFF2-40B4-BE49-F238E27FC236}">
                <a16:creationId xmlns:a16="http://schemas.microsoft.com/office/drawing/2014/main" id="{754D86FF-6FB1-05DD-1C7B-CF23C54C2E1B}"/>
              </a:ext>
            </a:extLst>
          </p:cNvPr>
          <p:cNvSpPr>
            <a:spLocks noChangeArrowheads="1"/>
          </p:cNvSpPr>
          <p:nvPr/>
        </p:nvSpPr>
        <p:spPr bwMode="auto">
          <a:xfrm>
            <a:off x="323850" y="562451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a:extLst>
              <a:ext uri="{FF2B5EF4-FFF2-40B4-BE49-F238E27FC236}">
                <a16:creationId xmlns:a16="http://schemas.microsoft.com/office/drawing/2014/main" id="{69845D6D-084C-3232-5A1B-7D5AA7E89F5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DE497A7-0E13-4E2E-8881-31AB7636E74D}" type="slidenum">
              <a:rPr lang="en-US" altLang="en-US" sz="1400"/>
              <a:pPr>
                <a:spcBef>
                  <a:spcPct val="0"/>
                </a:spcBef>
                <a:buClrTx/>
                <a:buSzTx/>
                <a:buFontTx/>
                <a:buNone/>
              </a:pPr>
              <a:t>49</a:t>
            </a:fld>
            <a:endParaRPr lang="en-US" altLang="en-US" sz="1400"/>
          </a:p>
        </p:txBody>
      </p:sp>
      <p:sp>
        <p:nvSpPr>
          <p:cNvPr id="52227" name="Rectangle 2">
            <a:extLst>
              <a:ext uri="{FF2B5EF4-FFF2-40B4-BE49-F238E27FC236}">
                <a16:creationId xmlns:a16="http://schemas.microsoft.com/office/drawing/2014/main" id="{5790C62B-1335-5CBD-3CB6-457F75ACE3E9}"/>
              </a:ext>
            </a:extLst>
          </p:cNvPr>
          <p:cNvSpPr>
            <a:spLocks noGrp="1" noChangeArrowheads="1"/>
          </p:cNvSpPr>
          <p:nvPr>
            <p:ph type="title"/>
          </p:nvPr>
        </p:nvSpPr>
        <p:spPr>
          <a:xfrm>
            <a:off x="0" y="152400"/>
            <a:ext cx="8839200" cy="533400"/>
          </a:xfrm>
          <a:noFill/>
        </p:spPr>
        <p:txBody>
          <a:bodyPr/>
          <a:lstStyle/>
          <a:p>
            <a:r>
              <a:rPr lang="en-US" altLang="en-US"/>
              <a:t>Iterators </a:t>
            </a:r>
          </a:p>
        </p:txBody>
      </p:sp>
      <p:sp>
        <p:nvSpPr>
          <p:cNvPr id="52228" name="Rectangle 3">
            <a:extLst>
              <a:ext uri="{FF2B5EF4-FFF2-40B4-BE49-F238E27FC236}">
                <a16:creationId xmlns:a16="http://schemas.microsoft.com/office/drawing/2014/main" id="{483CD794-B000-250F-DCEB-D8C8F2267BE8}"/>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29" name="Rectangle 4">
            <a:extLst>
              <a:ext uri="{FF2B5EF4-FFF2-40B4-BE49-F238E27FC236}">
                <a16:creationId xmlns:a16="http://schemas.microsoft.com/office/drawing/2014/main" id="{D62C38A1-E0B8-1E9F-683C-459ACE0CFCF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0" name="Rectangle 5">
            <a:extLst>
              <a:ext uri="{FF2B5EF4-FFF2-40B4-BE49-F238E27FC236}">
                <a16:creationId xmlns:a16="http://schemas.microsoft.com/office/drawing/2014/main" id="{3CD1B51A-A324-DD6F-837E-14DAECA8D98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1" name="Rectangle 6">
            <a:extLst>
              <a:ext uri="{FF2B5EF4-FFF2-40B4-BE49-F238E27FC236}">
                <a16:creationId xmlns:a16="http://schemas.microsoft.com/office/drawing/2014/main" id="{73288270-B103-C25D-1156-CEF9B15DEA52}"/>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2" name="Rectangle 7">
            <a:extLst>
              <a:ext uri="{FF2B5EF4-FFF2-40B4-BE49-F238E27FC236}">
                <a16:creationId xmlns:a16="http://schemas.microsoft.com/office/drawing/2014/main" id="{002B615B-1183-E0CD-47DE-9961B54828E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3" name="Rectangle 8">
            <a:extLst>
              <a:ext uri="{FF2B5EF4-FFF2-40B4-BE49-F238E27FC236}">
                <a16:creationId xmlns:a16="http://schemas.microsoft.com/office/drawing/2014/main" id="{B9D451E3-8AD0-F7F1-8029-E0D3106E8620}"/>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4" name="Rectangle 9">
            <a:extLst>
              <a:ext uri="{FF2B5EF4-FFF2-40B4-BE49-F238E27FC236}">
                <a16:creationId xmlns:a16="http://schemas.microsoft.com/office/drawing/2014/main" id="{229ADE60-6702-62FC-65BF-2150CDACAA0B}"/>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5" name="Rectangle 10">
            <a:extLst>
              <a:ext uri="{FF2B5EF4-FFF2-40B4-BE49-F238E27FC236}">
                <a16:creationId xmlns:a16="http://schemas.microsoft.com/office/drawing/2014/main" id="{A4427EC0-1D01-2400-F8E9-A93ECB07D14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6" name="Rectangle 11">
            <a:extLst>
              <a:ext uri="{FF2B5EF4-FFF2-40B4-BE49-F238E27FC236}">
                <a16:creationId xmlns:a16="http://schemas.microsoft.com/office/drawing/2014/main" id="{28F9E0C1-A2AE-DCE9-C9BA-BD730B90673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7" name="Rectangle 12">
            <a:extLst>
              <a:ext uri="{FF2B5EF4-FFF2-40B4-BE49-F238E27FC236}">
                <a16:creationId xmlns:a16="http://schemas.microsoft.com/office/drawing/2014/main" id="{B6B2F2A0-4E59-2F90-A0CB-44E10F8BF9F4}"/>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38" name="Rectangle 13">
            <a:extLst>
              <a:ext uri="{FF2B5EF4-FFF2-40B4-BE49-F238E27FC236}">
                <a16:creationId xmlns:a16="http://schemas.microsoft.com/office/drawing/2014/main" id="{94E233B7-3A08-2F3F-ADD8-22A993978031}"/>
              </a:ext>
            </a:extLst>
          </p:cNvPr>
          <p:cNvSpPr>
            <a:spLocks noGrp="1" noChangeArrowheads="1"/>
          </p:cNvSpPr>
          <p:nvPr>
            <p:ph type="body" idx="1"/>
          </p:nvPr>
        </p:nvSpPr>
        <p:spPr>
          <a:xfrm>
            <a:off x="160338" y="892175"/>
            <a:ext cx="8686800" cy="1754188"/>
          </a:xfrm>
          <a:noFill/>
        </p:spPr>
        <p:txBody>
          <a:bodyPr/>
          <a:lstStyle/>
          <a:p>
            <a:pPr marL="0" indent="0">
              <a:buFont typeface="Monotype Sorts"/>
              <a:buNone/>
            </a:pPr>
            <a:r>
              <a:rPr lang="en-US" altLang="en-US" sz="3600"/>
              <a:t>An </a:t>
            </a:r>
            <a:r>
              <a:rPr lang="en-US" altLang="en-US" sz="3600" i="1"/>
              <a:t>iterator</a:t>
            </a:r>
            <a:r>
              <a:rPr lang="en-US" altLang="en-US" sz="3600"/>
              <a:t> is an object that provides a uniform way for traversing the elements in a container such as a set, list, binary tree, etc. </a:t>
            </a:r>
          </a:p>
        </p:txBody>
      </p:sp>
      <p:sp>
        <p:nvSpPr>
          <p:cNvPr id="52239" name="Rectangle 14">
            <a:extLst>
              <a:ext uri="{FF2B5EF4-FFF2-40B4-BE49-F238E27FC236}">
                <a16:creationId xmlns:a16="http://schemas.microsoft.com/office/drawing/2014/main" id="{02DD62D7-9C03-63D7-57CD-1D3A353734C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2240" name="Rectangle 16">
            <a:extLst>
              <a:ext uri="{FF2B5EF4-FFF2-40B4-BE49-F238E27FC236}">
                <a16:creationId xmlns:a16="http://schemas.microsoft.com/office/drawing/2014/main" id="{B4E208BF-00C6-EA46-F97C-C3776D19670B}"/>
              </a:ext>
            </a:extLst>
          </p:cNvPr>
          <p:cNvSpPr>
            <a:spLocks noChangeArrowheads="1"/>
          </p:cNvSpPr>
          <p:nvPr/>
        </p:nvSpPr>
        <p:spPr bwMode="auto">
          <a:xfrm>
            <a:off x="0" y="2857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42385" name="AutoShape 17">
            <a:hlinkClick r:id="" action="ppaction://noaction" highlightClick="1"/>
            <a:extLst>
              <a:ext uri="{FF2B5EF4-FFF2-40B4-BE49-F238E27FC236}">
                <a16:creationId xmlns:a16="http://schemas.microsoft.com/office/drawing/2014/main" id="{167484EC-200C-15F8-073C-5F742B5D358E}"/>
              </a:ext>
            </a:extLst>
          </p:cNvPr>
          <p:cNvSpPr>
            <a:spLocks noChangeArrowheads="1"/>
          </p:cNvSpPr>
          <p:nvPr/>
        </p:nvSpPr>
        <p:spPr bwMode="auto">
          <a:xfrm>
            <a:off x="1584325" y="5734050"/>
            <a:ext cx="4283075" cy="604838"/>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2" action="ppaction://program">
                  <a:extLst>
                    <a:ext uri="{A12FA001-AC4F-418D-AE19-62706E023703}">
                      <ahyp:hlinkClr xmlns:ahyp="http://schemas.microsoft.com/office/drawing/2018/hyperlinkcolor" val="tx"/>
                    </a:ext>
                  </a:extLst>
                </a:hlinkClick>
              </a:rPr>
              <a:t>TestBSTWithIterator</a:t>
            </a:r>
            <a:endParaRPr lang="en-US" dirty="0"/>
          </a:p>
        </p:txBody>
      </p:sp>
      <p:sp>
        <p:nvSpPr>
          <p:cNvPr id="52242" name="AutoShape 18">
            <a:hlinkClick r:id="rId3" action="ppaction://program" highlightClick="1"/>
            <a:extLst>
              <a:ext uri="{FF2B5EF4-FFF2-40B4-BE49-F238E27FC236}">
                <a16:creationId xmlns:a16="http://schemas.microsoft.com/office/drawing/2014/main" id="{CE24C9E2-0022-1F7B-F08E-62950705B36F}"/>
              </a:ext>
            </a:extLst>
          </p:cNvPr>
          <p:cNvSpPr>
            <a:spLocks noChangeArrowheads="1"/>
          </p:cNvSpPr>
          <p:nvPr/>
        </p:nvSpPr>
        <p:spPr bwMode="auto">
          <a:xfrm>
            <a:off x="6248400" y="5805488"/>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
        <p:nvSpPr>
          <p:cNvPr id="52243" name="AutoShape 19">
            <a:hlinkClick r:id="rId4" highlightClick="1"/>
            <a:extLst>
              <a:ext uri="{FF2B5EF4-FFF2-40B4-BE49-F238E27FC236}">
                <a16:creationId xmlns:a16="http://schemas.microsoft.com/office/drawing/2014/main" id="{29A9FEA4-53C4-2255-56DD-F9C348C1330C}"/>
              </a:ext>
            </a:extLst>
          </p:cNvPr>
          <p:cNvSpPr>
            <a:spLocks noChangeArrowheads="1"/>
          </p:cNvSpPr>
          <p:nvPr/>
        </p:nvSpPr>
        <p:spPr bwMode="auto">
          <a:xfrm>
            <a:off x="900113" y="569753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2244" name="Picture 22">
            <a:extLst>
              <a:ext uri="{FF2B5EF4-FFF2-40B4-BE49-F238E27FC236}">
                <a16:creationId xmlns:a16="http://schemas.microsoft.com/office/drawing/2014/main" id="{E4A76A9D-4AAD-624C-B697-00CBDE22C92C}"/>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050" y="2857500"/>
            <a:ext cx="8696325" cy="2181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a:extLst>
              <a:ext uri="{FF2B5EF4-FFF2-40B4-BE49-F238E27FC236}">
                <a16:creationId xmlns:a16="http://schemas.microsoft.com/office/drawing/2014/main" id="{4EBC066C-47D5-28DB-D7C2-F95346751BD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26B9C5E-1967-408D-B0B9-CE70F5AB52BF}" type="slidenum">
              <a:rPr lang="en-US" altLang="en-US" sz="1400"/>
              <a:pPr>
                <a:spcBef>
                  <a:spcPct val="0"/>
                </a:spcBef>
                <a:buClrTx/>
                <a:buSzTx/>
                <a:buFontTx/>
                <a:buNone/>
              </a:pPr>
              <a:t>50</a:t>
            </a:fld>
            <a:endParaRPr lang="en-US" altLang="en-US" sz="1400"/>
          </a:p>
        </p:txBody>
      </p:sp>
      <p:sp>
        <p:nvSpPr>
          <p:cNvPr id="53251" name="Rectangle 2">
            <a:extLst>
              <a:ext uri="{FF2B5EF4-FFF2-40B4-BE49-F238E27FC236}">
                <a16:creationId xmlns:a16="http://schemas.microsoft.com/office/drawing/2014/main" id="{29C7B207-ADAB-63E1-3230-3248F43CF465}"/>
              </a:ext>
            </a:extLst>
          </p:cNvPr>
          <p:cNvSpPr>
            <a:spLocks noGrp="1" noChangeArrowheads="1"/>
          </p:cNvSpPr>
          <p:nvPr>
            <p:ph type="title"/>
          </p:nvPr>
        </p:nvSpPr>
        <p:spPr>
          <a:xfrm>
            <a:off x="0" y="152400"/>
            <a:ext cx="8839200" cy="533400"/>
          </a:xfrm>
          <a:noFill/>
        </p:spPr>
        <p:txBody>
          <a:bodyPr/>
          <a:lstStyle/>
          <a:p>
            <a:r>
              <a:rPr lang="en-US" altLang="en-US"/>
              <a:t>Data Compression: Huffman Coding </a:t>
            </a:r>
          </a:p>
        </p:txBody>
      </p:sp>
      <p:sp>
        <p:nvSpPr>
          <p:cNvPr id="53252" name="Rectangle 3">
            <a:extLst>
              <a:ext uri="{FF2B5EF4-FFF2-40B4-BE49-F238E27FC236}">
                <a16:creationId xmlns:a16="http://schemas.microsoft.com/office/drawing/2014/main" id="{5CE134F2-DDBD-D730-7178-9FEBED2C1D6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3" name="Rectangle 4">
            <a:extLst>
              <a:ext uri="{FF2B5EF4-FFF2-40B4-BE49-F238E27FC236}">
                <a16:creationId xmlns:a16="http://schemas.microsoft.com/office/drawing/2014/main" id="{498908F8-86BF-D9BE-766A-148C3291797D}"/>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4" name="Rectangle 5">
            <a:extLst>
              <a:ext uri="{FF2B5EF4-FFF2-40B4-BE49-F238E27FC236}">
                <a16:creationId xmlns:a16="http://schemas.microsoft.com/office/drawing/2014/main" id="{7CAC1C06-48FC-EFD1-4738-ED150AABE9DB}"/>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5" name="Rectangle 6">
            <a:extLst>
              <a:ext uri="{FF2B5EF4-FFF2-40B4-BE49-F238E27FC236}">
                <a16:creationId xmlns:a16="http://schemas.microsoft.com/office/drawing/2014/main" id="{146EE309-7D67-A3F1-60C0-6D068D48D070}"/>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6" name="Rectangle 7">
            <a:extLst>
              <a:ext uri="{FF2B5EF4-FFF2-40B4-BE49-F238E27FC236}">
                <a16:creationId xmlns:a16="http://schemas.microsoft.com/office/drawing/2014/main" id="{FC9BDA3D-3403-3E0D-88BC-9101613DBE9C}"/>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7" name="Rectangle 8">
            <a:extLst>
              <a:ext uri="{FF2B5EF4-FFF2-40B4-BE49-F238E27FC236}">
                <a16:creationId xmlns:a16="http://schemas.microsoft.com/office/drawing/2014/main" id="{2DAD03F6-7A22-43D2-5379-C992BAFBED4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8" name="Rectangle 9">
            <a:extLst>
              <a:ext uri="{FF2B5EF4-FFF2-40B4-BE49-F238E27FC236}">
                <a16:creationId xmlns:a16="http://schemas.microsoft.com/office/drawing/2014/main" id="{18C2D73B-5755-CB77-1A7B-92895898409F}"/>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59" name="Rectangle 10">
            <a:extLst>
              <a:ext uri="{FF2B5EF4-FFF2-40B4-BE49-F238E27FC236}">
                <a16:creationId xmlns:a16="http://schemas.microsoft.com/office/drawing/2014/main" id="{EF5207B1-844C-F963-0A02-EA669A4F8FD5}"/>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60" name="Rectangle 11">
            <a:extLst>
              <a:ext uri="{FF2B5EF4-FFF2-40B4-BE49-F238E27FC236}">
                <a16:creationId xmlns:a16="http://schemas.microsoft.com/office/drawing/2014/main" id="{4B3313F7-CCA1-9E1A-CCE4-DE1A081A867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61" name="Rectangle 12">
            <a:extLst>
              <a:ext uri="{FF2B5EF4-FFF2-40B4-BE49-F238E27FC236}">
                <a16:creationId xmlns:a16="http://schemas.microsoft.com/office/drawing/2014/main" id="{412C167E-A860-4CA3-C7D1-8A5E2102242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62" name="Rectangle 13">
            <a:extLst>
              <a:ext uri="{FF2B5EF4-FFF2-40B4-BE49-F238E27FC236}">
                <a16:creationId xmlns:a16="http://schemas.microsoft.com/office/drawing/2014/main" id="{5C003323-57E7-FFF2-09F6-6A8D952C34AE}"/>
              </a:ext>
            </a:extLst>
          </p:cNvPr>
          <p:cNvSpPr>
            <a:spLocks noGrp="1" noChangeArrowheads="1"/>
          </p:cNvSpPr>
          <p:nvPr>
            <p:ph type="body" idx="1"/>
          </p:nvPr>
        </p:nvSpPr>
        <p:spPr>
          <a:xfrm>
            <a:off x="152400" y="990600"/>
            <a:ext cx="8686800" cy="2438400"/>
          </a:xfrm>
          <a:noFill/>
        </p:spPr>
        <p:txBody>
          <a:bodyPr/>
          <a:lstStyle/>
          <a:p>
            <a:pPr marL="0" indent="0">
              <a:buFont typeface="Monotype Sorts"/>
              <a:buNone/>
            </a:pPr>
            <a:r>
              <a:rPr lang="en-US" altLang="en-US" sz="2800"/>
              <a:t>In ASCII, every character is encoded in 8 bits. Huffman coding compresses data by using fewer bits to encode more frequently occurring characters. The codes for characters are constructed based on the occurrence of characters in the text using a binary tree, called the </a:t>
            </a:r>
            <a:r>
              <a:rPr lang="en-US" altLang="en-US" sz="2800" i="1"/>
              <a:t>Huffman coding tree</a:t>
            </a:r>
            <a:r>
              <a:rPr lang="en-US" altLang="en-US" sz="2800"/>
              <a:t>. </a:t>
            </a:r>
          </a:p>
        </p:txBody>
      </p:sp>
      <p:sp>
        <p:nvSpPr>
          <p:cNvPr id="53263" name="Rectangle 14">
            <a:extLst>
              <a:ext uri="{FF2B5EF4-FFF2-40B4-BE49-F238E27FC236}">
                <a16:creationId xmlns:a16="http://schemas.microsoft.com/office/drawing/2014/main" id="{98CEC757-A641-8A79-E680-F543473EE023}"/>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64" name="Rectangle 15">
            <a:extLst>
              <a:ext uri="{FF2B5EF4-FFF2-40B4-BE49-F238E27FC236}">
                <a16:creationId xmlns:a16="http://schemas.microsoft.com/office/drawing/2014/main" id="{3A2DE3B1-78C9-A1EE-9528-3ADD0EBB8F80}"/>
              </a:ext>
            </a:extLst>
          </p:cNvPr>
          <p:cNvSpPr>
            <a:spLocks noChangeArrowheads="1"/>
          </p:cNvSpPr>
          <p:nvPr/>
        </p:nvSpPr>
        <p:spPr bwMode="auto">
          <a:xfrm>
            <a:off x="0" y="2857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265" name="Rectangle 20">
            <a:extLst>
              <a:ext uri="{FF2B5EF4-FFF2-40B4-BE49-F238E27FC236}">
                <a16:creationId xmlns:a16="http://schemas.microsoft.com/office/drawing/2014/main" id="{DFDEFF23-083D-70B5-655D-2E81416D250E}"/>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3266" name="Object 19">
            <a:extLst>
              <a:ext uri="{FF2B5EF4-FFF2-40B4-BE49-F238E27FC236}">
                <a16:creationId xmlns:a16="http://schemas.microsoft.com/office/drawing/2014/main" id="{4548CD1A-15C0-BBBA-641E-DF0FC18D9B20}"/>
              </a:ext>
            </a:extLst>
          </p:cNvPr>
          <p:cNvGraphicFramePr>
            <a:graphicFrameLocks noChangeAspect="1"/>
          </p:cNvGraphicFramePr>
          <p:nvPr/>
        </p:nvGraphicFramePr>
        <p:xfrm>
          <a:off x="1403350" y="3213100"/>
          <a:ext cx="2290763" cy="3060700"/>
        </p:xfrm>
        <a:graphic>
          <a:graphicData uri="http://schemas.openxmlformats.org/presentationml/2006/ole">
            <mc:AlternateContent xmlns:mc="http://schemas.openxmlformats.org/markup-compatibility/2006">
              <mc:Choice xmlns:v="urn:schemas-microsoft-com:vml" Requires="v">
                <p:oleObj name="Picture" r:id="rId2" imgW="1517374" imgH="1683026" progId="Word.Picture.8">
                  <p:embed/>
                </p:oleObj>
              </mc:Choice>
              <mc:Fallback>
                <p:oleObj name="Picture" r:id="rId2" imgW="1517374" imgH="1683026"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213100"/>
                        <a:ext cx="2290763"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7" name="Rectangle 22">
            <a:extLst>
              <a:ext uri="{FF2B5EF4-FFF2-40B4-BE49-F238E27FC236}">
                <a16:creationId xmlns:a16="http://schemas.microsoft.com/office/drawing/2014/main" id="{14EB59EE-88A6-C59F-0A66-5C8E7484750D}"/>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3268" name="Object 21">
            <a:extLst>
              <a:ext uri="{FF2B5EF4-FFF2-40B4-BE49-F238E27FC236}">
                <a16:creationId xmlns:a16="http://schemas.microsoft.com/office/drawing/2014/main" id="{FBEB401C-4C6D-CF85-9C3D-B176655A3D32}"/>
              </a:ext>
            </a:extLst>
          </p:cNvPr>
          <p:cNvGraphicFramePr>
            <a:graphicFrameLocks noChangeAspect="1"/>
          </p:cNvGraphicFramePr>
          <p:nvPr/>
        </p:nvGraphicFramePr>
        <p:xfrm>
          <a:off x="4103688" y="3284538"/>
          <a:ext cx="4176712" cy="3336925"/>
        </p:xfrm>
        <a:graphic>
          <a:graphicData uri="http://schemas.openxmlformats.org/presentationml/2006/ole">
            <mc:AlternateContent xmlns:mc="http://schemas.openxmlformats.org/markup-compatibility/2006">
              <mc:Choice xmlns:v="urn:schemas-microsoft-com:vml" Requires="v">
                <p:oleObj name="Picture" r:id="rId4" imgW="2470826" imgH="1647217" progId="Word.Picture.8">
                  <p:embed/>
                </p:oleObj>
              </mc:Choice>
              <mc:Fallback>
                <p:oleObj name="Picture" r:id="rId4" imgW="2470826" imgH="1647217" progId="Word.Picture.8">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3688" y="3284538"/>
                        <a:ext cx="4176712" cy="333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a:extLst>
              <a:ext uri="{FF2B5EF4-FFF2-40B4-BE49-F238E27FC236}">
                <a16:creationId xmlns:a16="http://schemas.microsoft.com/office/drawing/2014/main" id="{65B2B70B-0814-55AE-C9D6-8771E702CDA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5FF4202-86CB-4617-80EF-B2098B6EA79F}" type="slidenum">
              <a:rPr lang="en-US" altLang="en-US" sz="1400"/>
              <a:pPr>
                <a:spcBef>
                  <a:spcPct val="0"/>
                </a:spcBef>
                <a:buClrTx/>
                <a:buSzTx/>
                <a:buFontTx/>
                <a:buNone/>
              </a:pPr>
              <a:t>51</a:t>
            </a:fld>
            <a:endParaRPr lang="en-US" altLang="en-US" sz="1400"/>
          </a:p>
        </p:txBody>
      </p:sp>
      <p:sp>
        <p:nvSpPr>
          <p:cNvPr id="54275" name="Rectangle 2">
            <a:extLst>
              <a:ext uri="{FF2B5EF4-FFF2-40B4-BE49-F238E27FC236}">
                <a16:creationId xmlns:a16="http://schemas.microsoft.com/office/drawing/2014/main" id="{93146A37-DD9F-0B73-2F61-B967AE39D65C}"/>
              </a:ext>
            </a:extLst>
          </p:cNvPr>
          <p:cNvSpPr>
            <a:spLocks noGrp="1" noChangeArrowheads="1"/>
          </p:cNvSpPr>
          <p:nvPr>
            <p:ph type="title"/>
          </p:nvPr>
        </p:nvSpPr>
        <p:spPr>
          <a:xfrm>
            <a:off x="0" y="152400"/>
            <a:ext cx="8839200" cy="533400"/>
          </a:xfrm>
          <a:noFill/>
        </p:spPr>
        <p:txBody>
          <a:bodyPr/>
          <a:lstStyle/>
          <a:p>
            <a:r>
              <a:rPr lang="en-US" altLang="en-US" sz="3600"/>
              <a:t>See How a Binary Tree Works</a:t>
            </a:r>
          </a:p>
        </p:txBody>
      </p:sp>
      <p:sp>
        <p:nvSpPr>
          <p:cNvPr id="54276" name="Rectangle 3">
            <a:extLst>
              <a:ext uri="{FF2B5EF4-FFF2-40B4-BE49-F238E27FC236}">
                <a16:creationId xmlns:a16="http://schemas.microsoft.com/office/drawing/2014/main" id="{38F6C28E-E20B-ED12-BF14-9513D512F035}"/>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77" name="Rectangle 4">
            <a:extLst>
              <a:ext uri="{FF2B5EF4-FFF2-40B4-BE49-F238E27FC236}">
                <a16:creationId xmlns:a16="http://schemas.microsoft.com/office/drawing/2014/main" id="{7E71B2E9-05E1-7D38-0166-FA3CBC20267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78" name="Rectangle 5">
            <a:extLst>
              <a:ext uri="{FF2B5EF4-FFF2-40B4-BE49-F238E27FC236}">
                <a16:creationId xmlns:a16="http://schemas.microsoft.com/office/drawing/2014/main" id="{46ABEBB8-8CBD-7840-5806-B4BEB5CAE88F}"/>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79" name="Rectangle 6">
            <a:extLst>
              <a:ext uri="{FF2B5EF4-FFF2-40B4-BE49-F238E27FC236}">
                <a16:creationId xmlns:a16="http://schemas.microsoft.com/office/drawing/2014/main" id="{802B673B-1F0B-A0BE-502B-9D1E5467E2BD}"/>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0" name="Rectangle 7">
            <a:extLst>
              <a:ext uri="{FF2B5EF4-FFF2-40B4-BE49-F238E27FC236}">
                <a16:creationId xmlns:a16="http://schemas.microsoft.com/office/drawing/2014/main" id="{673CFAB4-712B-ACBD-AED7-A7E3D0AB7F7A}"/>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1" name="Rectangle 8">
            <a:extLst>
              <a:ext uri="{FF2B5EF4-FFF2-40B4-BE49-F238E27FC236}">
                <a16:creationId xmlns:a16="http://schemas.microsoft.com/office/drawing/2014/main" id="{95B16E2E-E674-3982-AD7F-4DC292B89F04}"/>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2" name="Rectangle 9">
            <a:extLst>
              <a:ext uri="{FF2B5EF4-FFF2-40B4-BE49-F238E27FC236}">
                <a16:creationId xmlns:a16="http://schemas.microsoft.com/office/drawing/2014/main" id="{35C8CA80-FF50-EA8F-F611-7D01F965F49D}"/>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3" name="Rectangle 10">
            <a:extLst>
              <a:ext uri="{FF2B5EF4-FFF2-40B4-BE49-F238E27FC236}">
                <a16:creationId xmlns:a16="http://schemas.microsoft.com/office/drawing/2014/main" id="{D4CF15B2-7F4F-89AB-2EF8-163D47020529}"/>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4" name="Rectangle 11">
            <a:extLst>
              <a:ext uri="{FF2B5EF4-FFF2-40B4-BE49-F238E27FC236}">
                <a16:creationId xmlns:a16="http://schemas.microsoft.com/office/drawing/2014/main" id="{2C57A3FC-7BED-C8B9-BB69-E130EA097D3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5" name="Rectangle 12">
            <a:extLst>
              <a:ext uri="{FF2B5EF4-FFF2-40B4-BE49-F238E27FC236}">
                <a16:creationId xmlns:a16="http://schemas.microsoft.com/office/drawing/2014/main" id="{41415AFC-D6B9-D068-9ABB-A3A9DB718E7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4286" name="Rectangle 14">
            <a:extLst>
              <a:ext uri="{FF2B5EF4-FFF2-40B4-BE49-F238E27FC236}">
                <a16:creationId xmlns:a16="http://schemas.microsoft.com/office/drawing/2014/main" id="{E38E9120-E0DB-F65A-B9AC-1BE4E44CDFE1}"/>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4287" name="Picture 16">
            <a:extLst>
              <a:ext uri="{FF2B5EF4-FFF2-40B4-BE49-F238E27FC236}">
                <a16:creationId xmlns:a16="http://schemas.microsoft.com/office/drawing/2014/main" id="{01E6C207-6024-26FA-9F0A-778D75A2A6A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312988"/>
            <a:ext cx="8893175" cy="393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8" name="Rounded Rectangle 1">
            <a:extLst>
              <a:ext uri="{FF2B5EF4-FFF2-40B4-BE49-F238E27FC236}">
                <a16:creationId xmlns:a16="http://schemas.microsoft.com/office/drawing/2014/main" id="{E346210B-6E32-CC92-FEE9-470756BFD9E7}"/>
              </a:ext>
            </a:extLst>
          </p:cNvPr>
          <p:cNvSpPr>
            <a:spLocks noChangeArrowheads="1"/>
          </p:cNvSpPr>
          <p:nvPr/>
        </p:nvSpPr>
        <p:spPr bwMode="auto">
          <a:xfrm>
            <a:off x="250825" y="765175"/>
            <a:ext cx="8424863" cy="131921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u="sng">
                <a:solidFill>
                  <a:srgbClr val="009C47"/>
                </a:solidFill>
              </a:rPr>
              <a:t>www.cs.armstrong.edu/liang/animation/HuffmanCodingAnimation.html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A9C0B799-903D-4C0A-E9C9-CE106133F76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1F0E7AB-32EF-40C7-9026-DB6B87D127D3}" type="slidenum">
              <a:rPr lang="en-US" altLang="en-US" sz="1400"/>
              <a:pPr>
                <a:spcBef>
                  <a:spcPct val="0"/>
                </a:spcBef>
                <a:buClrTx/>
                <a:buSzTx/>
                <a:buFontTx/>
                <a:buNone/>
              </a:pPr>
              <a:t>52</a:t>
            </a:fld>
            <a:endParaRPr lang="en-US" altLang="en-US" sz="1400"/>
          </a:p>
        </p:txBody>
      </p:sp>
      <p:sp>
        <p:nvSpPr>
          <p:cNvPr id="55299" name="Rectangle 2">
            <a:extLst>
              <a:ext uri="{FF2B5EF4-FFF2-40B4-BE49-F238E27FC236}">
                <a16:creationId xmlns:a16="http://schemas.microsoft.com/office/drawing/2014/main" id="{FF32645F-9D7A-D86F-3B76-5316CA85B006}"/>
              </a:ext>
            </a:extLst>
          </p:cNvPr>
          <p:cNvSpPr>
            <a:spLocks noGrp="1" noChangeArrowheads="1"/>
          </p:cNvSpPr>
          <p:nvPr>
            <p:ph type="title"/>
          </p:nvPr>
        </p:nvSpPr>
        <p:spPr>
          <a:xfrm>
            <a:off x="0" y="152400"/>
            <a:ext cx="8839200" cy="533400"/>
          </a:xfrm>
          <a:noFill/>
        </p:spPr>
        <p:txBody>
          <a:bodyPr/>
          <a:lstStyle/>
          <a:p>
            <a:r>
              <a:rPr lang="en-US" altLang="en-US"/>
              <a:t>Constructing Huffman Tree</a:t>
            </a:r>
          </a:p>
        </p:txBody>
      </p:sp>
      <p:sp>
        <p:nvSpPr>
          <p:cNvPr id="55300" name="Rectangle 3">
            <a:extLst>
              <a:ext uri="{FF2B5EF4-FFF2-40B4-BE49-F238E27FC236}">
                <a16:creationId xmlns:a16="http://schemas.microsoft.com/office/drawing/2014/main" id="{3FBD1A03-B570-F642-646A-4FDB57624D00}"/>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1" name="Rectangle 4">
            <a:extLst>
              <a:ext uri="{FF2B5EF4-FFF2-40B4-BE49-F238E27FC236}">
                <a16:creationId xmlns:a16="http://schemas.microsoft.com/office/drawing/2014/main" id="{E2A175F7-9DC9-5473-C1AB-E83C23BABA9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2" name="Rectangle 5">
            <a:extLst>
              <a:ext uri="{FF2B5EF4-FFF2-40B4-BE49-F238E27FC236}">
                <a16:creationId xmlns:a16="http://schemas.microsoft.com/office/drawing/2014/main" id="{2817304F-F020-0A33-286D-7D9DF0634DE0}"/>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3" name="Rectangle 6">
            <a:extLst>
              <a:ext uri="{FF2B5EF4-FFF2-40B4-BE49-F238E27FC236}">
                <a16:creationId xmlns:a16="http://schemas.microsoft.com/office/drawing/2014/main" id="{3ABE47B3-694B-D912-691F-62C7CD197F3C}"/>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4" name="Rectangle 7">
            <a:extLst>
              <a:ext uri="{FF2B5EF4-FFF2-40B4-BE49-F238E27FC236}">
                <a16:creationId xmlns:a16="http://schemas.microsoft.com/office/drawing/2014/main" id="{16C1864A-F505-99A0-B52A-A73BBEB3427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5" name="Rectangle 8">
            <a:extLst>
              <a:ext uri="{FF2B5EF4-FFF2-40B4-BE49-F238E27FC236}">
                <a16:creationId xmlns:a16="http://schemas.microsoft.com/office/drawing/2014/main" id="{19FC84AF-3368-0DA7-CD30-44A68198BE0C}"/>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6" name="Rectangle 9">
            <a:extLst>
              <a:ext uri="{FF2B5EF4-FFF2-40B4-BE49-F238E27FC236}">
                <a16:creationId xmlns:a16="http://schemas.microsoft.com/office/drawing/2014/main" id="{086C4ACE-C356-E91F-1DCA-3DF3669FFCC9}"/>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7" name="Rectangle 10">
            <a:extLst>
              <a:ext uri="{FF2B5EF4-FFF2-40B4-BE49-F238E27FC236}">
                <a16:creationId xmlns:a16="http://schemas.microsoft.com/office/drawing/2014/main" id="{C44438C4-4F42-7FB6-8797-67E36710436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8" name="Rectangle 11">
            <a:extLst>
              <a:ext uri="{FF2B5EF4-FFF2-40B4-BE49-F238E27FC236}">
                <a16:creationId xmlns:a16="http://schemas.microsoft.com/office/drawing/2014/main" id="{D121A821-C57A-0902-CF36-9265EC14579A}"/>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09" name="Rectangle 12">
            <a:extLst>
              <a:ext uri="{FF2B5EF4-FFF2-40B4-BE49-F238E27FC236}">
                <a16:creationId xmlns:a16="http://schemas.microsoft.com/office/drawing/2014/main" id="{8EACD37E-3226-1713-CA46-2BBDFDCFFE7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10" name="Rectangle 13">
            <a:extLst>
              <a:ext uri="{FF2B5EF4-FFF2-40B4-BE49-F238E27FC236}">
                <a16:creationId xmlns:a16="http://schemas.microsoft.com/office/drawing/2014/main" id="{05E7AF53-637D-8632-4DD3-E29F028B1E64}"/>
              </a:ext>
            </a:extLst>
          </p:cNvPr>
          <p:cNvSpPr>
            <a:spLocks noGrp="1" noChangeArrowheads="1"/>
          </p:cNvSpPr>
          <p:nvPr>
            <p:ph type="body" idx="1"/>
          </p:nvPr>
        </p:nvSpPr>
        <p:spPr>
          <a:xfrm>
            <a:off x="152400" y="990600"/>
            <a:ext cx="8686800" cy="925513"/>
          </a:xfrm>
          <a:noFill/>
        </p:spPr>
        <p:txBody>
          <a:bodyPr/>
          <a:lstStyle/>
          <a:p>
            <a:pPr marL="0" indent="0">
              <a:lnSpc>
                <a:spcPct val="90000"/>
              </a:lnSpc>
              <a:buFont typeface="Monotype Sorts"/>
              <a:buNone/>
            </a:pPr>
            <a:r>
              <a:rPr lang="en-US" altLang="en-US" sz="2800"/>
              <a:t>To construct a </a:t>
            </a:r>
            <a:r>
              <a:rPr lang="en-US" altLang="en-US" sz="2800" i="1"/>
              <a:t>Huffman coding tree</a:t>
            </a:r>
            <a:r>
              <a:rPr lang="en-US" altLang="en-US" sz="2800"/>
              <a:t>, use a greedy algorithm as follows:</a:t>
            </a:r>
          </a:p>
        </p:txBody>
      </p:sp>
      <p:sp>
        <p:nvSpPr>
          <p:cNvPr id="55311" name="Rectangle 16">
            <a:extLst>
              <a:ext uri="{FF2B5EF4-FFF2-40B4-BE49-F238E27FC236}">
                <a16:creationId xmlns:a16="http://schemas.microsoft.com/office/drawing/2014/main" id="{5185B645-BB93-06B5-D8F0-3C154ED7C5FE}"/>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12" name="Rectangle 18">
            <a:extLst>
              <a:ext uri="{FF2B5EF4-FFF2-40B4-BE49-F238E27FC236}">
                <a16:creationId xmlns:a16="http://schemas.microsoft.com/office/drawing/2014/main" id="{B69B723E-5051-85C3-2822-BAEA49678D4D}"/>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313" name="Rectangle 20">
            <a:extLst>
              <a:ext uri="{FF2B5EF4-FFF2-40B4-BE49-F238E27FC236}">
                <a16:creationId xmlns:a16="http://schemas.microsoft.com/office/drawing/2014/main" id="{58377D26-B699-3307-A173-F8DCEFBB5CAF}"/>
              </a:ext>
            </a:extLst>
          </p:cNvPr>
          <p:cNvSpPr>
            <a:spLocks noChangeArrowheads="1"/>
          </p:cNvSpPr>
          <p:nvPr/>
        </p:nvSpPr>
        <p:spPr bwMode="auto">
          <a:xfrm>
            <a:off x="179388" y="1989138"/>
            <a:ext cx="8964612" cy="417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Wingdings" panose="05000000000000000000" pitchFamily="2" charset="2"/>
              <a:buChar char="§"/>
            </a:pPr>
            <a:r>
              <a:rPr lang="en-US" altLang="en-US" sz="2800"/>
              <a:t>Begin with a forest of trees. Each tree contains a node for a character. The weight of the node is the frequency of the character in the text.</a:t>
            </a:r>
          </a:p>
          <a:p>
            <a:pPr>
              <a:buFont typeface="Wingdings" panose="05000000000000000000" pitchFamily="2" charset="2"/>
              <a:buChar char="§"/>
            </a:pPr>
            <a:r>
              <a:rPr lang="en-US" altLang="en-US" sz="2800"/>
              <a:t>Repeat this step until there is only one tree:</a:t>
            </a:r>
          </a:p>
          <a:p>
            <a:pPr>
              <a:buFont typeface="Monotype Sorts"/>
              <a:buNone/>
            </a:pPr>
            <a:r>
              <a:rPr lang="en-US" altLang="en-US" sz="2800"/>
              <a:t>	Choose two trees with the smallest weight and create a new node as their parent. The weight of the new tree is the sum of the weight of the subtrees.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a:extLst>
              <a:ext uri="{FF2B5EF4-FFF2-40B4-BE49-F238E27FC236}">
                <a16:creationId xmlns:a16="http://schemas.microsoft.com/office/drawing/2014/main" id="{CA45B1C9-5641-91E2-9905-23EFACFDBC0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1240E40-37D9-4FED-B44F-31E4E5518BDF}" type="slidenum">
              <a:rPr lang="en-US" altLang="en-US" sz="1400"/>
              <a:pPr>
                <a:spcBef>
                  <a:spcPct val="0"/>
                </a:spcBef>
                <a:buClrTx/>
                <a:buSzTx/>
                <a:buFontTx/>
                <a:buNone/>
              </a:pPr>
              <a:t>53</a:t>
            </a:fld>
            <a:endParaRPr lang="en-US" altLang="en-US" sz="1400"/>
          </a:p>
        </p:txBody>
      </p:sp>
      <p:sp>
        <p:nvSpPr>
          <p:cNvPr id="56323" name="Rectangle 2">
            <a:extLst>
              <a:ext uri="{FF2B5EF4-FFF2-40B4-BE49-F238E27FC236}">
                <a16:creationId xmlns:a16="http://schemas.microsoft.com/office/drawing/2014/main" id="{F2A2E8E8-CB8E-A3F3-58A4-F20636E00D6A}"/>
              </a:ext>
            </a:extLst>
          </p:cNvPr>
          <p:cNvSpPr>
            <a:spLocks noGrp="1" noChangeArrowheads="1"/>
          </p:cNvSpPr>
          <p:nvPr>
            <p:ph type="title"/>
          </p:nvPr>
        </p:nvSpPr>
        <p:spPr>
          <a:xfrm>
            <a:off x="0" y="152400"/>
            <a:ext cx="8839200" cy="533400"/>
          </a:xfrm>
          <a:noFill/>
        </p:spPr>
        <p:txBody>
          <a:bodyPr/>
          <a:lstStyle/>
          <a:p>
            <a:r>
              <a:rPr lang="en-US" altLang="en-US"/>
              <a:t>Constructing Huffman Tree</a:t>
            </a:r>
          </a:p>
        </p:txBody>
      </p:sp>
      <p:sp>
        <p:nvSpPr>
          <p:cNvPr id="56324" name="Rectangle 3">
            <a:extLst>
              <a:ext uri="{FF2B5EF4-FFF2-40B4-BE49-F238E27FC236}">
                <a16:creationId xmlns:a16="http://schemas.microsoft.com/office/drawing/2014/main" id="{7EDB48AF-905A-E5D5-CF84-4C9717463138}"/>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25" name="Rectangle 4">
            <a:extLst>
              <a:ext uri="{FF2B5EF4-FFF2-40B4-BE49-F238E27FC236}">
                <a16:creationId xmlns:a16="http://schemas.microsoft.com/office/drawing/2014/main" id="{064CAA1F-F1F2-02D2-B8E7-1C2F72B3EA0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26" name="Rectangle 5">
            <a:extLst>
              <a:ext uri="{FF2B5EF4-FFF2-40B4-BE49-F238E27FC236}">
                <a16:creationId xmlns:a16="http://schemas.microsoft.com/office/drawing/2014/main" id="{913083D5-DEC6-4EBF-7C68-4ABCC18427F2}"/>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27" name="Rectangle 6">
            <a:extLst>
              <a:ext uri="{FF2B5EF4-FFF2-40B4-BE49-F238E27FC236}">
                <a16:creationId xmlns:a16="http://schemas.microsoft.com/office/drawing/2014/main" id="{8BE3F2FF-2BEC-C1FE-E276-A09ECBE310A7}"/>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28" name="Rectangle 7">
            <a:extLst>
              <a:ext uri="{FF2B5EF4-FFF2-40B4-BE49-F238E27FC236}">
                <a16:creationId xmlns:a16="http://schemas.microsoft.com/office/drawing/2014/main" id="{CDCB0E3F-E357-65F5-2E95-00749055DB88}"/>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29" name="Rectangle 8">
            <a:extLst>
              <a:ext uri="{FF2B5EF4-FFF2-40B4-BE49-F238E27FC236}">
                <a16:creationId xmlns:a16="http://schemas.microsoft.com/office/drawing/2014/main" id="{1E51794B-9859-D255-65AC-EB2D9A14D242}"/>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0" name="Rectangle 10">
            <a:extLst>
              <a:ext uri="{FF2B5EF4-FFF2-40B4-BE49-F238E27FC236}">
                <a16:creationId xmlns:a16="http://schemas.microsoft.com/office/drawing/2014/main" id="{8AD884E2-22B3-F50D-B232-EE2E7DF203A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1" name="Rectangle 11">
            <a:extLst>
              <a:ext uri="{FF2B5EF4-FFF2-40B4-BE49-F238E27FC236}">
                <a16:creationId xmlns:a16="http://schemas.microsoft.com/office/drawing/2014/main" id="{6A546EC1-856B-2130-63AA-881EDB6E010E}"/>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2" name="Rectangle 12">
            <a:extLst>
              <a:ext uri="{FF2B5EF4-FFF2-40B4-BE49-F238E27FC236}">
                <a16:creationId xmlns:a16="http://schemas.microsoft.com/office/drawing/2014/main" id="{73C4CA91-CBAD-3CE9-E4E5-1405D0715B85}"/>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3" name="Rectangle 14">
            <a:extLst>
              <a:ext uri="{FF2B5EF4-FFF2-40B4-BE49-F238E27FC236}">
                <a16:creationId xmlns:a16="http://schemas.microsoft.com/office/drawing/2014/main" id="{B7B4070F-A93B-5D79-3291-166E3DC6970F}"/>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4" name="Rectangle 15">
            <a:extLst>
              <a:ext uri="{FF2B5EF4-FFF2-40B4-BE49-F238E27FC236}">
                <a16:creationId xmlns:a16="http://schemas.microsoft.com/office/drawing/2014/main" id="{2F15D450-A7DD-E2F3-5EFF-AC907B92D316}"/>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5" name="Rectangle 19">
            <a:extLst>
              <a:ext uri="{FF2B5EF4-FFF2-40B4-BE49-F238E27FC236}">
                <a16:creationId xmlns:a16="http://schemas.microsoft.com/office/drawing/2014/main" id="{8929E9C9-F755-BE51-6563-BBD4FD5DC417}"/>
              </a:ext>
            </a:extLst>
          </p:cNvPr>
          <p:cNvSpPr>
            <a:spLocks noChangeArrowheads="1"/>
          </p:cNvSpPr>
          <p:nvPr/>
        </p:nvSpPr>
        <p:spPr bwMode="auto">
          <a:xfrm>
            <a:off x="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6336" name="Object 18">
            <a:extLst>
              <a:ext uri="{FF2B5EF4-FFF2-40B4-BE49-F238E27FC236}">
                <a16:creationId xmlns:a16="http://schemas.microsoft.com/office/drawing/2014/main" id="{3E6AC345-A18F-8524-BEB4-C99784FC5995}"/>
              </a:ext>
            </a:extLst>
          </p:cNvPr>
          <p:cNvGraphicFramePr>
            <a:graphicFrameLocks noChangeAspect="1"/>
          </p:cNvGraphicFramePr>
          <p:nvPr/>
        </p:nvGraphicFramePr>
        <p:xfrm>
          <a:off x="287338" y="1484313"/>
          <a:ext cx="3421062" cy="684212"/>
        </p:xfrm>
        <a:graphic>
          <a:graphicData uri="http://schemas.openxmlformats.org/presentationml/2006/ole">
            <mc:AlternateContent xmlns:mc="http://schemas.openxmlformats.org/markup-compatibility/2006">
              <mc:Choice xmlns:v="urn:schemas-microsoft-com:vml" Requires="v">
                <p:oleObj name="Picture" r:id="rId2" imgW="2743200" imgH="457200" progId="Word.Picture.8">
                  <p:embed/>
                </p:oleObj>
              </mc:Choice>
              <mc:Fallback>
                <p:oleObj name="Picture" r:id="rId2" imgW="2743200" imgH="457200"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484313"/>
                        <a:ext cx="342106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37" name="Rectangle 21">
            <a:extLst>
              <a:ext uri="{FF2B5EF4-FFF2-40B4-BE49-F238E27FC236}">
                <a16:creationId xmlns:a16="http://schemas.microsoft.com/office/drawing/2014/main" id="{E2ADFA9A-1476-6356-6478-2C58810AC23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6338" name="Object 20">
            <a:extLst>
              <a:ext uri="{FF2B5EF4-FFF2-40B4-BE49-F238E27FC236}">
                <a16:creationId xmlns:a16="http://schemas.microsoft.com/office/drawing/2014/main" id="{7F1828A7-C0B4-F719-E89A-C691EC1CD11A}"/>
              </a:ext>
            </a:extLst>
          </p:cNvPr>
          <p:cNvGraphicFramePr>
            <a:graphicFrameLocks noChangeAspect="1"/>
          </p:cNvGraphicFramePr>
          <p:nvPr/>
        </p:nvGraphicFramePr>
        <p:xfrm>
          <a:off x="4608513" y="1052513"/>
          <a:ext cx="3671887" cy="1490662"/>
        </p:xfrm>
        <a:graphic>
          <a:graphicData uri="http://schemas.openxmlformats.org/presentationml/2006/ole">
            <mc:AlternateContent xmlns:mc="http://schemas.openxmlformats.org/markup-compatibility/2006">
              <mc:Choice xmlns:v="urn:schemas-microsoft-com:vml" Requires="v">
                <p:oleObj name="Picture" r:id="rId4" imgW="2963917" imgH="1002687" progId="Word.Picture.8">
                  <p:embed/>
                </p:oleObj>
              </mc:Choice>
              <mc:Fallback>
                <p:oleObj name="Picture" r:id="rId4" imgW="2963917" imgH="1002687" progId="Word.Picture.8">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8513" y="1052513"/>
                        <a:ext cx="3671887"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39" name="Rectangle 23">
            <a:extLst>
              <a:ext uri="{FF2B5EF4-FFF2-40B4-BE49-F238E27FC236}">
                <a16:creationId xmlns:a16="http://schemas.microsoft.com/office/drawing/2014/main" id="{F96E9491-CF72-6B0C-11DD-B3032BDCA918}"/>
              </a:ext>
            </a:extLst>
          </p:cNvPr>
          <p:cNvSpPr>
            <a:spLocks noChangeArrowheads="1"/>
          </p:cNvSpPr>
          <p:nvPr/>
        </p:nvSpPr>
        <p:spPr bwMode="auto">
          <a:xfrm>
            <a:off x="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56340" name="Object 22">
            <a:extLst>
              <a:ext uri="{FF2B5EF4-FFF2-40B4-BE49-F238E27FC236}">
                <a16:creationId xmlns:a16="http://schemas.microsoft.com/office/drawing/2014/main" id="{5056DEBB-EDB9-2F67-9DC2-AA52C6C51B23}"/>
              </a:ext>
            </a:extLst>
          </p:cNvPr>
          <p:cNvGraphicFramePr>
            <a:graphicFrameLocks noChangeAspect="1"/>
          </p:cNvGraphicFramePr>
          <p:nvPr/>
        </p:nvGraphicFramePr>
        <p:xfrm>
          <a:off x="179388" y="3249613"/>
          <a:ext cx="3924300" cy="2444750"/>
        </p:xfrm>
        <a:graphic>
          <a:graphicData uri="http://schemas.openxmlformats.org/presentationml/2006/ole">
            <mc:AlternateContent xmlns:mc="http://schemas.openxmlformats.org/markup-compatibility/2006">
              <mc:Choice xmlns:v="urn:schemas-microsoft-com:vml" Requires="v">
                <p:oleObj name="Picture" r:id="rId6" imgW="3005371" imgH="1553841" progId="Word.Picture.8">
                  <p:embed/>
                </p:oleObj>
              </mc:Choice>
              <mc:Fallback>
                <p:oleObj name="Picture" r:id="rId6" imgW="3005371" imgH="1553841" progId="Word.Picture.8">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3249613"/>
                        <a:ext cx="39243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41" name="Object 24">
            <a:extLst>
              <a:ext uri="{FF2B5EF4-FFF2-40B4-BE49-F238E27FC236}">
                <a16:creationId xmlns:a16="http://schemas.microsoft.com/office/drawing/2014/main" id="{50CD2C83-6075-DF5D-177D-E2F457283939}"/>
              </a:ext>
            </a:extLst>
          </p:cNvPr>
          <p:cNvGraphicFramePr>
            <a:graphicFrameLocks noChangeAspect="1"/>
          </p:cNvGraphicFramePr>
          <p:nvPr/>
        </p:nvGraphicFramePr>
        <p:xfrm>
          <a:off x="4643438" y="2924175"/>
          <a:ext cx="4211637" cy="3295650"/>
        </p:xfrm>
        <a:graphic>
          <a:graphicData uri="http://schemas.openxmlformats.org/presentationml/2006/ole">
            <mc:AlternateContent xmlns:mc="http://schemas.openxmlformats.org/markup-compatibility/2006">
              <mc:Choice xmlns:v="urn:schemas-microsoft-com:vml" Requires="v">
                <p:oleObj name="Picture" r:id="rId8" imgW="3048000" imgH="1990928" progId="Word.Picture.8">
                  <p:embed/>
                </p:oleObj>
              </mc:Choice>
              <mc:Fallback>
                <p:oleObj name="Picture" r:id="rId8" imgW="3048000" imgH="1990928" progId="Word.Picture.8">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3438" y="2924175"/>
                        <a:ext cx="4211637"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a:extLst>
              <a:ext uri="{FF2B5EF4-FFF2-40B4-BE49-F238E27FC236}">
                <a16:creationId xmlns:a16="http://schemas.microsoft.com/office/drawing/2014/main" id="{CD96151D-4D16-BF89-2C51-FE26ABF7C61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D483AF8-CADF-4ABB-B575-FD0DAE01C684}" type="slidenum">
              <a:rPr lang="en-US" altLang="en-US" sz="1400"/>
              <a:pPr>
                <a:spcBef>
                  <a:spcPct val="0"/>
                </a:spcBef>
                <a:buClrTx/>
                <a:buSzTx/>
                <a:buFontTx/>
                <a:buNone/>
              </a:pPr>
              <a:t>54</a:t>
            </a:fld>
            <a:endParaRPr lang="en-US" altLang="en-US" sz="1400"/>
          </a:p>
        </p:txBody>
      </p:sp>
      <p:sp>
        <p:nvSpPr>
          <p:cNvPr id="57347" name="Rectangle 2">
            <a:extLst>
              <a:ext uri="{FF2B5EF4-FFF2-40B4-BE49-F238E27FC236}">
                <a16:creationId xmlns:a16="http://schemas.microsoft.com/office/drawing/2014/main" id="{9A380953-8E31-BBEB-4EEC-45EB943DABE3}"/>
              </a:ext>
            </a:extLst>
          </p:cNvPr>
          <p:cNvSpPr>
            <a:spLocks noGrp="1" noChangeArrowheads="1"/>
          </p:cNvSpPr>
          <p:nvPr>
            <p:ph type="title"/>
          </p:nvPr>
        </p:nvSpPr>
        <p:spPr>
          <a:xfrm>
            <a:off x="0" y="152400"/>
            <a:ext cx="8839200" cy="533400"/>
          </a:xfrm>
          <a:noFill/>
        </p:spPr>
        <p:txBody>
          <a:bodyPr/>
          <a:lstStyle/>
          <a:p>
            <a:r>
              <a:rPr lang="en-US" altLang="en-US"/>
              <a:t>Constructing Huffman Tree</a:t>
            </a:r>
          </a:p>
        </p:txBody>
      </p:sp>
      <p:sp>
        <p:nvSpPr>
          <p:cNvPr id="57348" name="Rectangle 3">
            <a:extLst>
              <a:ext uri="{FF2B5EF4-FFF2-40B4-BE49-F238E27FC236}">
                <a16:creationId xmlns:a16="http://schemas.microsoft.com/office/drawing/2014/main" id="{8DD914BF-154E-4F53-6729-E6FD357AD3B4}"/>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49" name="Rectangle 4">
            <a:extLst>
              <a:ext uri="{FF2B5EF4-FFF2-40B4-BE49-F238E27FC236}">
                <a16:creationId xmlns:a16="http://schemas.microsoft.com/office/drawing/2014/main" id="{7D388F70-AFAA-BB86-C02D-2FEB952F9338}"/>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0" name="Rectangle 5">
            <a:extLst>
              <a:ext uri="{FF2B5EF4-FFF2-40B4-BE49-F238E27FC236}">
                <a16:creationId xmlns:a16="http://schemas.microsoft.com/office/drawing/2014/main" id="{E349ECD8-4521-EC1E-1D9A-CE4DE0805CF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1" name="Rectangle 6">
            <a:extLst>
              <a:ext uri="{FF2B5EF4-FFF2-40B4-BE49-F238E27FC236}">
                <a16:creationId xmlns:a16="http://schemas.microsoft.com/office/drawing/2014/main" id="{F661D858-6F93-F5F2-A8B7-19DB259680EB}"/>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2" name="Rectangle 7">
            <a:extLst>
              <a:ext uri="{FF2B5EF4-FFF2-40B4-BE49-F238E27FC236}">
                <a16:creationId xmlns:a16="http://schemas.microsoft.com/office/drawing/2014/main" id="{ED659275-889B-BA23-6F11-2023A87EFDE6}"/>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3" name="Rectangle 8">
            <a:extLst>
              <a:ext uri="{FF2B5EF4-FFF2-40B4-BE49-F238E27FC236}">
                <a16:creationId xmlns:a16="http://schemas.microsoft.com/office/drawing/2014/main" id="{2666C5C9-AE99-AE56-FDA4-FD3BD3823145}"/>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4" name="Rectangle 9">
            <a:extLst>
              <a:ext uri="{FF2B5EF4-FFF2-40B4-BE49-F238E27FC236}">
                <a16:creationId xmlns:a16="http://schemas.microsoft.com/office/drawing/2014/main" id="{4333FD1B-41FA-D8DC-915A-6D390DC88DF9}"/>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5" name="Rectangle 10">
            <a:extLst>
              <a:ext uri="{FF2B5EF4-FFF2-40B4-BE49-F238E27FC236}">
                <a16:creationId xmlns:a16="http://schemas.microsoft.com/office/drawing/2014/main" id="{2FEF4CF6-CF50-2C66-2B5F-D76B488A2C1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6" name="Rectangle 11">
            <a:extLst>
              <a:ext uri="{FF2B5EF4-FFF2-40B4-BE49-F238E27FC236}">
                <a16:creationId xmlns:a16="http://schemas.microsoft.com/office/drawing/2014/main" id="{9F6C351C-F698-1857-9F13-197D86CAA46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7" name="Rectangle 12">
            <a:extLst>
              <a:ext uri="{FF2B5EF4-FFF2-40B4-BE49-F238E27FC236}">
                <a16:creationId xmlns:a16="http://schemas.microsoft.com/office/drawing/2014/main" id="{B527F63B-B95C-0CC4-6D3C-A0F51009BDD4}"/>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8" name="Rectangle 13">
            <a:extLst>
              <a:ext uri="{FF2B5EF4-FFF2-40B4-BE49-F238E27FC236}">
                <a16:creationId xmlns:a16="http://schemas.microsoft.com/office/drawing/2014/main" id="{9A408B00-101F-7B74-14D8-9E88C1381B92}"/>
              </a:ext>
            </a:extLst>
          </p:cNvPr>
          <p:cNvSpPr>
            <a:spLocks noChangeArrowheads="1"/>
          </p:cNvSpPr>
          <p:nvPr/>
        </p:nvSpPr>
        <p:spPr bwMode="auto">
          <a:xfrm>
            <a:off x="0" y="2576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59" name="Rectangle 14">
            <a:extLst>
              <a:ext uri="{FF2B5EF4-FFF2-40B4-BE49-F238E27FC236}">
                <a16:creationId xmlns:a16="http://schemas.microsoft.com/office/drawing/2014/main" id="{83EE0203-CFE7-865E-4340-D7F17F5F27FB}"/>
              </a:ext>
            </a:extLst>
          </p:cNvPr>
          <p:cNvSpPr>
            <a:spLocks noChangeArrowheads="1"/>
          </p:cNvSpPr>
          <p:nvPr/>
        </p:nvSpPr>
        <p:spPr bwMode="auto">
          <a:xfrm>
            <a:off x="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60" name="Rectangle 16">
            <a:extLst>
              <a:ext uri="{FF2B5EF4-FFF2-40B4-BE49-F238E27FC236}">
                <a16:creationId xmlns:a16="http://schemas.microsoft.com/office/drawing/2014/main" id="{A85429C3-A24A-949E-3BD6-BC66EC29195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7361" name="Rectangle 18">
            <a:extLst>
              <a:ext uri="{FF2B5EF4-FFF2-40B4-BE49-F238E27FC236}">
                <a16:creationId xmlns:a16="http://schemas.microsoft.com/office/drawing/2014/main" id="{D3C49DA3-D12D-CCEF-3EA5-14A202B980BC}"/>
              </a:ext>
            </a:extLst>
          </p:cNvPr>
          <p:cNvSpPr>
            <a:spLocks noChangeArrowheads="1"/>
          </p:cNvSpPr>
          <p:nvPr/>
        </p:nvSpPr>
        <p:spPr bwMode="auto">
          <a:xfrm>
            <a:off x="0" y="265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52629" name="AutoShape 21">
            <a:hlinkClick r:id="" action="ppaction://noaction" highlightClick="1"/>
            <a:extLst>
              <a:ext uri="{FF2B5EF4-FFF2-40B4-BE49-F238E27FC236}">
                <a16:creationId xmlns:a16="http://schemas.microsoft.com/office/drawing/2014/main" id="{8F0D95A2-CCAA-A099-CF29-B58D9DDE70CB}"/>
              </a:ext>
            </a:extLst>
          </p:cNvPr>
          <p:cNvSpPr>
            <a:spLocks noChangeArrowheads="1"/>
          </p:cNvSpPr>
          <p:nvPr/>
        </p:nvSpPr>
        <p:spPr bwMode="auto">
          <a:xfrm>
            <a:off x="1584325" y="5734050"/>
            <a:ext cx="4283075" cy="604838"/>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2" action="ppaction://program">
                  <a:extLst>
                    <a:ext uri="{A12FA001-AC4F-418D-AE19-62706E023703}">
                      <ahyp:hlinkClr xmlns:ahyp="http://schemas.microsoft.com/office/drawing/2018/hyperlinkcolor" val="tx"/>
                    </a:ext>
                  </a:extLst>
                </a:hlinkClick>
              </a:rPr>
              <a:t>HuffmanCode</a:t>
            </a:r>
            <a:endParaRPr lang="en-US" dirty="0"/>
          </a:p>
        </p:txBody>
      </p:sp>
      <p:sp>
        <p:nvSpPr>
          <p:cNvPr id="57363" name="AutoShape 22">
            <a:hlinkClick r:id="rId3" action="ppaction://program" highlightClick="1"/>
            <a:extLst>
              <a:ext uri="{FF2B5EF4-FFF2-40B4-BE49-F238E27FC236}">
                <a16:creationId xmlns:a16="http://schemas.microsoft.com/office/drawing/2014/main" id="{6A5C5B61-8D47-178D-8F58-5C28C8779B8B}"/>
              </a:ext>
            </a:extLst>
          </p:cNvPr>
          <p:cNvSpPr>
            <a:spLocks noChangeArrowheads="1"/>
          </p:cNvSpPr>
          <p:nvPr/>
        </p:nvSpPr>
        <p:spPr bwMode="auto">
          <a:xfrm>
            <a:off x="6264275" y="5805488"/>
            <a:ext cx="18288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
        <p:nvSpPr>
          <p:cNvPr id="57364" name="AutoShape 23">
            <a:hlinkClick r:id="rId4" highlightClick="1"/>
            <a:extLst>
              <a:ext uri="{FF2B5EF4-FFF2-40B4-BE49-F238E27FC236}">
                <a16:creationId xmlns:a16="http://schemas.microsoft.com/office/drawing/2014/main" id="{DEA515A1-E24B-0F9E-C04C-9F77024267C6}"/>
              </a:ext>
            </a:extLst>
          </p:cNvPr>
          <p:cNvSpPr>
            <a:spLocks noChangeArrowheads="1"/>
          </p:cNvSpPr>
          <p:nvPr/>
        </p:nvSpPr>
        <p:spPr bwMode="auto">
          <a:xfrm>
            <a:off x="900113" y="569753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26898</TotalTime>
  <Words>5480</Words>
  <Application>Microsoft Office PowerPoint</Application>
  <PresentationFormat>On-screen Show (4:3)</PresentationFormat>
  <Paragraphs>777</Paragraphs>
  <Slides>54</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63" baseType="lpstr">
      <vt:lpstr>Arial</vt:lpstr>
      <vt:lpstr>Book Antiqua</vt:lpstr>
      <vt:lpstr>Courier New</vt:lpstr>
      <vt:lpstr>Monotype Sorts</vt:lpstr>
      <vt:lpstr>Times New Roman</vt:lpstr>
      <vt:lpstr>Wingdings</vt:lpstr>
      <vt:lpstr>International</vt:lpstr>
      <vt:lpstr>Microsoft Word Picture</vt:lpstr>
      <vt:lpstr>Picture</vt:lpstr>
      <vt:lpstr>Chapter 25 Binary Search Trees</vt:lpstr>
      <vt:lpstr>Objectives</vt:lpstr>
      <vt:lpstr>Binary Trees</vt:lpstr>
      <vt:lpstr>See How a Binary Search Tree Works</vt:lpstr>
      <vt:lpstr>Binary Tree Terms</vt:lpstr>
      <vt:lpstr>Representing Binary Trees</vt:lpstr>
      <vt:lpstr>Searching an Element in a Binary Search Tree</vt:lpstr>
      <vt:lpstr>Inserting an Element to a Binary Search Tree</vt:lpstr>
      <vt:lpstr>Inserting an Element to a Binary Tree</vt:lpstr>
      <vt:lpstr>Trace Inserting 101 into the following tree</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Trace Inserting 101 into the following tree, cont.</vt:lpstr>
      <vt:lpstr>Inserting 59 into the Tree</vt:lpstr>
      <vt:lpstr>Tree Traversal</vt:lpstr>
      <vt:lpstr>Tree Traversal, cont.</vt:lpstr>
      <vt:lpstr>Tree Traversal, cont.</vt:lpstr>
      <vt:lpstr>The Tree Interface</vt:lpstr>
      <vt:lpstr>The BST Class</vt:lpstr>
      <vt:lpstr>Example: Using Binary Trees</vt:lpstr>
      <vt:lpstr>Tree After Insertions</vt:lpstr>
      <vt:lpstr>Deleting Elements in a Binary Search Tree </vt:lpstr>
      <vt:lpstr>Deleting Elements in a Binary Search Tree</vt:lpstr>
      <vt:lpstr>Deleting Elements in a Binary Search Tree</vt:lpstr>
      <vt:lpstr>Deleting Elements in a Binary Search Tree</vt:lpstr>
      <vt:lpstr>Deleting Elements in a Binary Search Tree</vt:lpstr>
      <vt:lpstr>Deleting Elements in a Binary Search Tree</vt:lpstr>
      <vt:lpstr>Examples</vt:lpstr>
      <vt:lpstr>Examples</vt:lpstr>
      <vt:lpstr>Examples</vt:lpstr>
      <vt:lpstr>binary tree time complexity </vt:lpstr>
      <vt:lpstr>Tree Visualization</vt:lpstr>
      <vt:lpstr>Iterators </vt:lpstr>
      <vt:lpstr>Data Compression: Huffman Coding </vt:lpstr>
      <vt:lpstr>See How a Binary Tree Works</vt:lpstr>
      <vt:lpstr>Constructing Huffman Tree</vt:lpstr>
      <vt:lpstr>Constructing Huffman Tree</vt:lpstr>
      <vt:lpstr>Constructing Huffman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Java Data Structures</dc:title>
  <dc:creator>Y. Daniel Liang</dc:creator>
  <cp:lastModifiedBy>Hisham Haddad</cp:lastModifiedBy>
  <cp:revision>198</cp:revision>
  <dcterms:created xsi:type="dcterms:W3CDTF">1995-06-10T17:31:50Z</dcterms:created>
  <dcterms:modified xsi:type="dcterms:W3CDTF">2026-04-10T13:45:18Z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isReadingOrderVerified":"true","pageNumber":0,"geomIndex":-1,"issueTypeId":"ReadingOrderIssue:PPTX","dismiss":false,"pageNumbers":[4],"coordinatesList":[[10.0,10.0,2.0,2.0]]},{"pageNumber":0,"geomIndex":742,"lastGeomIndex":791,"textElement":"www.cs.armstrong.edu/liang/animation/web/BST.html","tableIndex":-1,"rowIndex":-1,"cellIndex":-1,"fontColor":"#009c47","identifiers":{"PARAGRAPH_ID":"18","RUN_ID":"0","SLIDE_ID":"3"},"issueDetails":{"luminance25":"1.0","isHeader":"true","luminance75":"1.0","textColor":"00b050"},"issueTypeId":"LowContrastIssue:PPTX","dismiss":false,"pageNumbers":[4],"coordinatesList":[[40.63199996948242,149.69000244140625,640.4154853820801,52.992173194885254]]},{"pageNumber":0,"geomIndex":-1,"decorative":true,"imageIndex":14,"identifiers":{},"issueTypeId":"MissingAlternativeTextIssue:PPTX","dismiss":false,"pageNumbers":[4],"coordinatesList":[[56.625,481.75,618.0,285.5]]},{"isReadingOrderVerified":"true","pageNumber":0,"geomIndex":-1,"issueTypeId":"ReadingOrderIssue:PPTX","dismiss":false,"pageNumbers":[5],"coordinatesList":[[10.0,10.0,2.0,2.0]]},{"isReadingOrderVerified":"true","pageNumber":0,"geomIndex":-1,"issueTypeId":"ReadingOrderIssue:PPTX","dismiss":false,"pageNumbers":[6],"coordinatesList":[[10.0,10.0,2.0,2.0]]},{"pageNumber":0,"geomIndex":-1,"decorative":true,"imageIndex":17,"identifiers":{},"issueTypeId":"MissingAlternativeTextIssue:PPTX","dismiss":false,"pageNumbers":[6],"coordinatesList":[[0.0,468.0,390.75,237.75]]},{"isReadingOrderVerified":"true","pageNumber":0,"geomIndex":-1,"issueTypeId":"ReadingOrderIssue:PPTX","dismiss":false,"pageNumbers":[7],"coordinatesList":[[10.0,10.0,2.0,2.0]]},{"isReadingOrderVerified":"true","pageNumber":0,"geomIndex":-1,"issueTypeId":"ReadingOrderIssue:PPTX","dismiss":false,"pageNumbers":[8],"coordinatesList":[[10.0,10.0,2.0,2.0]]},{"isReadingOrderVerified":"true","pageNumber":0,"geomIndex":-1,"issueTypeId":"ReadingOrderIssue:PPTX","dismiss":false,"pageNumbers":[9],"coordinatesList":[[10.0,10.0,2.0,2.0]]},{"isReadingOrderVerified":"true","pageNumber":0,"geomIndex":-1,"issueTypeId":"ReadingOrderIssue:PPTX","dismiss":false,"pageNumbers":[10],"coordinatesList":[[10.0,10.0,2.0,2.0]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[14],"coordinatesList":[[10.0,10.0,2.0,2.0]]},{"isReadingOrderVerified":"true","pageNumber":0,"geomIndex":-1,"issueTypeId":"ReadingOrderIssue:PPTX","dismiss":false,"pageNumbers":[15],"coordinatesList":[[10.0,10.0,2.0,2.0]]},{"isReadingOrderVerified":"true","pageNumber":0,"geomIndex":-1,"issueTypeId":"ReadingOrderIssue:PPTX","dismiss":false,"pageNumbers":[16],"coordinatesList":[[10.0,10.0,2.0,2.0]]},{"isReadingOrderVerified":"true","pageNumber":0,"geomIndex":-1,"issueTypeId":"ReadingOrderIssue:PPTX","dismiss":false,"pageNumbers":[17],"coordinatesList":[[10.0,10.0,2.0,2.0]]},{"isReadingOrderVerified":"true","pageNumber":0,"geomIndex":-1,"issueTypeId":"ReadingOrderIssue:PPTX","dismiss":false,"pageNumbers":[18],"coordinatesList":[[10.0,10.0,2.0,2.0]]},{"isReadingOrderVerified":"true","pageNumber":0,"geomIndex":-1,"issueTypeId":"ReadingOrderIssue:PPTX","dismiss":false,"pageNumbers":[19],"coordinatesList":[[10.0,10.0,2.0,2.0]]},{"isReadingOrderVerified":"true","pageNumber":0,"geomIndex":-1,"issueTypeId":"ReadingOrderIssue:PPTX","dismiss":false,"pageNumbers":[20],"coordinatesList":[[10.0,10.0,2.0,2.0]]},{"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isReadingOrderVerified":"true","pageNumber":0,"geomIndex":-1,"issueTypeId":"ReadingOrderIssue:PPTX","dismiss":false,"pageNumbers":[24],"coordinatesList":[[10.0,10.0,2.0,2.0]]},{"isReadingOrderVerified":"true","pageNumber":0,"geomIndex":-1,"issueTypeId":"ReadingOrderIssue:PPTX","dismiss":false,"pageNumbers":[25],"coordinatesList":[[10.0,10.0,2.0,2.0]]},{"isReadingOrderVerified":"true","pageNumber":0,"geomIndex":-1,"issueTypeId":"ReadingOrderIssue:PPTX","dismiss":false,"pageNumbers":[26],"coordinatesList":[[10.0,10.0,2.0,2.0]]},{"isReadingOrderVerified":"true","pageNumber":0,"geomIndex":-1,"issueTypeId":"ReadingOrderIssue:PPTX","dismiss":false,"pageNumbers":[27],"coordinatesList":[[10.0,10.0,2.0,2.0]]},{"isReadingOrderVerified":"true","pageNumber":0,"geomIndex":-1,"issueTypeId":"ReadingOrderIssue:PPTX","dismiss":false,"pageNumbers":[28],"coordinatesList":[[10.0,10.0,2.0,2.0]]},{"isReadingOrderVerified":"true","pageNumber":0,"geomIndex":-1,"issueTypeId":"ReadingOrderIssue:PPTX","dismiss":false,"pageNumbers":[29],"coordinatesList":[[10.0,10.0,2.0,2.0]]},{"isReadingOrderVerified":"true","pageNumber":0,"geomIndex":-1,"issueTypeId":"ReadingOrderIssue:PPTX","dismiss":false,"pageNumbers":[30],"coordinatesList":[[10.0,10.0,2.0,2.0]]},{"isReadingOrderVerified":"true","pageNumber":0,"geomIndex":-1,"issueTypeId":"ReadingOrderIssue:PPTX","dismiss":false,"pageNumbers":[31],"coordinatesList":[[10.0,10.0,2.0,2.0]]},{"isReadingOrderVerified":"true","pageNumber":0,"geomIndex":-1,"issueTypeId":"ReadingOrderIssue:PPTX","dismiss":false,"pageNumbers":[32],"coordinatesList":[[10.0,10.0,2.0,2.0]]},{"isReadingOrderVerified":"true","pageNumber":0,"geomIndex":-1,"issueTypeId":"ReadingOrderIssue:PPTX","dismiss":false,"pageNumbers":[33],"coordinatesList":[[10.0,10.0,2.0,2.0]]},{"isReadingOrderVerified":"true","pageNumber":0,"geomIndex":-1,"issueTypeId":"ReadingOrderIssue:PPTX","dismiss":false,"pageNumbers":[34],"coordinatesList":[[10.0,10.0,2.0,2.0]]},{"pageNumber":0,"geomIndex":-1,"decorative":true,"imageIndex":1,"identifiers":{},"issueTypeId":"MissingAlternativeTextIssue:PPTX","dismiss":false,"pageNumbers":[34],"coordinatesList":[[8.5,437.25,607.75,367.1199951171875]]},{"isReadingOrderVerified":"true","pageNumber":0,"geomIndex":-1,"issueTypeId":"ReadingOrderIssue:PPTX","dismiss":false,"pageNumbers":[35],"coordinatesList":[[10.0,10.0,2.0,2.0]]},{"pageNumber":0,"geomIndex":15801,"lastGeomIndex":15804,"textElement":"BST","tableIndex":-1,"rowIndex":-1,"cellIndex":-1,"fontColor":"#009c47","identifiers":{"PARAGRAPH_ID":"709","RUN_ID":"0","SLIDE_ID":"34"},"issueDetails":{"luminance25":"0.316298551618885","isHeader":"true","luminance75":"0.316298551618885","textColor":"cbcbcb"},"issueTypeId":"LowContrastIssue:PPTX","dismiss":false,"pageNumbers":[35],"coordinatesList":[[561.02001953125,197.08999633789062,41.9759521484375,12.107999801635742]]},{"pageNumber":0,"geomIndex":-1,"decorative":true,"imageIndex":21,"identifiers":{},"issueTypeId":"MissingAlternativeTextIssue:PPTX","dismiss":false,"pageNumbers":[35],"coordinatesList":[[4.25,473.625,706.8699951171875,223.5]]},{"isReadingOrderVerified":"true","pageNumber":0,"geomIndex":-1,"issueTypeId":"ReadingOrderIssue:PPTX","dismiss":false,"pageNumbers":[36],"coordinatesList":[[10.0,10.0,2.0,2.0]]},{"pageNumber":0,"geomIndex":15951,"lastGeomIndex":15958,"textElement":"TestBST","tableIndex":-1,"rowIndex":-1,"cellIndex":-1,"fontColor":"#009c47","identifiers":{"PARAGRAPH_ID":"713","RUN_ID":"0","SLIDE_ID":"35"},"issueDetails":{"luminance25":"0.316298551618885","isHeader":"true","luminance75":"0.316298551618885","textColor":"cbcbcb"},"issueTypeId":"LowContrastIssue:PPTX","dismiss":false,"pageNumbers":[36],"coordinatesList":[[310.8999938964844,461.135986328125,86.23202514648438,12.107999801635742]]},{"isReadingOrderVerified":"true","pageNumber":0,"geomIndex":-1,"issueTypeId":"ReadingOrderIssue:PPTX","dismiss":false,"pageNumbers":[37],"coordinatesList":[[10.0,10.0,2.0,2.0]]},{"isReadingOrderVerified":"true","pageNumber":0,"geomIndex":-1,"issueTypeId":"ReadingOrderIssue:PPTX","dismiss":false,"pageNumbers":[38],"coordinatesList":[[10.0,10.0,2.0,2.0]]},{"isReadingOrderVerified":"true","pageNumber":0,"geomIndex":-1,"issueTypeId":"ReadingOrderIssue:PPTX","dismiss":false,"pageNumbers":[39],"coordinatesList":[[10.0,10.0,2.0,2.0]]},{"isReadingOrderVerified":"true","pageNumber":0,"geomIndex":-1,"issueTypeId":"ReadingOrderIssue:PPTX","dismiss":false,"pageNumbers":[40],"coordinatesList":[[10.0,10.0,2.0,2.0]]},{"isReadingOrderVerified":"true","pageNumber":0,"geomIndex":-1,"issueTypeId":"ReadingOrderIssue:PPTX","dismiss":false,"pageNumbers":[41],"coordinatesList":[[10.0,10.0,2.0,2.0]]},{"isReadingOrderVerified":"true","pageNumber":0,"geomIndex":-1,"issueTypeId":"ReadingOrderIssue:PPTX","dismiss":false,"pageNumbers":[42],"coordinatesList":[[10.0,10.0,2.0,2.0]]},{"isReadingOrderVerified":"true","pageNumber":0,"geomIndex":-1,"issueTypeId":"ReadingOrderIssue:PPTX","dismiss":false,"pageNumbers":[43],"coordinatesList":[[10.0,10.0,2.0,2.0]]},{"isReadingOrderVerified":"true","pageNumber":0,"geomIndex":-1,"issueTypeId":"ReadingOrderIssue:PPTX","dismiss":false,"pageNumbers":[44],"coordinatesList":[[10.0,10.0,2.0,2.0]]},{"isReadingOrderVerified":"true","pageNumber":0,"geomIndex":-1,"issueTypeId":"ReadingOrderIssue:PPTX","dismiss":false,"pageNumbers":[45],"coordinatesList":[[10.0,10.0,2.0,2.0]]},{"isReadingOrderVerified":"true","pageNumber":0,"geomIndex":-1,"issueTypeId":"ReadingOrderIssue:PPTX","dismiss":false,"pageNumbers":[46],"coordinatesList":[[10.0,10.0,2.0,2.0]]},{"pageNumber":0,"geomIndex":17413,"lastGeomIndex":17426,"textElement":"TestBSTDelete","tableIndex":-1,"rowIndex":-1,"cellIndex":-1,"fontColor":"#009c47","identifiers":{"PARAGRAPH_ID":"744","RUN_ID":"0","SLIDE_ID":"45"},"issueDetails":{"luminance25":"0.316298551618885","isHeader":"true","luminance75":"0.316298551618885","textColor":"cbcbcb"},"issueTypeId":"LowContrastIssue:PPTX","dismiss":false,"pageNumbers":[46],"coordinatesList":[[250.05999755859375,459.5039978027344,154.15203857421875,12.107999801635742]]},{"isReadingOrderVerified":"true","pageNumber":0,"geomIndex":-1,"issueTypeId":"ReadingOrderIssue:PPTX","dismiss":false,"pageNumbers":[47],"coordinatesList":[[10.0,10.0,2.0,2.0]]},{"isReadingOrderVerified":"true","pageNumber":0,"geomIndex":-1,"issueTypeId":"ReadingOrderIssue:PPTX","dismiss":false,"pageNumbers":[48],"coordinatesList":[[10.0,10.0,2.0,2.0]]},{"pageNumber":0,"geomIndex":17689,"lastGeomIndex":17695,"textElement":"BTView","tableIndex":-1,"rowIndex":-1,"cellIndex":-1,"fontColor":"#009c47","identifiers":{"PARAGRAPH_ID":"751","RUN_ID":"0","SLIDE_ID":"47"},"issueDetails":{"luminance25":"0.316298551618885","isHeader":"true","luminance75":"0.316298551618885","textColor":"cbcbcb"},"issueTypeId":"LowContrastIssue:PPTX","dismiss":false,"pageNumbers":[48],"coordinatesList":[[165.6199951171875,476.5199890136719,85.20001220703125,12.107999801635742]]},{"pageNumber":0,"geomIndex":17698,"lastGeomIndex":17710,"textElement":"BSTAnimation","tableIndex":-1,"rowIndex":-1,"cellIndex":-1,"fontColor":"#009c47","identifiers":{"PARAGRAPH_ID":"753","RUN_ID":"0","SLIDE_ID":"47"},"issueDetails":{"luminance25":"0.316298551618885","isHeader":"true","luminance75":"0.316298551618885","textColor":"cbcbcb"},"issueTypeId":"LowContrastIssue:PPTX","dismiss":false,"pageNumbers":[48],"coordinatesList":[[129.83999633789062,405.6199951171875,156.64801025390625,12.107999801635742]]},{"pageNumber":0,"geomIndex":-1,"decorative":true,"imageIndex":26,"identifiers":{},"issueTypeId":"MissingAlternativeTextIssue:PPTX","dismiss":false,"pageNumbers":[48],"coordinatesList":[[19.75,338.8699951171875,331.75,222.0]]},{"pageNumber":0,"geomIndex":-1,"decorative":true,"imageIndex":27,"identifiers":{},"issueTypeId":"MissingAlternativeTextIssue:PPTX","dismiss":false,"pageNumbers":[48],"coordinatesList":[[360.0,338.8699951171875,331.75,222.0]]},{"isReadingOrderVerified":"true","pageNumber":0,"geomIndex":-1,"issueTypeId":"ReadingOrderIssue:PPTX","dismiss":false,"pageNumbers":[49],"coordinatesList":[[10.0,10.0,2.0,2.0]]},{"pageNumber":0,"geomIndex":17831,"lastGeomIndex":17850,"textElement":"TestBSTWithIterator","tableIndex":-1,"rowIndex":-1,"cellIndex":-1,"fontColor":"#009c47","identifiers":{"PARAGRAPH_ID":"757","RUN_ID":"0","SLIDE_ID":"48"},"issueDetails":{"luminance25":"0.316298551618885","isHeader":"true","luminance75":"0.316298551618885","textColor":"cbcbcb"},"issueTypeId":"LowContrastIssue:PPTX","dismiss":false,"pageNumbers":[49],"coordinatesList":[[184.33999633789062,483.45599365234375,218.16009521484375,12.107999801635742]]},{"pageNumber":0,"geomIndex":-1,"decorative":true,"imageIndex":19,"identifiers":{},"issueTypeId":"MissingAlternativeTextIssue:PPTX","dismiss":false,"pageNumbers":[49],"coordinatesList":[[11.5,396.75,684.75,171.75]]},{"isReadingOrderVerified":"true","pageNumber":0,"geomIndex":-1,"issueTypeId":"ReadingOrderIssue:PPTX","dismiss":false,"pageNumbers":[50],"coordinatesList":[[10.0,10.0,2.0,2.0]]},{"isReadingOrderVerified":"true","pageNumber":0,"geomIndex":-1,"issueTypeId":"ReadingOrderIssue:PPTX","dismiss":false,"pageNumbers":[51],"coordinatesList":[[10.0,10.0,2.0,2.0]]},{"pageNumber":0,"geomIndex":18152,"lastGeomIndex":18216,"textElement":"www.cs.armstrong.edu/liang/animation/HuffmanCodingAnimation.html","tableIndex":-1,"rowIndex":-1,"cellIndex":-1,"fontColor":"#009c47","identifiers":{"PARAGRAPH_ID":"764","RUN_ID":"0","SLIDE_ID":"50"},"issueDetails":{"luminance25":"1.0","isHeader":"true","luminance75":"1.0","textColor":"00b050"},"issueTypeId":"LowContrastIssue:PPTX","dismiss":false,"pageNumbers":[51],"coordinatesList":[[32.01599884033203,138.30999755859375,628.3043746948242,52.96217441558838]]},{"pageNumber":0,"geomIndex":-1,"decorative":true,"imageIndex":14,"identifiers":{},"issueTypeId":"MissingAlternativeTextIssue:PPTX","dismiss":false,"pageNumbers":[51],"coordinatesList":[[19.75,492.25,700.25,310.1199951171875]]},{"isReadingOrderVerified":"true","pageNumber":0,"geomIndex":-1,"issueTypeId":"ReadingOrderIssue:PPTX","dismiss":false,"pageNumbers":[52],"coordinatesList":[[10.0,10.0,2.0,2.0]]},{"isReadingOrderVerified":"true","pageNumber":0,"geomIndex":-1,"issueTypeId":"ReadingOrderIssue:PPTX","dismiss":false,"pageNumbers":[53],"coordinatesList":[[10.0,10.0,2.0,2.0]]},{"isReadingOrderVerified":"true","pageNumber":0,"geomIndex":-1,"issueTypeId":"ReadingOrderIssue:PPTX","dismiss":false,"pageNumbers":[54],"coordinatesList":[[10.0,10.0,2.0,2.0]]},{"pageNumber":0,"geomIndex":18626,"lastGeomIndex":18637,"textElement":"HuffmanCode","tableIndex":-1,"rowIndex":-1,"cellIndex":-1,"fontColor":"#009c47","identifiers":{"PARAGRAPH_ID":"775","RUN_ID":"0","SLIDE_ID":"53"},"issueDetails":{"luminance25":"0.316298551618885","isHeader":"true","luminance75":"0.316298551618885","textColor":"cbcbcb"},"issueTypeId":"LowContrastIssue:PPTX","dismiss":false,"pageNumbers":[54],"coordinatesList":[[216.3800048828125,483.45599365234375,153.93597412109375,12.107999801635742]]}]</vt:lpwstr>
  </property>
  <property fmtid="{D5CDD505-2E9C-101B-9397-08002B2CF9AE}" pid="3" name="ReadingOrderVerifiedPages">
    <vt:lpwstr>1,2,3,4,5,6,7,8,9,10,11,12,13,14,15,16,17,18,19,20,21,22,23,24,25,26,27,28,29,30,31,32,33,34,35,36,37,38,39,40,41,42,43,44,45,46,47,48,49,50,51,52,53,54</vt:lpwstr>
  </property>
</Properties>
</file>