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6"/>
  </p:notesMasterIdLst>
  <p:handoutMasterIdLst>
    <p:handoutMasterId r:id="rId37"/>
  </p:handoutMasterIdLst>
  <p:sldIdLst>
    <p:sldId id="256" r:id="rId2"/>
    <p:sldId id="283" r:id="rId3"/>
    <p:sldId id="257" r:id="rId4"/>
    <p:sldId id="377" r:id="rId5"/>
    <p:sldId id="287" r:id="rId6"/>
    <p:sldId id="293" r:id="rId7"/>
    <p:sldId id="380" r:id="rId8"/>
    <p:sldId id="357" r:id="rId9"/>
    <p:sldId id="358" r:id="rId10"/>
    <p:sldId id="372" r:id="rId11"/>
    <p:sldId id="373" r:id="rId12"/>
    <p:sldId id="374" r:id="rId13"/>
    <p:sldId id="375" r:id="rId14"/>
    <p:sldId id="376" r:id="rId15"/>
    <p:sldId id="384" r:id="rId16"/>
    <p:sldId id="385" r:id="rId17"/>
    <p:sldId id="288" r:id="rId18"/>
    <p:sldId id="378" r:id="rId19"/>
    <p:sldId id="371" r:id="rId20"/>
    <p:sldId id="294" r:id="rId21"/>
    <p:sldId id="360" r:id="rId22"/>
    <p:sldId id="295" r:id="rId23"/>
    <p:sldId id="361" r:id="rId24"/>
    <p:sldId id="297" r:id="rId25"/>
    <p:sldId id="383" r:id="rId26"/>
    <p:sldId id="366" r:id="rId27"/>
    <p:sldId id="362" r:id="rId28"/>
    <p:sldId id="363" r:id="rId29"/>
    <p:sldId id="364" r:id="rId30"/>
    <p:sldId id="365" r:id="rId31"/>
    <p:sldId id="302" r:id="rId32"/>
    <p:sldId id="381" r:id="rId33"/>
    <p:sldId id="386" r:id="rId34"/>
    <p:sldId id="382" r:id="rId35"/>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576">
          <p15:clr>
            <a:srgbClr val="A4A3A4"/>
          </p15:clr>
        </p15:guide>
        <p15:guide id="2" pos="576">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50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324" autoAdjust="0"/>
    <p:restoredTop sz="94630" autoAdjust="0"/>
  </p:normalViewPr>
  <p:slideViewPr>
    <p:cSldViewPr>
      <p:cViewPr varScale="1">
        <p:scale>
          <a:sx n="72" d="100"/>
          <a:sy n="72" d="100"/>
        </p:scale>
        <p:origin x="1013" y="96"/>
      </p:cViewPr>
      <p:guideLst>
        <p:guide orient="horz" pos="576"/>
        <p:guide pos="5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6528"/>
    </p:cViewPr>
  </p:sorterViewPr>
  <p:notesViewPr>
    <p:cSldViewPr>
      <p:cViewPr varScale="1">
        <p:scale>
          <a:sx n="40" d="100"/>
          <a:sy n="40" d="100"/>
        </p:scale>
        <p:origin x="-1404" y="-78"/>
      </p:cViewPr>
      <p:guideLst>
        <p:guide orient="horz" pos="2160"/>
        <p:guide pos="288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DE0A08FB-255E-6DC3-E106-0BEB4F5D1CFB}"/>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defRPr sz="1000" i="1"/>
            </a:lvl1pPr>
          </a:lstStyle>
          <a:p>
            <a:pPr>
              <a:defRPr/>
            </a:pPr>
            <a:endParaRPr lang="en-US"/>
          </a:p>
        </p:txBody>
      </p:sp>
      <p:sp>
        <p:nvSpPr>
          <p:cNvPr id="2051" name="Rectangle 3">
            <a:extLst>
              <a:ext uri="{FF2B5EF4-FFF2-40B4-BE49-F238E27FC236}">
                <a16:creationId xmlns:a16="http://schemas.microsoft.com/office/drawing/2014/main" id="{8F2158AB-0F59-EE6F-4D1E-72D5247BF985}"/>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lgn="r">
              <a:defRPr sz="1000" i="1"/>
            </a:lvl1pPr>
          </a:lstStyle>
          <a:p>
            <a:pPr>
              <a:defRPr/>
            </a:pPr>
            <a:endParaRPr lang="en-US"/>
          </a:p>
        </p:txBody>
      </p:sp>
      <p:sp>
        <p:nvSpPr>
          <p:cNvPr id="37892" name="Rectangle 4">
            <a:extLst>
              <a:ext uri="{FF2B5EF4-FFF2-40B4-BE49-F238E27FC236}">
                <a16:creationId xmlns:a16="http://schemas.microsoft.com/office/drawing/2014/main" id="{1A10A439-9785-881D-3F5A-96A8899BFBDF}"/>
              </a:ext>
            </a:extLst>
          </p:cNvPr>
          <p:cNvSpPr>
            <a:spLocks noGrp="1" noRot="1" noChangeAspect="1" noChangeArrowheads="1" noTextEdit="1"/>
          </p:cNvSpPr>
          <p:nvPr>
            <p:ph type="sldImg" idx="2"/>
          </p:nvPr>
        </p:nvSpPr>
        <p:spPr bwMode="auto">
          <a:xfrm>
            <a:off x="1150938" y="692150"/>
            <a:ext cx="4556125" cy="34163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53" name="Rectangle 5">
            <a:extLst>
              <a:ext uri="{FF2B5EF4-FFF2-40B4-BE49-F238E27FC236}">
                <a16:creationId xmlns:a16="http://schemas.microsoft.com/office/drawing/2014/main" id="{711A6EFB-56FE-E407-864B-08BE78601211}"/>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54" name="Rectangle 6">
            <a:extLst>
              <a:ext uri="{FF2B5EF4-FFF2-40B4-BE49-F238E27FC236}">
                <a16:creationId xmlns:a16="http://schemas.microsoft.com/office/drawing/2014/main" id="{BE2E17C2-660E-3659-1B2C-8FFD961AFBB6}"/>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defRPr sz="1000" i="1"/>
            </a:lvl1pPr>
          </a:lstStyle>
          <a:p>
            <a:pPr>
              <a:defRPr/>
            </a:pPr>
            <a:endParaRPr lang="en-US"/>
          </a:p>
        </p:txBody>
      </p:sp>
      <p:sp>
        <p:nvSpPr>
          <p:cNvPr id="2055" name="Rectangle 7">
            <a:extLst>
              <a:ext uri="{FF2B5EF4-FFF2-40B4-BE49-F238E27FC236}">
                <a16:creationId xmlns:a16="http://schemas.microsoft.com/office/drawing/2014/main" id="{6444F9B4-A040-07DB-39E6-53790482AAD5}"/>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lgn="r">
              <a:defRPr sz="1000" i="1"/>
            </a:lvl1pPr>
          </a:lstStyle>
          <a:p>
            <a:fld id="{E0825963-B224-403A-80C3-79881051A40E}"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a:extLst>
              <a:ext uri="{FF2B5EF4-FFF2-40B4-BE49-F238E27FC236}">
                <a16:creationId xmlns:a16="http://schemas.microsoft.com/office/drawing/2014/main" id="{7DC75344-E8A1-4BF1-F963-7BDD6EBDB619}"/>
              </a:ext>
            </a:extLst>
          </p:cNvPr>
          <p:cNvSpPr>
            <a:spLocks noGrp="1" noRot="1" noChangeAspect="1" noTextEdit="1"/>
          </p:cNvSpPr>
          <p:nvPr>
            <p:ph type="sldImg"/>
          </p:nvPr>
        </p:nvSpPr>
        <p:spPr>
          <a:ln/>
        </p:spPr>
      </p:sp>
      <p:sp>
        <p:nvSpPr>
          <p:cNvPr id="38915" name="Notes Placeholder 2">
            <a:extLst>
              <a:ext uri="{FF2B5EF4-FFF2-40B4-BE49-F238E27FC236}">
                <a16:creationId xmlns:a16="http://schemas.microsoft.com/office/drawing/2014/main" id="{73FAD37E-7DF8-FF86-1B57-FB6FA86750D0}"/>
              </a:ext>
            </a:extLst>
          </p:cNvPr>
          <p:cNvSpPr>
            <a:spLocks noGrp="1"/>
          </p:cNvSpPr>
          <p:nvPr>
            <p:ph type="body" idx="1"/>
          </p:nvPr>
        </p:nvSpPr>
        <p:spPr>
          <a:noFill/>
        </p:spPr>
        <p:txBody>
          <a:bodyPr/>
          <a:lstStyle/>
          <a:p>
            <a:endParaRPr lang="en-US" altLang="en-US"/>
          </a:p>
        </p:txBody>
      </p:sp>
      <p:sp>
        <p:nvSpPr>
          <p:cNvPr id="38916" name="Slide Number Placeholder 3">
            <a:extLst>
              <a:ext uri="{FF2B5EF4-FFF2-40B4-BE49-F238E27FC236}">
                <a16:creationId xmlns:a16="http://schemas.microsoft.com/office/drawing/2014/main" id="{D1FE6ED1-D6FF-0DCD-28C7-8399E3FBF9F8}"/>
              </a:ext>
            </a:extLst>
          </p:cNvPr>
          <p:cNvSpPr>
            <a:spLocks noGrp="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E72011AE-EE87-4976-AF8D-D5EBCA44F027}" type="slidenum">
              <a:rPr lang="en-US" altLang="en-US" sz="1000"/>
              <a:pPr/>
              <a:t>14</a:t>
            </a:fld>
            <a:endParaRPr lang="en-US" altLang="en-US" sz="10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31">
            <a:extLst>
              <a:ext uri="{FF2B5EF4-FFF2-40B4-BE49-F238E27FC236}">
                <a16:creationId xmlns:a16="http://schemas.microsoft.com/office/drawing/2014/main" id="{9D811E92-9F36-96AA-3F51-A37AA7527946}"/>
              </a:ext>
            </a:extLst>
          </p:cNvPr>
          <p:cNvGrpSpPr>
            <a:grpSpLocks/>
          </p:cNvGrpSpPr>
          <p:nvPr/>
        </p:nvGrpSpPr>
        <p:grpSpPr bwMode="auto">
          <a:xfrm>
            <a:off x="0" y="114300"/>
            <a:ext cx="9142413" cy="6742113"/>
            <a:chOff x="0" y="72"/>
            <a:chExt cx="5759" cy="4247"/>
          </a:xfrm>
        </p:grpSpPr>
        <p:sp>
          <p:nvSpPr>
            <p:cNvPr id="3" name="Rectangle 2">
              <a:extLst>
                <a:ext uri="{FF2B5EF4-FFF2-40B4-BE49-F238E27FC236}">
                  <a16:creationId xmlns:a16="http://schemas.microsoft.com/office/drawing/2014/main" id="{16E8A632-4883-F023-20AA-102F1CCA0629}"/>
                </a:ext>
              </a:extLst>
            </p:cNvPr>
            <p:cNvSpPr>
              <a:spLocks noChangeArrowheads="1"/>
            </p:cNvSpPr>
            <p:nvPr/>
          </p:nvSpPr>
          <p:spPr bwMode="hidden">
            <a:xfrm>
              <a:off x="0" y="2112"/>
              <a:ext cx="5759" cy="220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4" name="Group 30">
              <a:extLst>
                <a:ext uri="{FF2B5EF4-FFF2-40B4-BE49-F238E27FC236}">
                  <a16:creationId xmlns:a16="http://schemas.microsoft.com/office/drawing/2014/main" id="{74259F59-D15D-A633-D9DF-87E5308E9737}"/>
                </a:ext>
              </a:extLst>
            </p:cNvPr>
            <p:cNvGrpSpPr>
              <a:grpSpLocks/>
            </p:cNvGrpSpPr>
            <p:nvPr/>
          </p:nvGrpSpPr>
          <p:grpSpPr bwMode="auto">
            <a:xfrm>
              <a:off x="0" y="72"/>
              <a:ext cx="5759" cy="2040"/>
              <a:chOff x="0" y="72"/>
              <a:chExt cx="5759" cy="2040"/>
            </a:xfrm>
          </p:grpSpPr>
          <p:sp>
            <p:nvSpPr>
              <p:cNvPr id="5" name="Rectangle 3">
                <a:extLst>
                  <a:ext uri="{FF2B5EF4-FFF2-40B4-BE49-F238E27FC236}">
                    <a16:creationId xmlns:a16="http://schemas.microsoft.com/office/drawing/2014/main" id="{15442800-19AF-755E-7013-335BE4DE2900}"/>
                  </a:ext>
                </a:extLst>
              </p:cNvPr>
              <p:cNvSpPr>
                <a:spLocks noChangeArrowheads="1"/>
              </p:cNvSpPr>
              <p:nvPr/>
            </p:nvSpPr>
            <p:spPr bwMode="hidden">
              <a:xfrm>
                <a:off x="0" y="1872"/>
                <a:ext cx="5759" cy="240"/>
              </a:xfrm>
              <a:prstGeom prst="rect">
                <a:avLst/>
              </a:prstGeom>
              <a:gradFill rotWithShape="0">
                <a:gsLst>
                  <a:gs pos="0">
                    <a:schemeClr val="bg1"/>
                  </a:gs>
                  <a:gs pos="100000">
                    <a:schemeClr val="hlink"/>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6" name="Group 9">
                <a:extLst>
                  <a:ext uri="{FF2B5EF4-FFF2-40B4-BE49-F238E27FC236}">
                    <a16:creationId xmlns:a16="http://schemas.microsoft.com/office/drawing/2014/main" id="{03C09333-312C-36BD-B55A-DB738E6D3377}"/>
                  </a:ext>
                </a:extLst>
              </p:cNvPr>
              <p:cNvGrpSpPr>
                <a:grpSpLocks/>
              </p:cNvGrpSpPr>
              <p:nvPr/>
            </p:nvGrpSpPr>
            <p:grpSpPr bwMode="auto">
              <a:xfrm>
                <a:off x="2289" y="72"/>
                <a:ext cx="1440" cy="1984"/>
                <a:chOff x="2289" y="72"/>
                <a:chExt cx="1440" cy="1984"/>
              </a:xfrm>
            </p:grpSpPr>
            <p:sp>
              <p:nvSpPr>
                <p:cNvPr id="27" name="Freeform 4">
                  <a:extLst>
                    <a:ext uri="{FF2B5EF4-FFF2-40B4-BE49-F238E27FC236}">
                      <a16:creationId xmlns:a16="http://schemas.microsoft.com/office/drawing/2014/main" id="{1F8AAB53-720D-47FC-9551-09F739CDF8B5}"/>
                    </a:ext>
                  </a:extLst>
                </p:cNvPr>
                <p:cNvSpPr>
                  <a:spLocks/>
                </p:cNvSpPr>
                <p:nvPr/>
              </p:nvSpPr>
              <p:spPr bwMode="ltGray">
                <a:xfrm>
                  <a:off x="2289" y="127"/>
                  <a:ext cx="1440" cy="1770"/>
                </a:xfrm>
                <a:custGeom>
                  <a:avLst/>
                  <a:gdLst>
                    <a:gd name="T0" fmla="*/ 901 w 1440"/>
                    <a:gd name="T1" fmla="*/ 33 h 1770"/>
                    <a:gd name="T2" fmla="*/ 1066 w 1440"/>
                    <a:gd name="T3" fmla="*/ 129 h 1770"/>
                    <a:gd name="T4" fmla="*/ 1207 w 1440"/>
                    <a:gd name="T5" fmla="*/ 256 h 1770"/>
                    <a:gd name="T6" fmla="*/ 1316 w 1440"/>
                    <a:gd name="T7" fmla="*/ 410 h 1770"/>
                    <a:gd name="T8" fmla="*/ 1394 w 1440"/>
                    <a:gd name="T9" fmla="*/ 581 h 1770"/>
                    <a:gd name="T10" fmla="*/ 1435 w 1440"/>
                    <a:gd name="T11" fmla="*/ 766 h 1770"/>
                    <a:gd name="T12" fmla="*/ 1435 w 1440"/>
                    <a:gd name="T13" fmla="*/ 958 h 1770"/>
                    <a:gd name="T14" fmla="*/ 1394 w 1440"/>
                    <a:gd name="T15" fmla="*/ 1143 h 1770"/>
                    <a:gd name="T16" fmla="*/ 1316 w 1440"/>
                    <a:gd name="T17" fmla="*/ 1314 h 1770"/>
                    <a:gd name="T18" fmla="*/ 1207 w 1440"/>
                    <a:gd name="T19" fmla="*/ 1468 h 1770"/>
                    <a:gd name="T20" fmla="*/ 1066 w 1440"/>
                    <a:gd name="T21" fmla="*/ 1597 h 1770"/>
                    <a:gd name="T22" fmla="*/ 901 w 1440"/>
                    <a:gd name="T23" fmla="*/ 1691 h 1770"/>
                    <a:gd name="T24" fmla="*/ 721 w 1440"/>
                    <a:gd name="T25" fmla="*/ 1749 h 1770"/>
                    <a:gd name="T26" fmla="*/ 533 w 1440"/>
                    <a:gd name="T27" fmla="*/ 1769 h 1770"/>
                    <a:gd name="T28" fmla="*/ 344 w 1440"/>
                    <a:gd name="T29" fmla="*/ 1749 h 1770"/>
                    <a:gd name="T30" fmla="*/ 165 w 1440"/>
                    <a:gd name="T31" fmla="*/ 1691 h 1770"/>
                    <a:gd name="T32" fmla="*/ 0 w 1440"/>
                    <a:gd name="T33" fmla="*/ 1597 h 1770"/>
                    <a:gd name="T34" fmla="*/ 125 w 1440"/>
                    <a:gd name="T35" fmla="*/ 1571 h 1770"/>
                    <a:gd name="T36" fmla="*/ 281 w 1440"/>
                    <a:gd name="T37" fmla="*/ 1640 h 1770"/>
                    <a:gd name="T38" fmla="*/ 446 w 1440"/>
                    <a:gd name="T39" fmla="*/ 1675 h 1770"/>
                    <a:gd name="T40" fmla="*/ 618 w 1440"/>
                    <a:gd name="T41" fmla="*/ 1675 h 1770"/>
                    <a:gd name="T42" fmla="*/ 785 w 1440"/>
                    <a:gd name="T43" fmla="*/ 1640 h 1770"/>
                    <a:gd name="T44" fmla="*/ 941 w 1440"/>
                    <a:gd name="T45" fmla="*/ 1571 h 1770"/>
                    <a:gd name="T46" fmla="*/ 1080 w 1440"/>
                    <a:gd name="T47" fmla="*/ 1470 h 1770"/>
                    <a:gd name="T48" fmla="*/ 1194 w 1440"/>
                    <a:gd name="T49" fmla="*/ 1343 h 1770"/>
                    <a:gd name="T50" fmla="*/ 1281 w 1440"/>
                    <a:gd name="T51" fmla="*/ 1194 h 1770"/>
                    <a:gd name="T52" fmla="*/ 1332 w 1440"/>
                    <a:gd name="T53" fmla="*/ 1032 h 1770"/>
                    <a:gd name="T54" fmla="*/ 1350 w 1440"/>
                    <a:gd name="T55" fmla="*/ 862 h 1770"/>
                    <a:gd name="T56" fmla="*/ 1332 w 1440"/>
                    <a:gd name="T57" fmla="*/ 691 h 1770"/>
                    <a:gd name="T58" fmla="*/ 1281 w 1440"/>
                    <a:gd name="T59" fmla="*/ 530 h 1770"/>
                    <a:gd name="T60" fmla="*/ 1194 w 1440"/>
                    <a:gd name="T61" fmla="*/ 381 h 1770"/>
                    <a:gd name="T62" fmla="*/ 1080 w 1440"/>
                    <a:gd name="T63" fmla="*/ 254 h 1770"/>
                    <a:gd name="T64" fmla="*/ 941 w 1440"/>
                    <a:gd name="T65" fmla="*/ 154 h 1770"/>
                    <a:gd name="T66" fmla="*/ 785 w 1440"/>
                    <a:gd name="T67" fmla="*/ 85 h 1770"/>
                    <a:gd name="T68" fmla="*/ 812 w 1440"/>
                    <a:gd name="T69" fmla="*/ 0 h 177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440" h="1770">
                      <a:moveTo>
                        <a:pt x="812" y="0"/>
                      </a:moveTo>
                      <a:lnTo>
                        <a:pt x="901" y="33"/>
                      </a:lnTo>
                      <a:lnTo>
                        <a:pt x="986" y="78"/>
                      </a:lnTo>
                      <a:lnTo>
                        <a:pt x="1066" y="129"/>
                      </a:lnTo>
                      <a:lnTo>
                        <a:pt x="1140" y="187"/>
                      </a:lnTo>
                      <a:lnTo>
                        <a:pt x="1207" y="256"/>
                      </a:lnTo>
                      <a:lnTo>
                        <a:pt x="1265" y="330"/>
                      </a:lnTo>
                      <a:lnTo>
                        <a:pt x="1316" y="410"/>
                      </a:lnTo>
                      <a:lnTo>
                        <a:pt x="1361" y="492"/>
                      </a:lnTo>
                      <a:lnTo>
                        <a:pt x="1394" y="581"/>
                      </a:lnTo>
                      <a:lnTo>
                        <a:pt x="1419" y="673"/>
                      </a:lnTo>
                      <a:lnTo>
                        <a:pt x="1435" y="766"/>
                      </a:lnTo>
                      <a:lnTo>
                        <a:pt x="1439" y="862"/>
                      </a:lnTo>
                      <a:lnTo>
                        <a:pt x="1435" y="958"/>
                      </a:lnTo>
                      <a:lnTo>
                        <a:pt x="1419" y="1052"/>
                      </a:lnTo>
                      <a:lnTo>
                        <a:pt x="1394" y="1143"/>
                      </a:lnTo>
                      <a:lnTo>
                        <a:pt x="1361" y="1230"/>
                      </a:lnTo>
                      <a:lnTo>
                        <a:pt x="1316" y="1314"/>
                      </a:lnTo>
                      <a:lnTo>
                        <a:pt x="1265" y="1395"/>
                      </a:lnTo>
                      <a:lnTo>
                        <a:pt x="1207" y="1468"/>
                      </a:lnTo>
                      <a:lnTo>
                        <a:pt x="1140" y="1537"/>
                      </a:lnTo>
                      <a:lnTo>
                        <a:pt x="1066" y="1597"/>
                      </a:lnTo>
                      <a:lnTo>
                        <a:pt x="986" y="1646"/>
                      </a:lnTo>
                      <a:lnTo>
                        <a:pt x="901" y="1691"/>
                      </a:lnTo>
                      <a:lnTo>
                        <a:pt x="812" y="1724"/>
                      </a:lnTo>
                      <a:lnTo>
                        <a:pt x="721" y="1749"/>
                      </a:lnTo>
                      <a:lnTo>
                        <a:pt x="627" y="1765"/>
                      </a:lnTo>
                      <a:lnTo>
                        <a:pt x="533" y="1769"/>
                      </a:lnTo>
                      <a:lnTo>
                        <a:pt x="437" y="1765"/>
                      </a:lnTo>
                      <a:lnTo>
                        <a:pt x="344" y="1749"/>
                      </a:lnTo>
                      <a:lnTo>
                        <a:pt x="252" y="1724"/>
                      </a:lnTo>
                      <a:lnTo>
                        <a:pt x="165" y="1691"/>
                      </a:lnTo>
                      <a:lnTo>
                        <a:pt x="80" y="1646"/>
                      </a:lnTo>
                      <a:lnTo>
                        <a:pt x="0" y="1597"/>
                      </a:lnTo>
                      <a:lnTo>
                        <a:pt x="51" y="1524"/>
                      </a:lnTo>
                      <a:lnTo>
                        <a:pt x="125" y="1571"/>
                      </a:lnTo>
                      <a:lnTo>
                        <a:pt x="201" y="1609"/>
                      </a:lnTo>
                      <a:lnTo>
                        <a:pt x="281" y="1640"/>
                      </a:lnTo>
                      <a:lnTo>
                        <a:pt x="364" y="1662"/>
                      </a:lnTo>
                      <a:lnTo>
                        <a:pt x="446" y="1675"/>
                      </a:lnTo>
                      <a:lnTo>
                        <a:pt x="533" y="1680"/>
                      </a:lnTo>
                      <a:lnTo>
                        <a:pt x="618" y="1675"/>
                      </a:lnTo>
                      <a:lnTo>
                        <a:pt x="703" y="1662"/>
                      </a:lnTo>
                      <a:lnTo>
                        <a:pt x="785" y="1640"/>
                      </a:lnTo>
                      <a:lnTo>
                        <a:pt x="866" y="1609"/>
                      </a:lnTo>
                      <a:lnTo>
                        <a:pt x="941" y="1571"/>
                      </a:lnTo>
                      <a:lnTo>
                        <a:pt x="1013" y="1524"/>
                      </a:lnTo>
                      <a:lnTo>
                        <a:pt x="1080" y="1470"/>
                      </a:lnTo>
                      <a:lnTo>
                        <a:pt x="1140" y="1410"/>
                      </a:lnTo>
                      <a:lnTo>
                        <a:pt x="1194" y="1343"/>
                      </a:lnTo>
                      <a:lnTo>
                        <a:pt x="1240" y="1270"/>
                      </a:lnTo>
                      <a:lnTo>
                        <a:pt x="1281" y="1194"/>
                      </a:lnTo>
                      <a:lnTo>
                        <a:pt x="1312" y="1116"/>
                      </a:lnTo>
                      <a:lnTo>
                        <a:pt x="1332" y="1032"/>
                      </a:lnTo>
                      <a:lnTo>
                        <a:pt x="1345" y="947"/>
                      </a:lnTo>
                      <a:lnTo>
                        <a:pt x="1350" y="862"/>
                      </a:lnTo>
                      <a:lnTo>
                        <a:pt x="1345" y="775"/>
                      </a:lnTo>
                      <a:lnTo>
                        <a:pt x="1332" y="691"/>
                      </a:lnTo>
                      <a:lnTo>
                        <a:pt x="1312" y="608"/>
                      </a:lnTo>
                      <a:lnTo>
                        <a:pt x="1281" y="530"/>
                      </a:lnTo>
                      <a:lnTo>
                        <a:pt x="1240" y="452"/>
                      </a:lnTo>
                      <a:lnTo>
                        <a:pt x="1194" y="381"/>
                      </a:lnTo>
                      <a:lnTo>
                        <a:pt x="1140" y="314"/>
                      </a:lnTo>
                      <a:lnTo>
                        <a:pt x="1080" y="254"/>
                      </a:lnTo>
                      <a:lnTo>
                        <a:pt x="1013" y="201"/>
                      </a:lnTo>
                      <a:lnTo>
                        <a:pt x="941" y="154"/>
                      </a:lnTo>
                      <a:lnTo>
                        <a:pt x="866" y="114"/>
                      </a:lnTo>
                      <a:lnTo>
                        <a:pt x="785" y="85"/>
                      </a:lnTo>
                      <a:lnTo>
                        <a:pt x="788" y="78"/>
                      </a:lnTo>
                      <a:lnTo>
                        <a:pt x="812" y="0"/>
                      </a:lnTo>
                    </a:path>
                  </a:pathLst>
                </a:custGeom>
                <a:gradFill rotWithShape="0">
                  <a:gsLst>
                    <a:gs pos="0">
                      <a:schemeClr val="bg2"/>
                    </a:gs>
                    <a:gs pos="100000">
                      <a:schemeClr val="bg1"/>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Line 5">
                  <a:extLst>
                    <a:ext uri="{FF2B5EF4-FFF2-40B4-BE49-F238E27FC236}">
                      <a16:creationId xmlns:a16="http://schemas.microsoft.com/office/drawing/2014/main" id="{61428416-1C93-78F1-3EA7-74279D40721A}"/>
                    </a:ext>
                  </a:extLst>
                </p:cNvPr>
                <p:cNvSpPr>
                  <a:spLocks noChangeShapeType="1"/>
                </p:cNvSpPr>
                <p:nvPr/>
              </p:nvSpPr>
              <p:spPr bwMode="ltGray">
                <a:xfrm flipV="1">
                  <a:off x="2324" y="1620"/>
                  <a:ext cx="143" cy="258"/>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 name="Line 6">
                  <a:extLst>
                    <a:ext uri="{FF2B5EF4-FFF2-40B4-BE49-F238E27FC236}">
                      <a16:creationId xmlns:a16="http://schemas.microsoft.com/office/drawing/2014/main" id="{28CF4A98-328E-4DD5-552C-7093AA171D69}"/>
                    </a:ext>
                  </a:extLst>
                </p:cNvPr>
                <p:cNvSpPr>
                  <a:spLocks noChangeShapeType="1"/>
                </p:cNvSpPr>
                <p:nvPr/>
              </p:nvSpPr>
              <p:spPr bwMode="ltGray">
                <a:xfrm flipV="1">
                  <a:off x="3119" y="243"/>
                  <a:ext cx="50" cy="99"/>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 name="Line 7">
                  <a:extLst>
                    <a:ext uri="{FF2B5EF4-FFF2-40B4-BE49-F238E27FC236}">
                      <a16:creationId xmlns:a16="http://schemas.microsoft.com/office/drawing/2014/main" id="{4C689E59-3505-2865-C291-0943BB09D13C}"/>
                    </a:ext>
                  </a:extLst>
                </p:cNvPr>
                <p:cNvSpPr>
                  <a:spLocks noChangeShapeType="1"/>
                </p:cNvSpPr>
                <p:nvPr/>
              </p:nvSpPr>
              <p:spPr bwMode="ltGray">
                <a:xfrm flipV="1">
                  <a:off x="3203" y="72"/>
                  <a:ext cx="50" cy="99"/>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 name="Freeform 8">
                  <a:extLst>
                    <a:ext uri="{FF2B5EF4-FFF2-40B4-BE49-F238E27FC236}">
                      <a16:creationId xmlns:a16="http://schemas.microsoft.com/office/drawing/2014/main" id="{00D90FA7-A833-B28A-E2E4-37720594C46B}"/>
                    </a:ext>
                  </a:extLst>
                </p:cNvPr>
                <p:cNvSpPr>
                  <a:spLocks/>
                </p:cNvSpPr>
                <p:nvPr/>
              </p:nvSpPr>
              <p:spPr bwMode="ltGray">
                <a:xfrm>
                  <a:off x="2483" y="1903"/>
                  <a:ext cx="841" cy="153"/>
                </a:xfrm>
                <a:custGeom>
                  <a:avLst/>
                  <a:gdLst>
                    <a:gd name="T0" fmla="*/ 3 w 841"/>
                    <a:gd name="T1" fmla="*/ 98 h 153"/>
                    <a:gd name="T2" fmla="*/ 20 w 841"/>
                    <a:gd name="T3" fmla="*/ 80 h 153"/>
                    <a:gd name="T4" fmla="*/ 44 w 841"/>
                    <a:gd name="T5" fmla="*/ 65 h 153"/>
                    <a:gd name="T6" fmla="*/ 89 w 841"/>
                    <a:gd name="T7" fmla="*/ 43 h 153"/>
                    <a:gd name="T8" fmla="*/ 140 w 841"/>
                    <a:gd name="T9" fmla="*/ 30 h 153"/>
                    <a:gd name="T10" fmla="*/ 188 w 841"/>
                    <a:gd name="T11" fmla="*/ 19 h 153"/>
                    <a:gd name="T12" fmla="*/ 253 w 841"/>
                    <a:gd name="T13" fmla="*/ 9 h 153"/>
                    <a:gd name="T14" fmla="*/ 314 w 841"/>
                    <a:gd name="T15" fmla="*/ 3 h 153"/>
                    <a:gd name="T16" fmla="*/ 386 w 841"/>
                    <a:gd name="T17" fmla="*/ 0 h 153"/>
                    <a:gd name="T18" fmla="*/ 475 w 841"/>
                    <a:gd name="T19" fmla="*/ 1 h 153"/>
                    <a:gd name="T20" fmla="*/ 567 w 841"/>
                    <a:gd name="T21" fmla="*/ 6 h 153"/>
                    <a:gd name="T22" fmla="*/ 632 w 841"/>
                    <a:gd name="T23" fmla="*/ 14 h 153"/>
                    <a:gd name="T24" fmla="*/ 700 w 841"/>
                    <a:gd name="T25" fmla="*/ 27 h 153"/>
                    <a:gd name="T26" fmla="*/ 765 w 841"/>
                    <a:gd name="T27" fmla="*/ 47 h 153"/>
                    <a:gd name="T28" fmla="*/ 799 w 841"/>
                    <a:gd name="T29" fmla="*/ 66 h 153"/>
                    <a:gd name="T30" fmla="*/ 820 w 841"/>
                    <a:gd name="T31" fmla="*/ 82 h 153"/>
                    <a:gd name="T32" fmla="*/ 840 w 841"/>
                    <a:gd name="T33" fmla="*/ 108 h 153"/>
                    <a:gd name="T34" fmla="*/ 806 w 841"/>
                    <a:gd name="T35" fmla="*/ 122 h 153"/>
                    <a:gd name="T36" fmla="*/ 748 w 841"/>
                    <a:gd name="T37" fmla="*/ 133 h 153"/>
                    <a:gd name="T38" fmla="*/ 676 w 841"/>
                    <a:gd name="T39" fmla="*/ 141 h 153"/>
                    <a:gd name="T40" fmla="*/ 608 w 841"/>
                    <a:gd name="T41" fmla="*/ 148 h 153"/>
                    <a:gd name="T42" fmla="*/ 526 w 841"/>
                    <a:gd name="T43" fmla="*/ 151 h 153"/>
                    <a:gd name="T44" fmla="*/ 437 w 841"/>
                    <a:gd name="T45" fmla="*/ 152 h 153"/>
                    <a:gd name="T46" fmla="*/ 352 w 841"/>
                    <a:gd name="T47" fmla="*/ 152 h 153"/>
                    <a:gd name="T48" fmla="*/ 263 w 841"/>
                    <a:gd name="T49" fmla="*/ 151 h 153"/>
                    <a:gd name="T50" fmla="*/ 164 w 841"/>
                    <a:gd name="T51" fmla="*/ 143 h 153"/>
                    <a:gd name="T52" fmla="*/ 85 w 841"/>
                    <a:gd name="T53" fmla="*/ 135 h 153"/>
                    <a:gd name="T54" fmla="*/ 20 w 841"/>
                    <a:gd name="T55" fmla="*/ 120 h 153"/>
                    <a:gd name="T56" fmla="*/ 0 w 841"/>
                    <a:gd name="T57" fmla="*/ 109 h 153"/>
                    <a:gd name="T58" fmla="*/ 3 w 841"/>
                    <a:gd name="T59" fmla="*/ 98 h 15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841" h="153">
                      <a:moveTo>
                        <a:pt x="3" y="98"/>
                      </a:moveTo>
                      <a:lnTo>
                        <a:pt x="20" y="80"/>
                      </a:lnTo>
                      <a:lnTo>
                        <a:pt x="44" y="65"/>
                      </a:lnTo>
                      <a:lnTo>
                        <a:pt x="89" y="43"/>
                      </a:lnTo>
                      <a:lnTo>
                        <a:pt x="140" y="30"/>
                      </a:lnTo>
                      <a:lnTo>
                        <a:pt x="188" y="19"/>
                      </a:lnTo>
                      <a:lnTo>
                        <a:pt x="253" y="9"/>
                      </a:lnTo>
                      <a:lnTo>
                        <a:pt x="314" y="3"/>
                      </a:lnTo>
                      <a:lnTo>
                        <a:pt x="386" y="0"/>
                      </a:lnTo>
                      <a:lnTo>
                        <a:pt x="475" y="1"/>
                      </a:lnTo>
                      <a:lnTo>
                        <a:pt x="567" y="6"/>
                      </a:lnTo>
                      <a:lnTo>
                        <a:pt x="632" y="14"/>
                      </a:lnTo>
                      <a:lnTo>
                        <a:pt x="700" y="27"/>
                      </a:lnTo>
                      <a:lnTo>
                        <a:pt x="765" y="47"/>
                      </a:lnTo>
                      <a:lnTo>
                        <a:pt x="799" y="66"/>
                      </a:lnTo>
                      <a:lnTo>
                        <a:pt x="820" y="82"/>
                      </a:lnTo>
                      <a:lnTo>
                        <a:pt x="840" y="108"/>
                      </a:lnTo>
                      <a:lnTo>
                        <a:pt x="806" y="122"/>
                      </a:lnTo>
                      <a:lnTo>
                        <a:pt x="748" y="133"/>
                      </a:lnTo>
                      <a:lnTo>
                        <a:pt x="676" y="141"/>
                      </a:lnTo>
                      <a:lnTo>
                        <a:pt x="608" y="148"/>
                      </a:lnTo>
                      <a:lnTo>
                        <a:pt x="526" y="151"/>
                      </a:lnTo>
                      <a:lnTo>
                        <a:pt x="437" y="152"/>
                      </a:lnTo>
                      <a:lnTo>
                        <a:pt x="352" y="152"/>
                      </a:lnTo>
                      <a:lnTo>
                        <a:pt x="263" y="151"/>
                      </a:lnTo>
                      <a:lnTo>
                        <a:pt x="164" y="143"/>
                      </a:lnTo>
                      <a:lnTo>
                        <a:pt x="85" y="135"/>
                      </a:lnTo>
                      <a:lnTo>
                        <a:pt x="20" y="120"/>
                      </a:lnTo>
                      <a:lnTo>
                        <a:pt x="0" y="109"/>
                      </a:lnTo>
                      <a:lnTo>
                        <a:pt x="3" y="98"/>
                      </a:lnTo>
                    </a:path>
                  </a:pathLst>
                </a:cu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7" name="Oval 10">
                <a:extLst>
                  <a:ext uri="{FF2B5EF4-FFF2-40B4-BE49-F238E27FC236}">
                    <a16:creationId xmlns:a16="http://schemas.microsoft.com/office/drawing/2014/main" id="{18638EDA-1993-D0BB-FB61-58E4C7F4A080}"/>
                  </a:ext>
                </a:extLst>
              </p:cNvPr>
              <p:cNvSpPr>
                <a:spLocks noChangeArrowheads="1"/>
              </p:cNvSpPr>
              <p:nvPr/>
            </p:nvSpPr>
            <p:spPr bwMode="blackWhite">
              <a:xfrm>
                <a:off x="2071" y="250"/>
                <a:ext cx="1497" cy="1494"/>
              </a:xfrm>
              <a:prstGeom prst="ellipse">
                <a:avLst/>
              </a:pr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8" name="Group 29">
                <a:extLst>
                  <a:ext uri="{FF2B5EF4-FFF2-40B4-BE49-F238E27FC236}">
                    <a16:creationId xmlns:a16="http://schemas.microsoft.com/office/drawing/2014/main" id="{142B22D5-2952-7BA8-9552-461DF94BF1D3}"/>
                  </a:ext>
                </a:extLst>
              </p:cNvPr>
              <p:cNvGrpSpPr>
                <a:grpSpLocks/>
              </p:cNvGrpSpPr>
              <p:nvPr/>
            </p:nvGrpSpPr>
            <p:grpSpPr bwMode="auto">
              <a:xfrm>
                <a:off x="2071" y="406"/>
                <a:ext cx="1392" cy="1109"/>
                <a:chOff x="2071" y="406"/>
                <a:chExt cx="1392" cy="1109"/>
              </a:xfrm>
            </p:grpSpPr>
            <p:sp>
              <p:nvSpPr>
                <p:cNvPr id="9" name="Freeform 11">
                  <a:extLst>
                    <a:ext uri="{FF2B5EF4-FFF2-40B4-BE49-F238E27FC236}">
                      <a16:creationId xmlns:a16="http://schemas.microsoft.com/office/drawing/2014/main" id="{20078416-C3FD-2031-D77D-7C1EB44C9FD0}"/>
                    </a:ext>
                  </a:extLst>
                </p:cNvPr>
                <p:cNvSpPr>
                  <a:spLocks/>
                </p:cNvSpPr>
                <p:nvPr/>
              </p:nvSpPr>
              <p:spPr bwMode="grayWhite">
                <a:xfrm>
                  <a:off x="2268" y="812"/>
                  <a:ext cx="1" cy="17"/>
                </a:xfrm>
                <a:custGeom>
                  <a:avLst/>
                  <a:gdLst>
                    <a:gd name="T0" fmla="*/ 0 w 1"/>
                    <a:gd name="T1" fmla="*/ 0 h 17"/>
                    <a:gd name="T2" fmla="*/ 0 w 1"/>
                    <a:gd name="T3" fmla="*/ 16 h 17"/>
                    <a:gd name="T4" fmla="*/ 0 w 1"/>
                    <a:gd name="T5" fmla="*/ 16 h 17"/>
                    <a:gd name="T6" fmla="*/ 0 w 1"/>
                    <a:gd name="T7" fmla="*/ 6 h 17"/>
                    <a:gd name="T8" fmla="*/ 0 w 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 h="17">
                      <a:moveTo>
                        <a:pt x="0" y="0"/>
                      </a:moveTo>
                      <a:lnTo>
                        <a:pt x="0" y="16"/>
                      </a:lnTo>
                      <a:lnTo>
                        <a:pt x="0" y="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 name="Freeform 12">
                  <a:extLst>
                    <a:ext uri="{FF2B5EF4-FFF2-40B4-BE49-F238E27FC236}">
                      <a16:creationId xmlns:a16="http://schemas.microsoft.com/office/drawing/2014/main" id="{E515DA25-56DA-F586-256C-EB86F501F81A}"/>
                    </a:ext>
                  </a:extLst>
                </p:cNvPr>
                <p:cNvSpPr>
                  <a:spLocks/>
                </p:cNvSpPr>
                <p:nvPr/>
              </p:nvSpPr>
              <p:spPr bwMode="grayWhite">
                <a:xfrm>
                  <a:off x="2292" y="843"/>
                  <a:ext cx="17" cy="17"/>
                </a:xfrm>
                <a:custGeom>
                  <a:avLst/>
                  <a:gdLst>
                    <a:gd name="T0" fmla="*/ 0 w 17"/>
                    <a:gd name="T1" fmla="*/ 0 h 17"/>
                    <a:gd name="T2" fmla="*/ 16 w 17"/>
                    <a:gd name="T3" fmla="*/ 0 h 17"/>
                    <a:gd name="T4" fmla="*/ 16 w 17"/>
                    <a:gd name="T5" fmla="*/ 16 h 17"/>
                    <a:gd name="T6" fmla="*/ 0 w 17"/>
                    <a:gd name="T7" fmla="*/ 0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0" y="0"/>
                      </a:moveTo>
                      <a:lnTo>
                        <a:pt x="16" y="0"/>
                      </a:lnTo>
                      <a:lnTo>
                        <a:pt x="16" y="1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 name="Freeform 13">
                  <a:extLst>
                    <a:ext uri="{FF2B5EF4-FFF2-40B4-BE49-F238E27FC236}">
                      <a16:creationId xmlns:a16="http://schemas.microsoft.com/office/drawing/2014/main" id="{8C98714B-629C-9905-3F39-874D8E8739E3}"/>
                    </a:ext>
                  </a:extLst>
                </p:cNvPr>
                <p:cNvSpPr>
                  <a:spLocks/>
                </p:cNvSpPr>
                <p:nvPr/>
              </p:nvSpPr>
              <p:spPr bwMode="grayWhite">
                <a:xfrm>
                  <a:off x="2372" y="802"/>
                  <a:ext cx="51" cy="48"/>
                </a:xfrm>
                <a:custGeom>
                  <a:avLst/>
                  <a:gdLst>
                    <a:gd name="T0" fmla="*/ 50 w 51"/>
                    <a:gd name="T1" fmla="*/ 0 h 48"/>
                    <a:gd name="T2" fmla="*/ 31 w 51"/>
                    <a:gd name="T3" fmla="*/ 0 h 48"/>
                    <a:gd name="T4" fmla="*/ 20 w 51"/>
                    <a:gd name="T5" fmla="*/ 13 h 48"/>
                    <a:gd name="T6" fmla="*/ 13 w 51"/>
                    <a:gd name="T7" fmla="*/ 13 h 48"/>
                    <a:gd name="T8" fmla="*/ 7 w 51"/>
                    <a:gd name="T9" fmla="*/ 19 h 48"/>
                    <a:gd name="T10" fmla="*/ 0 w 51"/>
                    <a:gd name="T11" fmla="*/ 19 h 48"/>
                    <a:gd name="T12" fmla="*/ 0 w 51"/>
                    <a:gd name="T13" fmla="*/ 35 h 48"/>
                    <a:gd name="T14" fmla="*/ 12 w 51"/>
                    <a:gd name="T15" fmla="*/ 47 h 48"/>
                    <a:gd name="T16" fmla="*/ 41 w 51"/>
                    <a:gd name="T17" fmla="*/ 47 h 48"/>
                    <a:gd name="T18" fmla="*/ 50 w 51"/>
                    <a:gd name="T19" fmla="*/ 35 h 48"/>
                    <a:gd name="T20" fmla="*/ 50 w 5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1" h="48">
                      <a:moveTo>
                        <a:pt x="50" y="0"/>
                      </a:moveTo>
                      <a:lnTo>
                        <a:pt x="31" y="0"/>
                      </a:lnTo>
                      <a:lnTo>
                        <a:pt x="20" y="13"/>
                      </a:lnTo>
                      <a:lnTo>
                        <a:pt x="13" y="13"/>
                      </a:lnTo>
                      <a:lnTo>
                        <a:pt x="7" y="19"/>
                      </a:lnTo>
                      <a:lnTo>
                        <a:pt x="0" y="19"/>
                      </a:lnTo>
                      <a:lnTo>
                        <a:pt x="0" y="35"/>
                      </a:lnTo>
                      <a:lnTo>
                        <a:pt x="12" y="47"/>
                      </a:lnTo>
                      <a:lnTo>
                        <a:pt x="41" y="47"/>
                      </a:lnTo>
                      <a:lnTo>
                        <a:pt x="50" y="35"/>
                      </a:lnTo>
                      <a:lnTo>
                        <a:pt x="5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Freeform 14">
                  <a:extLst>
                    <a:ext uri="{FF2B5EF4-FFF2-40B4-BE49-F238E27FC236}">
                      <a16:creationId xmlns:a16="http://schemas.microsoft.com/office/drawing/2014/main" id="{A230CEE4-E7EC-B11E-4EB6-61FD82F92870}"/>
                    </a:ext>
                  </a:extLst>
                </p:cNvPr>
                <p:cNvSpPr>
                  <a:spLocks/>
                </p:cNvSpPr>
                <p:nvPr/>
              </p:nvSpPr>
              <p:spPr bwMode="grayWhite">
                <a:xfrm>
                  <a:off x="2071" y="840"/>
                  <a:ext cx="451" cy="587"/>
                </a:xfrm>
                <a:custGeom>
                  <a:avLst/>
                  <a:gdLst>
                    <a:gd name="T0" fmla="*/ 107 w 451"/>
                    <a:gd name="T1" fmla="*/ 0 h 587"/>
                    <a:gd name="T2" fmla="*/ 99 w 451"/>
                    <a:gd name="T3" fmla="*/ 16 h 587"/>
                    <a:gd name="T4" fmla="*/ 64 w 451"/>
                    <a:gd name="T5" fmla="*/ 47 h 587"/>
                    <a:gd name="T6" fmla="*/ 56 w 451"/>
                    <a:gd name="T7" fmla="*/ 75 h 587"/>
                    <a:gd name="T8" fmla="*/ 30 w 451"/>
                    <a:gd name="T9" fmla="*/ 95 h 587"/>
                    <a:gd name="T10" fmla="*/ 12 w 451"/>
                    <a:gd name="T11" fmla="*/ 135 h 587"/>
                    <a:gd name="T12" fmla="*/ 12 w 451"/>
                    <a:gd name="T13" fmla="*/ 159 h 587"/>
                    <a:gd name="T14" fmla="*/ 0 w 451"/>
                    <a:gd name="T15" fmla="*/ 201 h 587"/>
                    <a:gd name="T16" fmla="*/ 16 w 451"/>
                    <a:gd name="T17" fmla="*/ 219 h 587"/>
                    <a:gd name="T18" fmla="*/ 56 w 451"/>
                    <a:gd name="T19" fmla="*/ 272 h 587"/>
                    <a:gd name="T20" fmla="*/ 68 w 451"/>
                    <a:gd name="T21" fmla="*/ 265 h 587"/>
                    <a:gd name="T22" fmla="*/ 139 w 451"/>
                    <a:gd name="T23" fmla="*/ 265 h 587"/>
                    <a:gd name="T24" fmla="*/ 172 w 451"/>
                    <a:gd name="T25" fmla="*/ 278 h 587"/>
                    <a:gd name="T26" fmla="*/ 169 w 451"/>
                    <a:gd name="T27" fmla="*/ 319 h 587"/>
                    <a:gd name="T28" fmla="*/ 193 w 451"/>
                    <a:gd name="T29" fmla="*/ 374 h 587"/>
                    <a:gd name="T30" fmla="*/ 191 w 451"/>
                    <a:gd name="T31" fmla="*/ 389 h 587"/>
                    <a:gd name="T32" fmla="*/ 201 w 451"/>
                    <a:gd name="T33" fmla="*/ 406 h 587"/>
                    <a:gd name="T34" fmla="*/ 186 w 451"/>
                    <a:gd name="T35" fmla="*/ 445 h 587"/>
                    <a:gd name="T36" fmla="*/ 204 w 451"/>
                    <a:gd name="T37" fmla="*/ 494 h 587"/>
                    <a:gd name="T38" fmla="*/ 214 w 451"/>
                    <a:gd name="T39" fmla="*/ 532 h 587"/>
                    <a:gd name="T40" fmla="*/ 226 w 451"/>
                    <a:gd name="T41" fmla="*/ 556 h 587"/>
                    <a:gd name="T42" fmla="*/ 239 w 451"/>
                    <a:gd name="T43" fmla="*/ 586 h 587"/>
                    <a:gd name="T44" fmla="*/ 263 w 451"/>
                    <a:gd name="T45" fmla="*/ 582 h 587"/>
                    <a:gd name="T46" fmla="*/ 302 w 451"/>
                    <a:gd name="T47" fmla="*/ 560 h 587"/>
                    <a:gd name="T48" fmla="*/ 320 w 451"/>
                    <a:gd name="T49" fmla="*/ 533 h 587"/>
                    <a:gd name="T50" fmla="*/ 319 w 451"/>
                    <a:gd name="T51" fmla="*/ 515 h 587"/>
                    <a:gd name="T52" fmla="*/ 342 w 451"/>
                    <a:gd name="T53" fmla="*/ 500 h 587"/>
                    <a:gd name="T54" fmla="*/ 338 w 451"/>
                    <a:gd name="T55" fmla="*/ 474 h 587"/>
                    <a:gd name="T56" fmla="*/ 373 w 451"/>
                    <a:gd name="T57" fmla="*/ 432 h 587"/>
                    <a:gd name="T58" fmla="*/ 378 w 451"/>
                    <a:gd name="T59" fmla="*/ 398 h 587"/>
                    <a:gd name="T60" fmla="*/ 369 w 451"/>
                    <a:gd name="T61" fmla="*/ 386 h 587"/>
                    <a:gd name="T62" fmla="*/ 373 w 451"/>
                    <a:gd name="T63" fmla="*/ 372 h 587"/>
                    <a:gd name="T64" fmla="*/ 365 w 451"/>
                    <a:gd name="T65" fmla="*/ 360 h 587"/>
                    <a:gd name="T66" fmla="*/ 391 w 451"/>
                    <a:gd name="T67" fmla="*/ 327 h 587"/>
                    <a:gd name="T68" fmla="*/ 391 w 451"/>
                    <a:gd name="T69" fmla="*/ 310 h 587"/>
                    <a:gd name="T70" fmla="*/ 427 w 451"/>
                    <a:gd name="T71" fmla="*/ 282 h 587"/>
                    <a:gd name="T72" fmla="*/ 450 w 451"/>
                    <a:gd name="T73" fmla="*/ 207 h 587"/>
                    <a:gd name="T74" fmla="*/ 417 w 451"/>
                    <a:gd name="T75" fmla="*/ 226 h 587"/>
                    <a:gd name="T76" fmla="*/ 388 w 451"/>
                    <a:gd name="T77" fmla="*/ 218 h 587"/>
                    <a:gd name="T78" fmla="*/ 392 w 451"/>
                    <a:gd name="T79" fmla="*/ 200 h 587"/>
                    <a:gd name="T80" fmla="*/ 363 w 451"/>
                    <a:gd name="T81" fmla="*/ 180 h 587"/>
                    <a:gd name="T82" fmla="*/ 349 w 451"/>
                    <a:gd name="T83" fmla="*/ 132 h 587"/>
                    <a:gd name="T84" fmla="*/ 321 w 451"/>
                    <a:gd name="T85" fmla="*/ 93 h 587"/>
                    <a:gd name="T86" fmla="*/ 321 w 451"/>
                    <a:gd name="T87" fmla="*/ 66 h 587"/>
                    <a:gd name="T88" fmla="*/ 306 w 451"/>
                    <a:gd name="T89" fmla="*/ 65 h 587"/>
                    <a:gd name="T90" fmla="*/ 296 w 451"/>
                    <a:gd name="T91" fmla="*/ 69 h 587"/>
                    <a:gd name="T92" fmla="*/ 254 w 451"/>
                    <a:gd name="T93" fmla="*/ 54 h 587"/>
                    <a:gd name="T94" fmla="*/ 243 w 451"/>
                    <a:gd name="T95" fmla="*/ 65 h 587"/>
                    <a:gd name="T96" fmla="*/ 234 w 451"/>
                    <a:gd name="T97" fmla="*/ 78 h 587"/>
                    <a:gd name="T98" fmla="*/ 211 w 451"/>
                    <a:gd name="T99" fmla="*/ 53 h 587"/>
                    <a:gd name="T100" fmla="*/ 189 w 451"/>
                    <a:gd name="T101" fmla="*/ 47 h 587"/>
                    <a:gd name="T102" fmla="*/ 187 w 451"/>
                    <a:gd name="T103" fmla="*/ 15 h 587"/>
                    <a:gd name="T104" fmla="*/ 155 w 451"/>
                    <a:gd name="T105" fmla="*/ 20 h 587"/>
                    <a:gd name="T106" fmla="*/ 135 w 451"/>
                    <a:gd name="T107" fmla="*/ 13 h 587"/>
                    <a:gd name="T108" fmla="*/ 107 w 451"/>
                    <a:gd name="T109" fmla="*/ 0 h 58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51" h="587">
                      <a:moveTo>
                        <a:pt x="107" y="0"/>
                      </a:moveTo>
                      <a:lnTo>
                        <a:pt x="99" y="16"/>
                      </a:lnTo>
                      <a:lnTo>
                        <a:pt x="64" y="47"/>
                      </a:lnTo>
                      <a:lnTo>
                        <a:pt x="56" y="75"/>
                      </a:lnTo>
                      <a:lnTo>
                        <a:pt x="30" y="95"/>
                      </a:lnTo>
                      <a:lnTo>
                        <a:pt x="12" y="135"/>
                      </a:lnTo>
                      <a:lnTo>
                        <a:pt x="12" y="159"/>
                      </a:lnTo>
                      <a:lnTo>
                        <a:pt x="0" y="201"/>
                      </a:lnTo>
                      <a:lnTo>
                        <a:pt x="16" y="219"/>
                      </a:lnTo>
                      <a:lnTo>
                        <a:pt x="56" y="272"/>
                      </a:lnTo>
                      <a:lnTo>
                        <a:pt x="68" y="265"/>
                      </a:lnTo>
                      <a:lnTo>
                        <a:pt x="139" y="265"/>
                      </a:lnTo>
                      <a:lnTo>
                        <a:pt x="172" y="278"/>
                      </a:lnTo>
                      <a:lnTo>
                        <a:pt x="169" y="319"/>
                      </a:lnTo>
                      <a:lnTo>
                        <a:pt x="193" y="374"/>
                      </a:lnTo>
                      <a:lnTo>
                        <a:pt x="191" y="389"/>
                      </a:lnTo>
                      <a:lnTo>
                        <a:pt x="201" y="406"/>
                      </a:lnTo>
                      <a:lnTo>
                        <a:pt x="186" y="445"/>
                      </a:lnTo>
                      <a:lnTo>
                        <a:pt x="204" y="494"/>
                      </a:lnTo>
                      <a:lnTo>
                        <a:pt x="214" y="532"/>
                      </a:lnTo>
                      <a:lnTo>
                        <a:pt x="226" y="556"/>
                      </a:lnTo>
                      <a:lnTo>
                        <a:pt x="239" y="586"/>
                      </a:lnTo>
                      <a:lnTo>
                        <a:pt x="263" y="582"/>
                      </a:lnTo>
                      <a:lnTo>
                        <a:pt x="302" y="560"/>
                      </a:lnTo>
                      <a:lnTo>
                        <a:pt x="320" y="533"/>
                      </a:lnTo>
                      <a:lnTo>
                        <a:pt x="319" y="515"/>
                      </a:lnTo>
                      <a:lnTo>
                        <a:pt x="342" y="500"/>
                      </a:lnTo>
                      <a:lnTo>
                        <a:pt x="338" y="474"/>
                      </a:lnTo>
                      <a:lnTo>
                        <a:pt x="373" y="432"/>
                      </a:lnTo>
                      <a:lnTo>
                        <a:pt x="378" y="398"/>
                      </a:lnTo>
                      <a:lnTo>
                        <a:pt x="369" y="386"/>
                      </a:lnTo>
                      <a:lnTo>
                        <a:pt x="373" y="372"/>
                      </a:lnTo>
                      <a:lnTo>
                        <a:pt x="365" y="360"/>
                      </a:lnTo>
                      <a:lnTo>
                        <a:pt x="391" y="327"/>
                      </a:lnTo>
                      <a:lnTo>
                        <a:pt x="391" y="310"/>
                      </a:lnTo>
                      <a:lnTo>
                        <a:pt x="427" y="282"/>
                      </a:lnTo>
                      <a:lnTo>
                        <a:pt x="450" y="207"/>
                      </a:lnTo>
                      <a:lnTo>
                        <a:pt x="417" y="226"/>
                      </a:lnTo>
                      <a:lnTo>
                        <a:pt x="388" y="218"/>
                      </a:lnTo>
                      <a:lnTo>
                        <a:pt x="392" y="200"/>
                      </a:lnTo>
                      <a:lnTo>
                        <a:pt x="363" y="180"/>
                      </a:lnTo>
                      <a:lnTo>
                        <a:pt x="349" y="132"/>
                      </a:lnTo>
                      <a:lnTo>
                        <a:pt x="321" y="93"/>
                      </a:lnTo>
                      <a:lnTo>
                        <a:pt x="321" y="66"/>
                      </a:lnTo>
                      <a:lnTo>
                        <a:pt x="306" y="65"/>
                      </a:lnTo>
                      <a:lnTo>
                        <a:pt x="296" y="69"/>
                      </a:lnTo>
                      <a:lnTo>
                        <a:pt x="254" y="54"/>
                      </a:lnTo>
                      <a:lnTo>
                        <a:pt x="243" y="65"/>
                      </a:lnTo>
                      <a:lnTo>
                        <a:pt x="234" y="78"/>
                      </a:lnTo>
                      <a:lnTo>
                        <a:pt x="211" y="53"/>
                      </a:lnTo>
                      <a:lnTo>
                        <a:pt x="189" y="47"/>
                      </a:lnTo>
                      <a:lnTo>
                        <a:pt x="187" y="15"/>
                      </a:lnTo>
                      <a:lnTo>
                        <a:pt x="155" y="20"/>
                      </a:lnTo>
                      <a:lnTo>
                        <a:pt x="135" y="13"/>
                      </a:lnTo>
                      <a:lnTo>
                        <a:pt x="10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Freeform 15">
                  <a:extLst>
                    <a:ext uri="{FF2B5EF4-FFF2-40B4-BE49-F238E27FC236}">
                      <a16:creationId xmlns:a16="http://schemas.microsoft.com/office/drawing/2014/main" id="{57224C34-2209-5F70-2042-92835B30021E}"/>
                    </a:ext>
                  </a:extLst>
                </p:cNvPr>
                <p:cNvSpPr>
                  <a:spLocks/>
                </p:cNvSpPr>
                <p:nvPr/>
              </p:nvSpPr>
              <p:spPr bwMode="grayWhite">
                <a:xfrm>
                  <a:off x="3112" y="987"/>
                  <a:ext cx="17" cy="28"/>
                </a:xfrm>
                <a:custGeom>
                  <a:avLst/>
                  <a:gdLst>
                    <a:gd name="T0" fmla="*/ 7 w 17"/>
                    <a:gd name="T1" fmla="*/ 0 h 28"/>
                    <a:gd name="T2" fmla="*/ 9 w 17"/>
                    <a:gd name="T3" fmla="*/ 8 h 28"/>
                    <a:gd name="T4" fmla="*/ 7 w 17"/>
                    <a:gd name="T5" fmla="*/ 14 h 28"/>
                    <a:gd name="T6" fmla="*/ 7 w 17"/>
                    <a:gd name="T7" fmla="*/ 19 h 28"/>
                    <a:gd name="T8" fmla="*/ 16 w 17"/>
                    <a:gd name="T9" fmla="*/ 23 h 28"/>
                    <a:gd name="T10" fmla="*/ 16 w 17"/>
                    <a:gd name="T11" fmla="*/ 27 h 28"/>
                    <a:gd name="T12" fmla="*/ 9 w 17"/>
                    <a:gd name="T13" fmla="*/ 23 h 28"/>
                    <a:gd name="T14" fmla="*/ 3 w 17"/>
                    <a:gd name="T15" fmla="*/ 27 h 28"/>
                    <a:gd name="T16" fmla="*/ 0 w 17"/>
                    <a:gd name="T17" fmla="*/ 23 h 28"/>
                    <a:gd name="T18" fmla="*/ 3 w 17"/>
                    <a:gd name="T19" fmla="*/ 19 h 28"/>
                    <a:gd name="T20" fmla="*/ 0 w 17"/>
                    <a:gd name="T21" fmla="*/ 14 h 28"/>
                    <a:gd name="T22" fmla="*/ 3 w 17"/>
                    <a:gd name="T23" fmla="*/ 4 h 28"/>
                    <a:gd name="T24" fmla="*/ 7 w 17"/>
                    <a:gd name="T25" fmla="*/ 0 h 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 h="28">
                      <a:moveTo>
                        <a:pt x="7" y="0"/>
                      </a:moveTo>
                      <a:lnTo>
                        <a:pt x="9" y="8"/>
                      </a:lnTo>
                      <a:lnTo>
                        <a:pt x="7" y="14"/>
                      </a:lnTo>
                      <a:lnTo>
                        <a:pt x="7" y="19"/>
                      </a:lnTo>
                      <a:lnTo>
                        <a:pt x="16" y="23"/>
                      </a:lnTo>
                      <a:lnTo>
                        <a:pt x="16" y="27"/>
                      </a:lnTo>
                      <a:lnTo>
                        <a:pt x="9" y="23"/>
                      </a:lnTo>
                      <a:lnTo>
                        <a:pt x="3" y="27"/>
                      </a:lnTo>
                      <a:lnTo>
                        <a:pt x="0" y="23"/>
                      </a:lnTo>
                      <a:lnTo>
                        <a:pt x="3" y="19"/>
                      </a:lnTo>
                      <a:lnTo>
                        <a:pt x="0" y="14"/>
                      </a:lnTo>
                      <a:lnTo>
                        <a:pt x="3" y="4"/>
                      </a:lnTo>
                      <a:lnTo>
                        <a:pt x="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Freeform 16">
                  <a:extLst>
                    <a:ext uri="{FF2B5EF4-FFF2-40B4-BE49-F238E27FC236}">
                      <a16:creationId xmlns:a16="http://schemas.microsoft.com/office/drawing/2014/main" id="{E33F3935-170B-7B23-1DC1-B39A8B5129E8}"/>
                    </a:ext>
                  </a:extLst>
                </p:cNvPr>
                <p:cNvSpPr>
                  <a:spLocks/>
                </p:cNvSpPr>
                <p:nvPr/>
              </p:nvSpPr>
              <p:spPr bwMode="grayWhite">
                <a:xfrm>
                  <a:off x="3027" y="1109"/>
                  <a:ext cx="68" cy="97"/>
                </a:xfrm>
                <a:custGeom>
                  <a:avLst/>
                  <a:gdLst>
                    <a:gd name="T0" fmla="*/ 0 w 68"/>
                    <a:gd name="T1" fmla="*/ 48 h 97"/>
                    <a:gd name="T2" fmla="*/ 24 w 68"/>
                    <a:gd name="T3" fmla="*/ 48 h 97"/>
                    <a:gd name="T4" fmla="*/ 52 w 68"/>
                    <a:gd name="T5" fmla="*/ 0 h 97"/>
                    <a:gd name="T6" fmla="*/ 67 w 68"/>
                    <a:gd name="T7" fmla="*/ 28 h 97"/>
                    <a:gd name="T8" fmla="*/ 55 w 68"/>
                    <a:gd name="T9" fmla="*/ 96 h 97"/>
                    <a:gd name="T10" fmla="*/ 5 w 68"/>
                    <a:gd name="T11" fmla="*/ 80 h 97"/>
                    <a:gd name="T12" fmla="*/ 0 w 68"/>
                    <a:gd name="T13" fmla="*/ 48 h 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8" h="97">
                      <a:moveTo>
                        <a:pt x="0" y="48"/>
                      </a:moveTo>
                      <a:lnTo>
                        <a:pt x="24" y="48"/>
                      </a:lnTo>
                      <a:lnTo>
                        <a:pt x="52" y="0"/>
                      </a:lnTo>
                      <a:lnTo>
                        <a:pt x="67" y="28"/>
                      </a:lnTo>
                      <a:lnTo>
                        <a:pt x="55" y="96"/>
                      </a:lnTo>
                      <a:lnTo>
                        <a:pt x="5" y="80"/>
                      </a:lnTo>
                      <a:lnTo>
                        <a:pt x="0" y="48"/>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Freeform 17">
                  <a:extLst>
                    <a:ext uri="{FF2B5EF4-FFF2-40B4-BE49-F238E27FC236}">
                      <a16:creationId xmlns:a16="http://schemas.microsoft.com/office/drawing/2014/main" id="{C868074B-009D-FCA3-9271-F4BE37B0EC31}"/>
                    </a:ext>
                  </a:extLst>
                </p:cNvPr>
                <p:cNvSpPr>
                  <a:spLocks/>
                </p:cNvSpPr>
                <p:nvPr/>
              </p:nvSpPr>
              <p:spPr bwMode="grayWhite">
                <a:xfrm>
                  <a:off x="3162" y="1146"/>
                  <a:ext cx="117" cy="94"/>
                </a:xfrm>
                <a:custGeom>
                  <a:avLst/>
                  <a:gdLst>
                    <a:gd name="T0" fmla="*/ 7 w 117"/>
                    <a:gd name="T1" fmla="*/ 22 h 94"/>
                    <a:gd name="T2" fmla="*/ 0 w 117"/>
                    <a:gd name="T3" fmla="*/ 0 h 94"/>
                    <a:gd name="T4" fmla="*/ 39 w 117"/>
                    <a:gd name="T5" fmla="*/ 9 h 94"/>
                    <a:gd name="T6" fmla="*/ 95 w 117"/>
                    <a:gd name="T7" fmla="*/ 32 h 94"/>
                    <a:gd name="T8" fmla="*/ 95 w 117"/>
                    <a:gd name="T9" fmla="*/ 49 h 94"/>
                    <a:gd name="T10" fmla="*/ 116 w 117"/>
                    <a:gd name="T11" fmla="*/ 93 h 94"/>
                    <a:gd name="T12" fmla="*/ 73 w 117"/>
                    <a:gd name="T13" fmla="*/ 51 h 94"/>
                    <a:gd name="T14" fmla="*/ 44 w 117"/>
                    <a:gd name="T15" fmla="*/ 54 h 94"/>
                    <a:gd name="T16" fmla="*/ 7 w 117"/>
                    <a:gd name="T17" fmla="*/ 22 h 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7" h="94">
                      <a:moveTo>
                        <a:pt x="7" y="22"/>
                      </a:moveTo>
                      <a:lnTo>
                        <a:pt x="0" y="0"/>
                      </a:lnTo>
                      <a:lnTo>
                        <a:pt x="39" y="9"/>
                      </a:lnTo>
                      <a:lnTo>
                        <a:pt x="95" y="32"/>
                      </a:lnTo>
                      <a:lnTo>
                        <a:pt x="95" y="49"/>
                      </a:lnTo>
                      <a:lnTo>
                        <a:pt x="116" y="93"/>
                      </a:lnTo>
                      <a:lnTo>
                        <a:pt x="73" y="51"/>
                      </a:lnTo>
                      <a:lnTo>
                        <a:pt x="44" y="54"/>
                      </a:lnTo>
                      <a:lnTo>
                        <a:pt x="7" y="22"/>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Freeform 18">
                  <a:extLst>
                    <a:ext uri="{FF2B5EF4-FFF2-40B4-BE49-F238E27FC236}">
                      <a16:creationId xmlns:a16="http://schemas.microsoft.com/office/drawing/2014/main" id="{162B7AA6-B3E0-006A-84C6-72EFAAD1A5FD}"/>
                    </a:ext>
                  </a:extLst>
                </p:cNvPr>
                <p:cNvSpPr>
                  <a:spLocks/>
                </p:cNvSpPr>
                <p:nvPr/>
              </p:nvSpPr>
              <p:spPr bwMode="grayWhite">
                <a:xfrm>
                  <a:off x="3384" y="1337"/>
                  <a:ext cx="79" cy="101"/>
                </a:xfrm>
                <a:custGeom>
                  <a:avLst/>
                  <a:gdLst>
                    <a:gd name="T0" fmla="*/ 48 w 79"/>
                    <a:gd name="T1" fmla="*/ 0 h 101"/>
                    <a:gd name="T2" fmla="*/ 78 w 79"/>
                    <a:gd name="T3" fmla="*/ 30 h 101"/>
                    <a:gd name="T4" fmla="*/ 16 w 79"/>
                    <a:gd name="T5" fmla="*/ 100 h 101"/>
                    <a:gd name="T6" fmla="*/ 0 w 79"/>
                    <a:gd name="T7" fmla="*/ 84 h 101"/>
                    <a:gd name="T8" fmla="*/ 45 w 79"/>
                    <a:gd name="T9" fmla="*/ 39 h 101"/>
                    <a:gd name="T10" fmla="*/ 48 w 79"/>
                    <a:gd name="T11" fmla="*/ 0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9" h="101">
                      <a:moveTo>
                        <a:pt x="48" y="0"/>
                      </a:moveTo>
                      <a:lnTo>
                        <a:pt x="78" y="30"/>
                      </a:lnTo>
                      <a:lnTo>
                        <a:pt x="16" y="100"/>
                      </a:lnTo>
                      <a:lnTo>
                        <a:pt x="0" y="84"/>
                      </a:lnTo>
                      <a:lnTo>
                        <a:pt x="45" y="39"/>
                      </a:lnTo>
                      <a:lnTo>
                        <a:pt x="4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Freeform 19">
                  <a:extLst>
                    <a:ext uri="{FF2B5EF4-FFF2-40B4-BE49-F238E27FC236}">
                      <a16:creationId xmlns:a16="http://schemas.microsoft.com/office/drawing/2014/main" id="{F39B56BA-1408-1CEF-48D9-C25A7958477B}"/>
                    </a:ext>
                  </a:extLst>
                </p:cNvPr>
                <p:cNvSpPr>
                  <a:spLocks/>
                </p:cNvSpPr>
                <p:nvPr/>
              </p:nvSpPr>
              <p:spPr bwMode="grayWhite">
                <a:xfrm>
                  <a:off x="2211" y="651"/>
                  <a:ext cx="39" cy="66"/>
                </a:xfrm>
                <a:custGeom>
                  <a:avLst/>
                  <a:gdLst>
                    <a:gd name="T0" fmla="*/ 38 w 39"/>
                    <a:gd name="T1" fmla="*/ 51 h 66"/>
                    <a:gd name="T2" fmla="*/ 28 w 39"/>
                    <a:gd name="T3" fmla="*/ 43 h 66"/>
                    <a:gd name="T4" fmla="*/ 28 w 39"/>
                    <a:gd name="T5" fmla="*/ 14 h 66"/>
                    <a:gd name="T6" fmla="*/ 33 w 39"/>
                    <a:gd name="T7" fmla="*/ 8 h 66"/>
                    <a:gd name="T8" fmla="*/ 24 w 39"/>
                    <a:gd name="T9" fmla="*/ 8 h 66"/>
                    <a:gd name="T10" fmla="*/ 29 w 39"/>
                    <a:gd name="T11" fmla="*/ 0 h 66"/>
                    <a:gd name="T12" fmla="*/ 22 w 39"/>
                    <a:gd name="T13" fmla="*/ 0 h 66"/>
                    <a:gd name="T14" fmla="*/ 14 w 39"/>
                    <a:gd name="T15" fmla="*/ 9 h 66"/>
                    <a:gd name="T16" fmla="*/ 14 w 39"/>
                    <a:gd name="T17" fmla="*/ 27 h 66"/>
                    <a:gd name="T18" fmla="*/ 18 w 39"/>
                    <a:gd name="T19" fmla="*/ 31 h 66"/>
                    <a:gd name="T20" fmla="*/ 18 w 39"/>
                    <a:gd name="T21" fmla="*/ 39 h 66"/>
                    <a:gd name="T22" fmla="*/ 16 w 39"/>
                    <a:gd name="T23" fmla="*/ 39 h 66"/>
                    <a:gd name="T24" fmla="*/ 9 w 39"/>
                    <a:gd name="T25" fmla="*/ 46 h 66"/>
                    <a:gd name="T26" fmla="*/ 9 w 39"/>
                    <a:gd name="T27" fmla="*/ 53 h 66"/>
                    <a:gd name="T28" fmla="*/ 0 w 39"/>
                    <a:gd name="T29" fmla="*/ 65 h 66"/>
                    <a:gd name="T30" fmla="*/ 29 w 39"/>
                    <a:gd name="T31" fmla="*/ 65 h 66"/>
                    <a:gd name="T32" fmla="*/ 38 w 39"/>
                    <a:gd name="T33" fmla="*/ 51 h 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9" h="66">
                      <a:moveTo>
                        <a:pt x="38" y="51"/>
                      </a:moveTo>
                      <a:lnTo>
                        <a:pt x="28" y="43"/>
                      </a:lnTo>
                      <a:lnTo>
                        <a:pt x="28" y="14"/>
                      </a:lnTo>
                      <a:lnTo>
                        <a:pt x="33" y="8"/>
                      </a:lnTo>
                      <a:lnTo>
                        <a:pt x="24" y="8"/>
                      </a:lnTo>
                      <a:lnTo>
                        <a:pt x="29" y="0"/>
                      </a:lnTo>
                      <a:lnTo>
                        <a:pt x="22" y="0"/>
                      </a:lnTo>
                      <a:lnTo>
                        <a:pt x="14" y="9"/>
                      </a:lnTo>
                      <a:lnTo>
                        <a:pt x="14" y="27"/>
                      </a:lnTo>
                      <a:lnTo>
                        <a:pt x="18" y="31"/>
                      </a:lnTo>
                      <a:lnTo>
                        <a:pt x="18" y="39"/>
                      </a:lnTo>
                      <a:lnTo>
                        <a:pt x="16" y="39"/>
                      </a:lnTo>
                      <a:lnTo>
                        <a:pt x="9" y="46"/>
                      </a:lnTo>
                      <a:lnTo>
                        <a:pt x="9" y="53"/>
                      </a:lnTo>
                      <a:lnTo>
                        <a:pt x="0" y="65"/>
                      </a:lnTo>
                      <a:lnTo>
                        <a:pt x="29" y="65"/>
                      </a:lnTo>
                      <a:lnTo>
                        <a:pt x="38" y="51"/>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Freeform 20">
                  <a:extLst>
                    <a:ext uri="{FF2B5EF4-FFF2-40B4-BE49-F238E27FC236}">
                      <a16:creationId xmlns:a16="http://schemas.microsoft.com/office/drawing/2014/main" id="{4135DB98-3CCC-0AC9-457F-4C1D13C8CE69}"/>
                    </a:ext>
                  </a:extLst>
                </p:cNvPr>
                <p:cNvSpPr>
                  <a:spLocks/>
                </p:cNvSpPr>
                <p:nvPr/>
              </p:nvSpPr>
              <p:spPr bwMode="grayWhite">
                <a:xfrm>
                  <a:off x="2198" y="673"/>
                  <a:ext cx="21" cy="24"/>
                </a:xfrm>
                <a:custGeom>
                  <a:avLst/>
                  <a:gdLst>
                    <a:gd name="T0" fmla="*/ 17 w 21"/>
                    <a:gd name="T1" fmla="*/ 8 h 24"/>
                    <a:gd name="T2" fmla="*/ 20 w 21"/>
                    <a:gd name="T3" fmla="*/ 8 h 24"/>
                    <a:gd name="T4" fmla="*/ 20 w 21"/>
                    <a:gd name="T5" fmla="*/ 0 h 24"/>
                    <a:gd name="T6" fmla="*/ 13 w 21"/>
                    <a:gd name="T7" fmla="*/ 0 h 24"/>
                    <a:gd name="T8" fmla="*/ 0 w 21"/>
                    <a:gd name="T9" fmla="*/ 15 h 24"/>
                    <a:gd name="T10" fmla="*/ 0 w 21"/>
                    <a:gd name="T11" fmla="*/ 23 h 24"/>
                    <a:gd name="T12" fmla="*/ 12 w 21"/>
                    <a:gd name="T13" fmla="*/ 23 h 24"/>
                    <a:gd name="T14" fmla="*/ 17 w 21"/>
                    <a:gd name="T15" fmla="*/ 17 h 24"/>
                    <a:gd name="T16" fmla="*/ 17 w 21"/>
                    <a:gd name="T17" fmla="*/ 8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 h="24">
                      <a:moveTo>
                        <a:pt x="17" y="8"/>
                      </a:moveTo>
                      <a:lnTo>
                        <a:pt x="20" y="8"/>
                      </a:lnTo>
                      <a:lnTo>
                        <a:pt x="20" y="0"/>
                      </a:lnTo>
                      <a:lnTo>
                        <a:pt x="13" y="0"/>
                      </a:lnTo>
                      <a:lnTo>
                        <a:pt x="0" y="15"/>
                      </a:lnTo>
                      <a:lnTo>
                        <a:pt x="0" y="23"/>
                      </a:lnTo>
                      <a:lnTo>
                        <a:pt x="12" y="23"/>
                      </a:lnTo>
                      <a:lnTo>
                        <a:pt x="17" y="17"/>
                      </a:lnTo>
                      <a:lnTo>
                        <a:pt x="17" y="8"/>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Freeform 21">
                  <a:extLst>
                    <a:ext uri="{FF2B5EF4-FFF2-40B4-BE49-F238E27FC236}">
                      <a16:creationId xmlns:a16="http://schemas.microsoft.com/office/drawing/2014/main" id="{3BCE46B9-1B72-1865-71AB-DF4FC23A62EE}"/>
                    </a:ext>
                  </a:extLst>
                </p:cNvPr>
                <p:cNvSpPr>
                  <a:spLocks/>
                </p:cNvSpPr>
                <p:nvPr/>
              </p:nvSpPr>
              <p:spPr bwMode="grayWhite">
                <a:xfrm>
                  <a:off x="2167" y="634"/>
                  <a:ext cx="256" cy="216"/>
                </a:xfrm>
                <a:custGeom>
                  <a:avLst/>
                  <a:gdLst>
                    <a:gd name="T0" fmla="*/ 168 w 256"/>
                    <a:gd name="T1" fmla="*/ 15 h 216"/>
                    <a:gd name="T2" fmla="*/ 201 w 256"/>
                    <a:gd name="T3" fmla="*/ 20 h 216"/>
                    <a:gd name="T4" fmla="*/ 181 w 256"/>
                    <a:gd name="T5" fmla="*/ 28 h 216"/>
                    <a:gd name="T6" fmla="*/ 172 w 256"/>
                    <a:gd name="T7" fmla="*/ 41 h 216"/>
                    <a:gd name="T8" fmla="*/ 160 w 256"/>
                    <a:gd name="T9" fmla="*/ 70 h 216"/>
                    <a:gd name="T10" fmla="*/ 140 w 256"/>
                    <a:gd name="T11" fmla="*/ 72 h 216"/>
                    <a:gd name="T12" fmla="*/ 123 w 256"/>
                    <a:gd name="T13" fmla="*/ 69 h 216"/>
                    <a:gd name="T14" fmla="*/ 131 w 256"/>
                    <a:gd name="T15" fmla="*/ 55 h 216"/>
                    <a:gd name="T16" fmla="*/ 124 w 256"/>
                    <a:gd name="T17" fmla="*/ 37 h 216"/>
                    <a:gd name="T18" fmla="*/ 114 w 256"/>
                    <a:gd name="T19" fmla="*/ 69 h 216"/>
                    <a:gd name="T20" fmla="*/ 87 w 256"/>
                    <a:gd name="T21" fmla="*/ 84 h 216"/>
                    <a:gd name="T22" fmla="*/ 73 w 256"/>
                    <a:gd name="T23" fmla="*/ 94 h 216"/>
                    <a:gd name="T24" fmla="*/ 53 w 256"/>
                    <a:gd name="T25" fmla="*/ 108 h 216"/>
                    <a:gd name="T26" fmla="*/ 43 w 256"/>
                    <a:gd name="T27" fmla="*/ 143 h 216"/>
                    <a:gd name="T28" fmla="*/ 8 w 256"/>
                    <a:gd name="T29" fmla="*/ 130 h 216"/>
                    <a:gd name="T30" fmla="*/ 0 w 256"/>
                    <a:gd name="T31" fmla="*/ 156 h 216"/>
                    <a:gd name="T32" fmla="*/ 15 w 256"/>
                    <a:gd name="T33" fmla="*/ 194 h 216"/>
                    <a:gd name="T34" fmla="*/ 71 w 256"/>
                    <a:gd name="T35" fmla="*/ 153 h 216"/>
                    <a:gd name="T36" fmla="*/ 105 w 256"/>
                    <a:gd name="T37" fmla="*/ 145 h 216"/>
                    <a:gd name="T38" fmla="*/ 111 w 256"/>
                    <a:gd name="T39" fmla="*/ 161 h 216"/>
                    <a:gd name="T40" fmla="*/ 139 w 256"/>
                    <a:gd name="T41" fmla="*/ 201 h 216"/>
                    <a:gd name="T42" fmla="*/ 142 w 256"/>
                    <a:gd name="T43" fmla="*/ 189 h 216"/>
                    <a:gd name="T44" fmla="*/ 150 w 256"/>
                    <a:gd name="T45" fmla="*/ 189 h 216"/>
                    <a:gd name="T46" fmla="*/ 123 w 256"/>
                    <a:gd name="T47" fmla="*/ 152 h 216"/>
                    <a:gd name="T48" fmla="*/ 131 w 256"/>
                    <a:gd name="T49" fmla="*/ 139 h 216"/>
                    <a:gd name="T50" fmla="*/ 160 w 256"/>
                    <a:gd name="T51" fmla="*/ 178 h 216"/>
                    <a:gd name="T52" fmla="*/ 172 w 256"/>
                    <a:gd name="T53" fmla="*/ 202 h 216"/>
                    <a:gd name="T54" fmla="*/ 178 w 256"/>
                    <a:gd name="T55" fmla="*/ 215 h 216"/>
                    <a:gd name="T56" fmla="*/ 183 w 256"/>
                    <a:gd name="T57" fmla="*/ 191 h 216"/>
                    <a:gd name="T58" fmla="*/ 202 w 256"/>
                    <a:gd name="T59" fmla="*/ 182 h 216"/>
                    <a:gd name="T60" fmla="*/ 214 w 256"/>
                    <a:gd name="T61" fmla="*/ 177 h 216"/>
                    <a:gd name="T62" fmla="*/ 210 w 256"/>
                    <a:gd name="T63" fmla="*/ 158 h 216"/>
                    <a:gd name="T64" fmla="*/ 219 w 256"/>
                    <a:gd name="T65" fmla="*/ 126 h 216"/>
                    <a:gd name="T66" fmla="*/ 232 w 256"/>
                    <a:gd name="T67" fmla="*/ 130 h 216"/>
                    <a:gd name="T68" fmla="*/ 236 w 256"/>
                    <a:gd name="T69" fmla="*/ 145 h 216"/>
                    <a:gd name="T70" fmla="*/ 247 w 256"/>
                    <a:gd name="T71" fmla="*/ 137 h 216"/>
                    <a:gd name="T72" fmla="*/ 244 w 256"/>
                    <a:gd name="T73" fmla="*/ 134 h 216"/>
                    <a:gd name="T74" fmla="*/ 252 w 256"/>
                    <a:gd name="T75" fmla="*/ 114 h 216"/>
                    <a:gd name="T76" fmla="*/ 255 w 256"/>
                    <a:gd name="T77" fmla="*/ 137 h 216"/>
                    <a:gd name="T78" fmla="*/ 168 w 256"/>
                    <a:gd name="T79" fmla="*/ 0 h 21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56" h="216">
                      <a:moveTo>
                        <a:pt x="168" y="0"/>
                      </a:moveTo>
                      <a:lnTo>
                        <a:pt x="168" y="15"/>
                      </a:lnTo>
                      <a:lnTo>
                        <a:pt x="173" y="20"/>
                      </a:lnTo>
                      <a:lnTo>
                        <a:pt x="201" y="20"/>
                      </a:lnTo>
                      <a:lnTo>
                        <a:pt x="201" y="28"/>
                      </a:lnTo>
                      <a:lnTo>
                        <a:pt x="181" y="28"/>
                      </a:lnTo>
                      <a:lnTo>
                        <a:pt x="181" y="52"/>
                      </a:lnTo>
                      <a:lnTo>
                        <a:pt x="172" y="41"/>
                      </a:lnTo>
                      <a:lnTo>
                        <a:pt x="172" y="56"/>
                      </a:lnTo>
                      <a:lnTo>
                        <a:pt x="160" y="70"/>
                      </a:lnTo>
                      <a:lnTo>
                        <a:pt x="152" y="62"/>
                      </a:lnTo>
                      <a:lnTo>
                        <a:pt x="140" y="72"/>
                      </a:lnTo>
                      <a:lnTo>
                        <a:pt x="138" y="69"/>
                      </a:lnTo>
                      <a:lnTo>
                        <a:pt x="123" y="69"/>
                      </a:lnTo>
                      <a:lnTo>
                        <a:pt x="131" y="59"/>
                      </a:lnTo>
                      <a:lnTo>
                        <a:pt x="131" y="55"/>
                      </a:lnTo>
                      <a:lnTo>
                        <a:pt x="124" y="48"/>
                      </a:lnTo>
                      <a:lnTo>
                        <a:pt x="124" y="37"/>
                      </a:lnTo>
                      <a:lnTo>
                        <a:pt x="114" y="48"/>
                      </a:lnTo>
                      <a:lnTo>
                        <a:pt x="114" y="69"/>
                      </a:lnTo>
                      <a:lnTo>
                        <a:pt x="102" y="69"/>
                      </a:lnTo>
                      <a:lnTo>
                        <a:pt x="87" y="84"/>
                      </a:lnTo>
                      <a:lnTo>
                        <a:pt x="81" y="84"/>
                      </a:lnTo>
                      <a:lnTo>
                        <a:pt x="73" y="94"/>
                      </a:lnTo>
                      <a:lnTo>
                        <a:pt x="43" y="94"/>
                      </a:lnTo>
                      <a:lnTo>
                        <a:pt x="53" y="108"/>
                      </a:lnTo>
                      <a:lnTo>
                        <a:pt x="53" y="130"/>
                      </a:lnTo>
                      <a:lnTo>
                        <a:pt x="43" y="143"/>
                      </a:lnTo>
                      <a:lnTo>
                        <a:pt x="31" y="130"/>
                      </a:lnTo>
                      <a:lnTo>
                        <a:pt x="8" y="130"/>
                      </a:lnTo>
                      <a:lnTo>
                        <a:pt x="8" y="146"/>
                      </a:lnTo>
                      <a:lnTo>
                        <a:pt x="0" y="156"/>
                      </a:lnTo>
                      <a:lnTo>
                        <a:pt x="0" y="177"/>
                      </a:lnTo>
                      <a:lnTo>
                        <a:pt x="15" y="194"/>
                      </a:lnTo>
                      <a:lnTo>
                        <a:pt x="37" y="194"/>
                      </a:lnTo>
                      <a:lnTo>
                        <a:pt x="71" y="153"/>
                      </a:lnTo>
                      <a:lnTo>
                        <a:pt x="101" y="153"/>
                      </a:lnTo>
                      <a:lnTo>
                        <a:pt x="105" y="145"/>
                      </a:lnTo>
                      <a:lnTo>
                        <a:pt x="112" y="153"/>
                      </a:lnTo>
                      <a:lnTo>
                        <a:pt x="111" y="161"/>
                      </a:lnTo>
                      <a:lnTo>
                        <a:pt x="139" y="189"/>
                      </a:lnTo>
                      <a:lnTo>
                        <a:pt x="139" y="201"/>
                      </a:lnTo>
                      <a:lnTo>
                        <a:pt x="145" y="196"/>
                      </a:lnTo>
                      <a:lnTo>
                        <a:pt x="142" y="189"/>
                      </a:lnTo>
                      <a:lnTo>
                        <a:pt x="145" y="185"/>
                      </a:lnTo>
                      <a:lnTo>
                        <a:pt x="150" y="189"/>
                      </a:lnTo>
                      <a:lnTo>
                        <a:pt x="152" y="188"/>
                      </a:lnTo>
                      <a:lnTo>
                        <a:pt x="123" y="152"/>
                      </a:lnTo>
                      <a:lnTo>
                        <a:pt x="123" y="139"/>
                      </a:lnTo>
                      <a:lnTo>
                        <a:pt x="131" y="139"/>
                      </a:lnTo>
                      <a:lnTo>
                        <a:pt x="131" y="146"/>
                      </a:lnTo>
                      <a:lnTo>
                        <a:pt x="160" y="178"/>
                      </a:lnTo>
                      <a:lnTo>
                        <a:pt x="160" y="188"/>
                      </a:lnTo>
                      <a:lnTo>
                        <a:pt x="172" y="202"/>
                      </a:lnTo>
                      <a:lnTo>
                        <a:pt x="169" y="205"/>
                      </a:lnTo>
                      <a:lnTo>
                        <a:pt x="178" y="215"/>
                      </a:lnTo>
                      <a:lnTo>
                        <a:pt x="191" y="200"/>
                      </a:lnTo>
                      <a:lnTo>
                        <a:pt x="183" y="191"/>
                      </a:lnTo>
                      <a:lnTo>
                        <a:pt x="191" y="182"/>
                      </a:lnTo>
                      <a:lnTo>
                        <a:pt x="202" y="182"/>
                      </a:lnTo>
                      <a:lnTo>
                        <a:pt x="207" y="177"/>
                      </a:lnTo>
                      <a:lnTo>
                        <a:pt x="214" y="177"/>
                      </a:lnTo>
                      <a:lnTo>
                        <a:pt x="205" y="164"/>
                      </a:lnTo>
                      <a:lnTo>
                        <a:pt x="210" y="158"/>
                      </a:lnTo>
                      <a:lnTo>
                        <a:pt x="210" y="137"/>
                      </a:lnTo>
                      <a:lnTo>
                        <a:pt x="219" y="126"/>
                      </a:lnTo>
                      <a:lnTo>
                        <a:pt x="223" y="130"/>
                      </a:lnTo>
                      <a:lnTo>
                        <a:pt x="232" y="130"/>
                      </a:lnTo>
                      <a:lnTo>
                        <a:pt x="228" y="136"/>
                      </a:lnTo>
                      <a:lnTo>
                        <a:pt x="236" y="145"/>
                      </a:lnTo>
                      <a:lnTo>
                        <a:pt x="241" y="137"/>
                      </a:lnTo>
                      <a:lnTo>
                        <a:pt x="247" y="137"/>
                      </a:lnTo>
                      <a:lnTo>
                        <a:pt x="247" y="134"/>
                      </a:lnTo>
                      <a:lnTo>
                        <a:pt x="244" y="134"/>
                      </a:lnTo>
                      <a:lnTo>
                        <a:pt x="239" y="130"/>
                      </a:lnTo>
                      <a:lnTo>
                        <a:pt x="252" y="114"/>
                      </a:lnTo>
                      <a:lnTo>
                        <a:pt x="252" y="137"/>
                      </a:lnTo>
                      <a:lnTo>
                        <a:pt x="255" y="137"/>
                      </a:lnTo>
                      <a:lnTo>
                        <a:pt x="255" y="0"/>
                      </a:lnTo>
                      <a:lnTo>
                        <a:pt x="16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Freeform 22">
                  <a:extLst>
                    <a:ext uri="{FF2B5EF4-FFF2-40B4-BE49-F238E27FC236}">
                      <a16:creationId xmlns:a16="http://schemas.microsoft.com/office/drawing/2014/main" id="{970D5EC9-CC5C-164D-3082-01C927D4DF4C}"/>
                    </a:ext>
                  </a:extLst>
                </p:cNvPr>
                <p:cNvSpPr>
                  <a:spLocks/>
                </p:cNvSpPr>
                <p:nvPr/>
              </p:nvSpPr>
              <p:spPr bwMode="grayWhite">
                <a:xfrm>
                  <a:off x="2276" y="406"/>
                  <a:ext cx="1089" cy="769"/>
                </a:xfrm>
                <a:custGeom>
                  <a:avLst/>
                  <a:gdLst>
                    <a:gd name="T0" fmla="*/ 32 w 1089"/>
                    <a:gd name="T1" fmla="*/ 202 h 769"/>
                    <a:gd name="T2" fmla="*/ 99 w 1089"/>
                    <a:gd name="T3" fmla="*/ 134 h 769"/>
                    <a:gd name="T4" fmla="*/ 142 w 1089"/>
                    <a:gd name="T5" fmla="*/ 181 h 769"/>
                    <a:gd name="T6" fmla="*/ 118 w 1089"/>
                    <a:gd name="T7" fmla="*/ 179 h 769"/>
                    <a:gd name="T8" fmla="*/ 216 w 1089"/>
                    <a:gd name="T9" fmla="*/ 172 h 769"/>
                    <a:gd name="T10" fmla="*/ 240 w 1089"/>
                    <a:gd name="T11" fmla="*/ 110 h 769"/>
                    <a:gd name="T12" fmla="*/ 241 w 1089"/>
                    <a:gd name="T13" fmla="*/ 124 h 769"/>
                    <a:gd name="T14" fmla="*/ 223 w 1089"/>
                    <a:gd name="T15" fmla="*/ 172 h 769"/>
                    <a:gd name="T16" fmla="*/ 301 w 1089"/>
                    <a:gd name="T17" fmla="*/ 133 h 769"/>
                    <a:gd name="T18" fmla="*/ 460 w 1089"/>
                    <a:gd name="T19" fmla="*/ 23 h 769"/>
                    <a:gd name="T20" fmla="*/ 574 w 1089"/>
                    <a:gd name="T21" fmla="*/ 29 h 769"/>
                    <a:gd name="T22" fmla="*/ 701 w 1089"/>
                    <a:gd name="T23" fmla="*/ 15 h 769"/>
                    <a:gd name="T24" fmla="*/ 840 w 1089"/>
                    <a:gd name="T25" fmla="*/ 71 h 769"/>
                    <a:gd name="T26" fmla="*/ 1001 w 1089"/>
                    <a:gd name="T27" fmla="*/ 91 h 769"/>
                    <a:gd name="T28" fmla="*/ 1080 w 1089"/>
                    <a:gd name="T29" fmla="*/ 156 h 769"/>
                    <a:gd name="T30" fmla="*/ 1019 w 1089"/>
                    <a:gd name="T31" fmla="*/ 206 h 769"/>
                    <a:gd name="T32" fmla="*/ 985 w 1089"/>
                    <a:gd name="T33" fmla="*/ 270 h 769"/>
                    <a:gd name="T34" fmla="*/ 945 w 1089"/>
                    <a:gd name="T35" fmla="*/ 273 h 769"/>
                    <a:gd name="T36" fmla="*/ 958 w 1089"/>
                    <a:gd name="T37" fmla="*/ 184 h 769"/>
                    <a:gd name="T38" fmla="*/ 906 w 1089"/>
                    <a:gd name="T39" fmla="*/ 232 h 769"/>
                    <a:gd name="T40" fmla="*/ 868 w 1089"/>
                    <a:gd name="T41" fmla="*/ 273 h 769"/>
                    <a:gd name="T42" fmla="*/ 881 w 1089"/>
                    <a:gd name="T43" fmla="*/ 318 h 769"/>
                    <a:gd name="T44" fmla="*/ 837 w 1089"/>
                    <a:gd name="T45" fmla="*/ 385 h 769"/>
                    <a:gd name="T46" fmla="*/ 844 w 1089"/>
                    <a:gd name="T47" fmla="*/ 439 h 769"/>
                    <a:gd name="T48" fmla="*/ 839 w 1089"/>
                    <a:gd name="T49" fmla="*/ 413 h 769"/>
                    <a:gd name="T50" fmla="*/ 797 w 1089"/>
                    <a:gd name="T51" fmla="*/ 416 h 769"/>
                    <a:gd name="T52" fmla="*/ 828 w 1089"/>
                    <a:gd name="T53" fmla="*/ 496 h 769"/>
                    <a:gd name="T54" fmla="*/ 751 w 1089"/>
                    <a:gd name="T55" fmla="*/ 589 h 769"/>
                    <a:gd name="T56" fmla="*/ 730 w 1089"/>
                    <a:gd name="T57" fmla="*/ 615 h 769"/>
                    <a:gd name="T58" fmla="*/ 703 w 1089"/>
                    <a:gd name="T59" fmla="*/ 706 h 769"/>
                    <a:gd name="T60" fmla="*/ 665 w 1089"/>
                    <a:gd name="T61" fmla="*/ 708 h 769"/>
                    <a:gd name="T62" fmla="*/ 711 w 1089"/>
                    <a:gd name="T63" fmla="*/ 768 h 769"/>
                    <a:gd name="T64" fmla="*/ 634 w 1089"/>
                    <a:gd name="T65" fmla="*/ 626 h 769"/>
                    <a:gd name="T66" fmla="*/ 545 w 1089"/>
                    <a:gd name="T67" fmla="*/ 596 h 769"/>
                    <a:gd name="T68" fmla="*/ 503 w 1089"/>
                    <a:gd name="T69" fmla="*/ 689 h 769"/>
                    <a:gd name="T70" fmla="*/ 471 w 1089"/>
                    <a:gd name="T71" fmla="*/ 738 h 769"/>
                    <a:gd name="T72" fmla="*/ 416 w 1089"/>
                    <a:gd name="T73" fmla="*/ 592 h 769"/>
                    <a:gd name="T74" fmla="*/ 373 w 1089"/>
                    <a:gd name="T75" fmla="*/ 607 h 769"/>
                    <a:gd name="T76" fmla="*/ 336 w 1089"/>
                    <a:gd name="T77" fmla="*/ 545 h 769"/>
                    <a:gd name="T78" fmla="*/ 223 w 1089"/>
                    <a:gd name="T79" fmla="*/ 510 h 769"/>
                    <a:gd name="T80" fmla="*/ 263 w 1089"/>
                    <a:gd name="T81" fmla="*/ 577 h 769"/>
                    <a:gd name="T82" fmla="*/ 234 w 1089"/>
                    <a:gd name="T83" fmla="*/ 620 h 769"/>
                    <a:gd name="T84" fmla="*/ 190 w 1089"/>
                    <a:gd name="T85" fmla="*/ 605 h 769"/>
                    <a:gd name="T86" fmla="*/ 119 w 1089"/>
                    <a:gd name="T87" fmla="*/ 495 h 769"/>
                    <a:gd name="T88" fmla="*/ 149 w 1089"/>
                    <a:gd name="T89" fmla="*/ 432 h 769"/>
                    <a:gd name="T90" fmla="*/ 166 w 1089"/>
                    <a:gd name="T91" fmla="*/ 385 h 769"/>
                    <a:gd name="T92" fmla="*/ 149 w 1089"/>
                    <a:gd name="T93" fmla="*/ 226 h 769"/>
                    <a:gd name="T94" fmla="*/ 86 w 1089"/>
                    <a:gd name="T95" fmla="*/ 193 h 769"/>
                    <a:gd name="T96" fmla="*/ 55 w 1089"/>
                    <a:gd name="T97" fmla="*/ 210 h 769"/>
                    <a:gd name="T98" fmla="*/ 0 w 1089"/>
                    <a:gd name="T99" fmla="*/ 226 h 76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089" h="769">
                      <a:moveTo>
                        <a:pt x="0" y="226"/>
                      </a:moveTo>
                      <a:lnTo>
                        <a:pt x="32" y="202"/>
                      </a:lnTo>
                      <a:lnTo>
                        <a:pt x="62" y="156"/>
                      </a:lnTo>
                      <a:lnTo>
                        <a:pt x="99" y="134"/>
                      </a:lnTo>
                      <a:lnTo>
                        <a:pt x="137" y="160"/>
                      </a:lnTo>
                      <a:lnTo>
                        <a:pt x="142" y="181"/>
                      </a:lnTo>
                      <a:lnTo>
                        <a:pt x="133" y="181"/>
                      </a:lnTo>
                      <a:lnTo>
                        <a:pt x="118" y="179"/>
                      </a:lnTo>
                      <a:lnTo>
                        <a:pt x="137" y="202"/>
                      </a:lnTo>
                      <a:lnTo>
                        <a:pt x="216" y="172"/>
                      </a:lnTo>
                      <a:lnTo>
                        <a:pt x="206" y="149"/>
                      </a:lnTo>
                      <a:lnTo>
                        <a:pt x="240" y="110"/>
                      </a:lnTo>
                      <a:lnTo>
                        <a:pt x="262" y="111"/>
                      </a:lnTo>
                      <a:lnTo>
                        <a:pt x="241" y="124"/>
                      </a:lnTo>
                      <a:lnTo>
                        <a:pt x="223" y="153"/>
                      </a:lnTo>
                      <a:lnTo>
                        <a:pt x="223" y="172"/>
                      </a:lnTo>
                      <a:lnTo>
                        <a:pt x="255" y="193"/>
                      </a:lnTo>
                      <a:lnTo>
                        <a:pt x="301" y="133"/>
                      </a:lnTo>
                      <a:lnTo>
                        <a:pt x="461" y="63"/>
                      </a:lnTo>
                      <a:lnTo>
                        <a:pt x="460" y="23"/>
                      </a:lnTo>
                      <a:lnTo>
                        <a:pt x="533" y="8"/>
                      </a:lnTo>
                      <a:lnTo>
                        <a:pt x="574" y="29"/>
                      </a:lnTo>
                      <a:lnTo>
                        <a:pt x="671" y="0"/>
                      </a:lnTo>
                      <a:lnTo>
                        <a:pt x="701" y="15"/>
                      </a:lnTo>
                      <a:lnTo>
                        <a:pt x="766" y="85"/>
                      </a:lnTo>
                      <a:lnTo>
                        <a:pt x="840" y="71"/>
                      </a:lnTo>
                      <a:lnTo>
                        <a:pt x="886" y="96"/>
                      </a:lnTo>
                      <a:lnTo>
                        <a:pt x="1001" y="91"/>
                      </a:lnTo>
                      <a:lnTo>
                        <a:pt x="1088" y="118"/>
                      </a:lnTo>
                      <a:lnTo>
                        <a:pt x="1080" y="156"/>
                      </a:lnTo>
                      <a:lnTo>
                        <a:pt x="1006" y="181"/>
                      </a:lnTo>
                      <a:lnTo>
                        <a:pt x="1019" y="206"/>
                      </a:lnTo>
                      <a:lnTo>
                        <a:pt x="987" y="220"/>
                      </a:lnTo>
                      <a:lnTo>
                        <a:pt x="985" y="270"/>
                      </a:lnTo>
                      <a:lnTo>
                        <a:pt x="957" y="304"/>
                      </a:lnTo>
                      <a:lnTo>
                        <a:pt x="945" y="273"/>
                      </a:lnTo>
                      <a:lnTo>
                        <a:pt x="961" y="244"/>
                      </a:lnTo>
                      <a:lnTo>
                        <a:pt x="958" y="184"/>
                      </a:lnTo>
                      <a:lnTo>
                        <a:pt x="929" y="215"/>
                      </a:lnTo>
                      <a:lnTo>
                        <a:pt x="906" y="232"/>
                      </a:lnTo>
                      <a:lnTo>
                        <a:pt x="884" y="205"/>
                      </a:lnTo>
                      <a:lnTo>
                        <a:pt x="868" y="273"/>
                      </a:lnTo>
                      <a:lnTo>
                        <a:pt x="885" y="273"/>
                      </a:lnTo>
                      <a:lnTo>
                        <a:pt x="881" y="318"/>
                      </a:lnTo>
                      <a:lnTo>
                        <a:pt x="861" y="366"/>
                      </a:lnTo>
                      <a:lnTo>
                        <a:pt x="837" y="385"/>
                      </a:lnTo>
                      <a:lnTo>
                        <a:pt x="857" y="417"/>
                      </a:lnTo>
                      <a:lnTo>
                        <a:pt x="844" y="439"/>
                      </a:lnTo>
                      <a:lnTo>
                        <a:pt x="839" y="420"/>
                      </a:lnTo>
                      <a:lnTo>
                        <a:pt x="839" y="413"/>
                      </a:lnTo>
                      <a:lnTo>
                        <a:pt x="823" y="402"/>
                      </a:lnTo>
                      <a:lnTo>
                        <a:pt x="797" y="416"/>
                      </a:lnTo>
                      <a:lnTo>
                        <a:pt x="820" y="469"/>
                      </a:lnTo>
                      <a:lnTo>
                        <a:pt x="828" y="496"/>
                      </a:lnTo>
                      <a:lnTo>
                        <a:pt x="801" y="569"/>
                      </a:lnTo>
                      <a:lnTo>
                        <a:pt x="751" y="589"/>
                      </a:lnTo>
                      <a:lnTo>
                        <a:pt x="710" y="585"/>
                      </a:lnTo>
                      <a:lnTo>
                        <a:pt x="730" y="615"/>
                      </a:lnTo>
                      <a:lnTo>
                        <a:pt x="732" y="657"/>
                      </a:lnTo>
                      <a:lnTo>
                        <a:pt x="703" y="706"/>
                      </a:lnTo>
                      <a:lnTo>
                        <a:pt x="670" y="679"/>
                      </a:lnTo>
                      <a:lnTo>
                        <a:pt x="665" y="708"/>
                      </a:lnTo>
                      <a:lnTo>
                        <a:pt x="690" y="732"/>
                      </a:lnTo>
                      <a:lnTo>
                        <a:pt x="711" y="768"/>
                      </a:lnTo>
                      <a:lnTo>
                        <a:pt x="676" y="747"/>
                      </a:lnTo>
                      <a:lnTo>
                        <a:pt x="634" y="626"/>
                      </a:lnTo>
                      <a:lnTo>
                        <a:pt x="583" y="593"/>
                      </a:lnTo>
                      <a:lnTo>
                        <a:pt x="545" y="596"/>
                      </a:lnTo>
                      <a:lnTo>
                        <a:pt x="497" y="665"/>
                      </a:lnTo>
                      <a:lnTo>
                        <a:pt x="503" y="689"/>
                      </a:lnTo>
                      <a:lnTo>
                        <a:pt x="487" y="738"/>
                      </a:lnTo>
                      <a:lnTo>
                        <a:pt x="471" y="738"/>
                      </a:lnTo>
                      <a:lnTo>
                        <a:pt x="416" y="636"/>
                      </a:lnTo>
                      <a:lnTo>
                        <a:pt x="416" y="592"/>
                      </a:lnTo>
                      <a:lnTo>
                        <a:pt x="404" y="608"/>
                      </a:lnTo>
                      <a:lnTo>
                        <a:pt x="373" y="607"/>
                      </a:lnTo>
                      <a:lnTo>
                        <a:pt x="385" y="580"/>
                      </a:lnTo>
                      <a:lnTo>
                        <a:pt x="336" y="545"/>
                      </a:lnTo>
                      <a:lnTo>
                        <a:pt x="275" y="545"/>
                      </a:lnTo>
                      <a:lnTo>
                        <a:pt x="223" y="510"/>
                      </a:lnTo>
                      <a:lnTo>
                        <a:pt x="220" y="545"/>
                      </a:lnTo>
                      <a:lnTo>
                        <a:pt x="263" y="577"/>
                      </a:lnTo>
                      <a:lnTo>
                        <a:pt x="278" y="576"/>
                      </a:lnTo>
                      <a:lnTo>
                        <a:pt x="234" y="620"/>
                      </a:lnTo>
                      <a:lnTo>
                        <a:pt x="190" y="630"/>
                      </a:lnTo>
                      <a:lnTo>
                        <a:pt x="190" y="605"/>
                      </a:lnTo>
                      <a:lnTo>
                        <a:pt x="127" y="518"/>
                      </a:lnTo>
                      <a:lnTo>
                        <a:pt x="119" y="495"/>
                      </a:lnTo>
                      <a:lnTo>
                        <a:pt x="153" y="467"/>
                      </a:lnTo>
                      <a:lnTo>
                        <a:pt x="149" y="432"/>
                      </a:lnTo>
                      <a:lnTo>
                        <a:pt x="149" y="393"/>
                      </a:lnTo>
                      <a:lnTo>
                        <a:pt x="166" y="385"/>
                      </a:lnTo>
                      <a:lnTo>
                        <a:pt x="149" y="366"/>
                      </a:lnTo>
                      <a:lnTo>
                        <a:pt x="149" y="226"/>
                      </a:lnTo>
                      <a:lnTo>
                        <a:pt x="61" y="226"/>
                      </a:lnTo>
                      <a:lnTo>
                        <a:pt x="86" y="193"/>
                      </a:lnTo>
                      <a:lnTo>
                        <a:pt x="84" y="181"/>
                      </a:lnTo>
                      <a:lnTo>
                        <a:pt x="55" y="210"/>
                      </a:lnTo>
                      <a:lnTo>
                        <a:pt x="45" y="226"/>
                      </a:lnTo>
                      <a:lnTo>
                        <a:pt x="0" y="22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Freeform 23">
                  <a:extLst>
                    <a:ext uri="{FF2B5EF4-FFF2-40B4-BE49-F238E27FC236}">
                      <a16:creationId xmlns:a16="http://schemas.microsoft.com/office/drawing/2014/main" id="{090CE06B-CB8F-A606-0C01-A863B887945C}"/>
                    </a:ext>
                  </a:extLst>
                </p:cNvPr>
                <p:cNvSpPr>
                  <a:spLocks/>
                </p:cNvSpPr>
                <p:nvPr/>
              </p:nvSpPr>
              <p:spPr bwMode="grayWhite">
                <a:xfrm>
                  <a:off x="3135" y="720"/>
                  <a:ext cx="94" cy="157"/>
                </a:xfrm>
                <a:custGeom>
                  <a:avLst/>
                  <a:gdLst>
                    <a:gd name="T0" fmla="*/ 63 w 94"/>
                    <a:gd name="T1" fmla="*/ 0 h 157"/>
                    <a:gd name="T2" fmla="*/ 63 w 94"/>
                    <a:gd name="T3" fmla="*/ 20 h 157"/>
                    <a:gd name="T4" fmla="*/ 55 w 94"/>
                    <a:gd name="T5" fmla="*/ 33 h 157"/>
                    <a:gd name="T6" fmla="*/ 57 w 94"/>
                    <a:gd name="T7" fmla="*/ 54 h 157"/>
                    <a:gd name="T8" fmla="*/ 47 w 94"/>
                    <a:gd name="T9" fmla="*/ 82 h 157"/>
                    <a:gd name="T10" fmla="*/ 31 w 94"/>
                    <a:gd name="T11" fmla="*/ 108 h 157"/>
                    <a:gd name="T12" fmla="*/ 7 w 94"/>
                    <a:gd name="T13" fmla="*/ 125 h 157"/>
                    <a:gd name="T14" fmla="*/ 0 w 94"/>
                    <a:gd name="T15" fmla="*/ 154 h 157"/>
                    <a:gd name="T16" fmla="*/ 10 w 94"/>
                    <a:gd name="T17" fmla="*/ 156 h 157"/>
                    <a:gd name="T18" fmla="*/ 10 w 94"/>
                    <a:gd name="T19" fmla="*/ 129 h 157"/>
                    <a:gd name="T20" fmla="*/ 44 w 94"/>
                    <a:gd name="T21" fmla="*/ 127 h 157"/>
                    <a:gd name="T22" fmla="*/ 69 w 94"/>
                    <a:gd name="T23" fmla="*/ 109 h 157"/>
                    <a:gd name="T24" fmla="*/ 69 w 94"/>
                    <a:gd name="T25" fmla="*/ 72 h 157"/>
                    <a:gd name="T26" fmla="*/ 77 w 94"/>
                    <a:gd name="T27" fmla="*/ 58 h 157"/>
                    <a:gd name="T28" fmla="*/ 64 w 94"/>
                    <a:gd name="T29" fmla="*/ 34 h 157"/>
                    <a:gd name="T30" fmla="*/ 82 w 94"/>
                    <a:gd name="T31" fmla="*/ 27 h 157"/>
                    <a:gd name="T32" fmla="*/ 93 w 94"/>
                    <a:gd name="T33" fmla="*/ 8 h 157"/>
                    <a:gd name="T34" fmla="*/ 69 w 94"/>
                    <a:gd name="T35" fmla="*/ 11 h 157"/>
                    <a:gd name="T36" fmla="*/ 63 w 94"/>
                    <a:gd name="T37" fmla="*/ 0 h 1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4" h="157">
                      <a:moveTo>
                        <a:pt x="63" y="0"/>
                      </a:moveTo>
                      <a:lnTo>
                        <a:pt x="63" y="20"/>
                      </a:lnTo>
                      <a:lnTo>
                        <a:pt x="55" y="33"/>
                      </a:lnTo>
                      <a:lnTo>
                        <a:pt x="57" y="54"/>
                      </a:lnTo>
                      <a:lnTo>
                        <a:pt x="47" y="82"/>
                      </a:lnTo>
                      <a:lnTo>
                        <a:pt x="31" y="108"/>
                      </a:lnTo>
                      <a:lnTo>
                        <a:pt x="7" y="125"/>
                      </a:lnTo>
                      <a:lnTo>
                        <a:pt x="0" y="154"/>
                      </a:lnTo>
                      <a:lnTo>
                        <a:pt x="10" y="156"/>
                      </a:lnTo>
                      <a:lnTo>
                        <a:pt x="10" y="129"/>
                      </a:lnTo>
                      <a:lnTo>
                        <a:pt x="44" y="127"/>
                      </a:lnTo>
                      <a:lnTo>
                        <a:pt x="69" y="109"/>
                      </a:lnTo>
                      <a:lnTo>
                        <a:pt x="69" y="72"/>
                      </a:lnTo>
                      <a:lnTo>
                        <a:pt x="77" y="58"/>
                      </a:lnTo>
                      <a:lnTo>
                        <a:pt x="64" y="34"/>
                      </a:lnTo>
                      <a:lnTo>
                        <a:pt x="82" y="27"/>
                      </a:lnTo>
                      <a:lnTo>
                        <a:pt x="93" y="8"/>
                      </a:lnTo>
                      <a:lnTo>
                        <a:pt x="69" y="11"/>
                      </a:lnTo>
                      <a:lnTo>
                        <a:pt x="63"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Freeform 24">
                  <a:extLst>
                    <a:ext uri="{FF2B5EF4-FFF2-40B4-BE49-F238E27FC236}">
                      <a16:creationId xmlns:a16="http://schemas.microsoft.com/office/drawing/2014/main" id="{32A43A25-79C3-F470-2D7C-85047AC3AA0C}"/>
                    </a:ext>
                  </a:extLst>
                </p:cNvPr>
                <p:cNvSpPr>
                  <a:spLocks/>
                </p:cNvSpPr>
                <p:nvPr/>
              </p:nvSpPr>
              <p:spPr bwMode="grayWhite">
                <a:xfrm>
                  <a:off x="2780" y="1139"/>
                  <a:ext cx="19" cy="36"/>
                </a:xfrm>
                <a:custGeom>
                  <a:avLst/>
                  <a:gdLst>
                    <a:gd name="T0" fmla="*/ 9 w 19"/>
                    <a:gd name="T1" fmla="*/ 0 h 36"/>
                    <a:gd name="T2" fmla="*/ 0 w 19"/>
                    <a:gd name="T3" fmla="*/ 16 h 36"/>
                    <a:gd name="T4" fmla="*/ 6 w 19"/>
                    <a:gd name="T5" fmla="*/ 35 h 36"/>
                    <a:gd name="T6" fmla="*/ 18 w 19"/>
                    <a:gd name="T7" fmla="*/ 21 h 36"/>
                    <a:gd name="T8" fmla="*/ 9 w 1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6">
                      <a:moveTo>
                        <a:pt x="9" y="0"/>
                      </a:moveTo>
                      <a:lnTo>
                        <a:pt x="0" y="16"/>
                      </a:lnTo>
                      <a:lnTo>
                        <a:pt x="6" y="35"/>
                      </a:lnTo>
                      <a:lnTo>
                        <a:pt x="18" y="21"/>
                      </a:lnTo>
                      <a:lnTo>
                        <a:pt x="9"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Freeform 25">
                  <a:extLst>
                    <a:ext uri="{FF2B5EF4-FFF2-40B4-BE49-F238E27FC236}">
                      <a16:creationId xmlns:a16="http://schemas.microsoft.com/office/drawing/2014/main" id="{AC51A396-4332-7B1B-345B-C180330DF0EC}"/>
                    </a:ext>
                  </a:extLst>
                </p:cNvPr>
                <p:cNvSpPr>
                  <a:spLocks/>
                </p:cNvSpPr>
                <p:nvPr/>
              </p:nvSpPr>
              <p:spPr bwMode="grayWhite">
                <a:xfrm>
                  <a:off x="2923" y="1177"/>
                  <a:ext cx="220" cy="94"/>
                </a:xfrm>
                <a:custGeom>
                  <a:avLst/>
                  <a:gdLst>
                    <a:gd name="T0" fmla="*/ 0 w 220"/>
                    <a:gd name="T1" fmla="*/ 0 h 94"/>
                    <a:gd name="T2" fmla="*/ 33 w 220"/>
                    <a:gd name="T3" fmla="*/ 7 h 94"/>
                    <a:gd name="T4" fmla="*/ 82 w 220"/>
                    <a:gd name="T5" fmla="*/ 41 h 94"/>
                    <a:gd name="T6" fmla="*/ 75 w 220"/>
                    <a:gd name="T7" fmla="*/ 60 h 94"/>
                    <a:gd name="T8" fmla="*/ 115 w 220"/>
                    <a:gd name="T9" fmla="*/ 77 h 94"/>
                    <a:gd name="T10" fmla="*/ 219 w 220"/>
                    <a:gd name="T11" fmla="*/ 77 h 94"/>
                    <a:gd name="T12" fmla="*/ 106 w 220"/>
                    <a:gd name="T13" fmla="*/ 93 h 94"/>
                    <a:gd name="T14" fmla="*/ 75 w 220"/>
                    <a:gd name="T15" fmla="*/ 60 h 94"/>
                    <a:gd name="T16" fmla="*/ 46 w 220"/>
                    <a:gd name="T17" fmla="*/ 54 h 94"/>
                    <a:gd name="T18" fmla="*/ 0 w 220"/>
                    <a:gd name="T19" fmla="*/ 0 h 9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0" h="94">
                      <a:moveTo>
                        <a:pt x="0" y="0"/>
                      </a:moveTo>
                      <a:lnTo>
                        <a:pt x="33" y="7"/>
                      </a:lnTo>
                      <a:lnTo>
                        <a:pt x="82" y="41"/>
                      </a:lnTo>
                      <a:lnTo>
                        <a:pt x="75" y="60"/>
                      </a:lnTo>
                      <a:lnTo>
                        <a:pt x="115" y="77"/>
                      </a:lnTo>
                      <a:lnTo>
                        <a:pt x="219" y="77"/>
                      </a:lnTo>
                      <a:lnTo>
                        <a:pt x="106" y="93"/>
                      </a:lnTo>
                      <a:lnTo>
                        <a:pt x="75" y="60"/>
                      </a:lnTo>
                      <a:lnTo>
                        <a:pt x="46" y="54"/>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Freeform 26">
                  <a:extLst>
                    <a:ext uri="{FF2B5EF4-FFF2-40B4-BE49-F238E27FC236}">
                      <a16:creationId xmlns:a16="http://schemas.microsoft.com/office/drawing/2014/main" id="{EE9FFCD5-F565-2083-9652-0298F7E23C3F}"/>
                    </a:ext>
                  </a:extLst>
                </p:cNvPr>
                <p:cNvSpPr>
                  <a:spLocks/>
                </p:cNvSpPr>
                <p:nvPr/>
              </p:nvSpPr>
              <p:spPr bwMode="grayWhite">
                <a:xfrm>
                  <a:off x="3098" y="1255"/>
                  <a:ext cx="236" cy="221"/>
                </a:xfrm>
                <a:custGeom>
                  <a:avLst/>
                  <a:gdLst>
                    <a:gd name="T0" fmla="*/ 190 w 236"/>
                    <a:gd name="T1" fmla="*/ 216 h 221"/>
                    <a:gd name="T2" fmla="*/ 179 w 236"/>
                    <a:gd name="T3" fmla="*/ 212 h 221"/>
                    <a:gd name="T4" fmla="*/ 154 w 236"/>
                    <a:gd name="T5" fmla="*/ 187 h 221"/>
                    <a:gd name="T6" fmla="*/ 130 w 236"/>
                    <a:gd name="T7" fmla="*/ 182 h 221"/>
                    <a:gd name="T8" fmla="*/ 124 w 236"/>
                    <a:gd name="T9" fmla="*/ 167 h 221"/>
                    <a:gd name="T10" fmla="*/ 110 w 236"/>
                    <a:gd name="T11" fmla="*/ 155 h 221"/>
                    <a:gd name="T12" fmla="*/ 87 w 236"/>
                    <a:gd name="T13" fmla="*/ 155 h 221"/>
                    <a:gd name="T14" fmla="*/ 62 w 236"/>
                    <a:gd name="T15" fmla="*/ 165 h 221"/>
                    <a:gd name="T16" fmla="*/ 40 w 236"/>
                    <a:gd name="T17" fmla="*/ 169 h 221"/>
                    <a:gd name="T18" fmla="*/ 15 w 236"/>
                    <a:gd name="T19" fmla="*/ 169 h 221"/>
                    <a:gd name="T20" fmla="*/ 14 w 236"/>
                    <a:gd name="T21" fmla="*/ 152 h 221"/>
                    <a:gd name="T22" fmla="*/ 5 w 236"/>
                    <a:gd name="T23" fmla="*/ 127 h 221"/>
                    <a:gd name="T24" fmla="*/ 3 w 236"/>
                    <a:gd name="T25" fmla="*/ 114 h 221"/>
                    <a:gd name="T26" fmla="*/ 3 w 236"/>
                    <a:gd name="T27" fmla="*/ 79 h 221"/>
                    <a:gd name="T28" fmla="*/ 44 w 236"/>
                    <a:gd name="T29" fmla="*/ 60 h 221"/>
                    <a:gd name="T30" fmla="*/ 48 w 236"/>
                    <a:gd name="T31" fmla="*/ 41 h 221"/>
                    <a:gd name="T32" fmla="*/ 57 w 236"/>
                    <a:gd name="T33" fmla="*/ 43 h 221"/>
                    <a:gd name="T34" fmla="*/ 77 w 236"/>
                    <a:gd name="T35" fmla="*/ 22 h 221"/>
                    <a:gd name="T36" fmla="*/ 98 w 236"/>
                    <a:gd name="T37" fmla="*/ 25 h 221"/>
                    <a:gd name="T38" fmla="*/ 113 w 236"/>
                    <a:gd name="T39" fmla="*/ 10 h 221"/>
                    <a:gd name="T40" fmla="*/ 125 w 236"/>
                    <a:gd name="T41" fmla="*/ 8 h 221"/>
                    <a:gd name="T42" fmla="*/ 145 w 236"/>
                    <a:gd name="T43" fmla="*/ 34 h 221"/>
                    <a:gd name="T44" fmla="*/ 163 w 236"/>
                    <a:gd name="T45" fmla="*/ 43 h 221"/>
                    <a:gd name="T46" fmla="*/ 165 w 236"/>
                    <a:gd name="T47" fmla="*/ 16 h 221"/>
                    <a:gd name="T48" fmla="*/ 172 w 236"/>
                    <a:gd name="T49" fmla="*/ 0 h 221"/>
                    <a:gd name="T50" fmla="*/ 185 w 236"/>
                    <a:gd name="T51" fmla="*/ 22 h 221"/>
                    <a:gd name="T52" fmla="*/ 196 w 236"/>
                    <a:gd name="T53" fmla="*/ 60 h 221"/>
                    <a:gd name="T54" fmla="*/ 219 w 236"/>
                    <a:gd name="T55" fmla="*/ 83 h 221"/>
                    <a:gd name="T56" fmla="*/ 232 w 236"/>
                    <a:gd name="T57" fmla="*/ 101 h 221"/>
                    <a:gd name="T58" fmla="*/ 235 w 236"/>
                    <a:gd name="T59" fmla="*/ 133 h 221"/>
                    <a:gd name="T60" fmla="*/ 221 w 236"/>
                    <a:gd name="T61" fmla="*/ 169 h 221"/>
                    <a:gd name="T62" fmla="*/ 217 w 236"/>
                    <a:gd name="T63" fmla="*/ 202 h 221"/>
                    <a:gd name="T64" fmla="*/ 196 w 236"/>
                    <a:gd name="T65" fmla="*/ 215 h 22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36" h="221">
                      <a:moveTo>
                        <a:pt x="196" y="215"/>
                      </a:moveTo>
                      <a:lnTo>
                        <a:pt x="190" y="216"/>
                      </a:lnTo>
                      <a:lnTo>
                        <a:pt x="185" y="220"/>
                      </a:lnTo>
                      <a:lnTo>
                        <a:pt x="179" y="212"/>
                      </a:lnTo>
                      <a:lnTo>
                        <a:pt x="158" y="202"/>
                      </a:lnTo>
                      <a:lnTo>
                        <a:pt x="154" y="187"/>
                      </a:lnTo>
                      <a:lnTo>
                        <a:pt x="147" y="182"/>
                      </a:lnTo>
                      <a:lnTo>
                        <a:pt x="130" y="182"/>
                      </a:lnTo>
                      <a:lnTo>
                        <a:pt x="130" y="170"/>
                      </a:lnTo>
                      <a:lnTo>
                        <a:pt x="124" y="167"/>
                      </a:lnTo>
                      <a:lnTo>
                        <a:pt x="123" y="157"/>
                      </a:lnTo>
                      <a:lnTo>
                        <a:pt x="110" y="155"/>
                      </a:lnTo>
                      <a:lnTo>
                        <a:pt x="98" y="152"/>
                      </a:lnTo>
                      <a:lnTo>
                        <a:pt x="87" y="155"/>
                      </a:lnTo>
                      <a:lnTo>
                        <a:pt x="87" y="157"/>
                      </a:lnTo>
                      <a:lnTo>
                        <a:pt x="62" y="165"/>
                      </a:lnTo>
                      <a:lnTo>
                        <a:pt x="62" y="169"/>
                      </a:lnTo>
                      <a:lnTo>
                        <a:pt x="40" y="169"/>
                      </a:lnTo>
                      <a:lnTo>
                        <a:pt x="28" y="176"/>
                      </a:lnTo>
                      <a:lnTo>
                        <a:pt x="15" y="169"/>
                      </a:lnTo>
                      <a:lnTo>
                        <a:pt x="14" y="167"/>
                      </a:lnTo>
                      <a:lnTo>
                        <a:pt x="14" y="152"/>
                      </a:lnTo>
                      <a:lnTo>
                        <a:pt x="10" y="139"/>
                      </a:lnTo>
                      <a:lnTo>
                        <a:pt x="5" y="127"/>
                      </a:lnTo>
                      <a:lnTo>
                        <a:pt x="8" y="118"/>
                      </a:lnTo>
                      <a:lnTo>
                        <a:pt x="3" y="114"/>
                      </a:lnTo>
                      <a:lnTo>
                        <a:pt x="0" y="93"/>
                      </a:lnTo>
                      <a:lnTo>
                        <a:pt x="3" y="79"/>
                      </a:lnTo>
                      <a:lnTo>
                        <a:pt x="16" y="68"/>
                      </a:lnTo>
                      <a:lnTo>
                        <a:pt x="44" y="60"/>
                      </a:lnTo>
                      <a:lnTo>
                        <a:pt x="51" y="51"/>
                      </a:lnTo>
                      <a:lnTo>
                        <a:pt x="48" y="41"/>
                      </a:lnTo>
                      <a:lnTo>
                        <a:pt x="55" y="38"/>
                      </a:lnTo>
                      <a:lnTo>
                        <a:pt x="57" y="43"/>
                      </a:lnTo>
                      <a:lnTo>
                        <a:pt x="60" y="35"/>
                      </a:lnTo>
                      <a:lnTo>
                        <a:pt x="77" y="22"/>
                      </a:lnTo>
                      <a:lnTo>
                        <a:pt x="87" y="28"/>
                      </a:lnTo>
                      <a:lnTo>
                        <a:pt x="98" y="25"/>
                      </a:lnTo>
                      <a:lnTo>
                        <a:pt x="102" y="13"/>
                      </a:lnTo>
                      <a:lnTo>
                        <a:pt x="113" y="10"/>
                      </a:lnTo>
                      <a:lnTo>
                        <a:pt x="110" y="2"/>
                      </a:lnTo>
                      <a:lnTo>
                        <a:pt x="125" y="8"/>
                      </a:lnTo>
                      <a:lnTo>
                        <a:pt x="138" y="5"/>
                      </a:lnTo>
                      <a:lnTo>
                        <a:pt x="145" y="34"/>
                      </a:lnTo>
                      <a:lnTo>
                        <a:pt x="154" y="43"/>
                      </a:lnTo>
                      <a:lnTo>
                        <a:pt x="163" y="43"/>
                      </a:lnTo>
                      <a:lnTo>
                        <a:pt x="167" y="25"/>
                      </a:lnTo>
                      <a:lnTo>
                        <a:pt x="165" y="16"/>
                      </a:lnTo>
                      <a:lnTo>
                        <a:pt x="167" y="2"/>
                      </a:lnTo>
                      <a:lnTo>
                        <a:pt x="172" y="0"/>
                      </a:lnTo>
                      <a:lnTo>
                        <a:pt x="179" y="18"/>
                      </a:lnTo>
                      <a:lnTo>
                        <a:pt x="185" y="22"/>
                      </a:lnTo>
                      <a:lnTo>
                        <a:pt x="189" y="38"/>
                      </a:lnTo>
                      <a:lnTo>
                        <a:pt x="196" y="60"/>
                      </a:lnTo>
                      <a:lnTo>
                        <a:pt x="206" y="66"/>
                      </a:lnTo>
                      <a:lnTo>
                        <a:pt x="219" y="83"/>
                      </a:lnTo>
                      <a:lnTo>
                        <a:pt x="221" y="91"/>
                      </a:lnTo>
                      <a:lnTo>
                        <a:pt x="232" y="101"/>
                      </a:lnTo>
                      <a:lnTo>
                        <a:pt x="235" y="119"/>
                      </a:lnTo>
                      <a:lnTo>
                        <a:pt x="235" y="133"/>
                      </a:lnTo>
                      <a:lnTo>
                        <a:pt x="232" y="155"/>
                      </a:lnTo>
                      <a:lnTo>
                        <a:pt x="221" y="169"/>
                      </a:lnTo>
                      <a:lnTo>
                        <a:pt x="217" y="187"/>
                      </a:lnTo>
                      <a:lnTo>
                        <a:pt x="217" y="202"/>
                      </a:lnTo>
                      <a:lnTo>
                        <a:pt x="206" y="205"/>
                      </a:lnTo>
                      <a:lnTo>
                        <a:pt x="196" y="21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Freeform 27">
                  <a:extLst>
                    <a:ext uri="{FF2B5EF4-FFF2-40B4-BE49-F238E27FC236}">
                      <a16:creationId xmlns:a16="http://schemas.microsoft.com/office/drawing/2014/main" id="{3382BCBF-EF6F-B8E5-3581-0CD02E9DFB94}"/>
                    </a:ext>
                  </a:extLst>
                </p:cNvPr>
                <p:cNvSpPr>
                  <a:spLocks/>
                </p:cNvSpPr>
                <p:nvPr/>
              </p:nvSpPr>
              <p:spPr bwMode="grayWhite">
                <a:xfrm>
                  <a:off x="3286" y="1488"/>
                  <a:ext cx="18" cy="27"/>
                </a:xfrm>
                <a:custGeom>
                  <a:avLst/>
                  <a:gdLst>
                    <a:gd name="T0" fmla="*/ 9 w 18"/>
                    <a:gd name="T1" fmla="*/ 23 h 27"/>
                    <a:gd name="T2" fmla="*/ 3 w 18"/>
                    <a:gd name="T3" fmla="*/ 19 h 27"/>
                    <a:gd name="T4" fmla="*/ 3 w 18"/>
                    <a:gd name="T5" fmla="*/ 15 h 27"/>
                    <a:gd name="T6" fmla="*/ 3 w 18"/>
                    <a:gd name="T7" fmla="*/ 11 h 27"/>
                    <a:gd name="T8" fmla="*/ 2 w 18"/>
                    <a:gd name="T9" fmla="*/ 7 h 27"/>
                    <a:gd name="T10" fmla="*/ 0 w 18"/>
                    <a:gd name="T11" fmla="*/ 0 h 27"/>
                    <a:gd name="T12" fmla="*/ 3 w 18"/>
                    <a:gd name="T13" fmla="*/ 0 h 27"/>
                    <a:gd name="T14" fmla="*/ 9 w 18"/>
                    <a:gd name="T15" fmla="*/ 4 h 27"/>
                    <a:gd name="T16" fmla="*/ 12 w 18"/>
                    <a:gd name="T17" fmla="*/ 3 h 27"/>
                    <a:gd name="T18" fmla="*/ 13 w 18"/>
                    <a:gd name="T19" fmla="*/ 3 h 27"/>
                    <a:gd name="T20" fmla="*/ 17 w 18"/>
                    <a:gd name="T21" fmla="*/ 0 h 27"/>
                    <a:gd name="T22" fmla="*/ 17 w 18"/>
                    <a:gd name="T23" fmla="*/ 11 h 27"/>
                    <a:gd name="T24" fmla="*/ 15 w 18"/>
                    <a:gd name="T25" fmla="*/ 15 h 27"/>
                    <a:gd name="T26" fmla="*/ 13 w 18"/>
                    <a:gd name="T27" fmla="*/ 19 h 27"/>
                    <a:gd name="T28" fmla="*/ 13 w 18"/>
                    <a:gd name="T29" fmla="*/ 22 h 27"/>
                    <a:gd name="T30" fmla="*/ 12 w 18"/>
                    <a:gd name="T31" fmla="*/ 23 h 27"/>
                    <a:gd name="T32" fmla="*/ 12 w 18"/>
                    <a:gd name="T33" fmla="*/ 26 h 27"/>
                    <a:gd name="T34" fmla="*/ 9 w 18"/>
                    <a:gd name="T35" fmla="*/ 23 h 2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8" h="27">
                      <a:moveTo>
                        <a:pt x="9" y="23"/>
                      </a:moveTo>
                      <a:lnTo>
                        <a:pt x="3" y="19"/>
                      </a:lnTo>
                      <a:lnTo>
                        <a:pt x="3" y="15"/>
                      </a:lnTo>
                      <a:lnTo>
                        <a:pt x="3" y="11"/>
                      </a:lnTo>
                      <a:lnTo>
                        <a:pt x="2" y="7"/>
                      </a:lnTo>
                      <a:lnTo>
                        <a:pt x="0" y="0"/>
                      </a:lnTo>
                      <a:lnTo>
                        <a:pt x="3" y="0"/>
                      </a:lnTo>
                      <a:lnTo>
                        <a:pt x="9" y="4"/>
                      </a:lnTo>
                      <a:lnTo>
                        <a:pt x="12" y="3"/>
                      </a:lnTo>
                      <a:lnTo>
                        <a:pt x="13" y="3"/>
                      </a:lnTo>
                      <a:lnTo>
                        <a:pt x="17" y="0"/>
                      </a:lnTo>
                      <a:lnTo>
                        <a:pt x="17" y="11"/>
                      </a:lnTo>
                      <a:lnTo>
                        <a:pt x="15" y="15"/>
                      </a:lnTo>
                      <a:lnTo>
                        <a:pt x="13" y="19"/>
                      </a:lnTo>
                      <a:lnTo>
                        <a:pt x="13" y="22"/>
                      </a:lnTo>
                      <a:lnTo>
                        <a:pt x="12" y="23"/>
                      </a:lnTo>
                      <a:lnTo>
                        <a:pt x="12" y="26"/>
                      </a:lnTo>
                      <a:lnTo>
                        <a:pt x="9" y="23"/>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Freeform 28">
                  <a:extLst>
                    <a:ext uri="{FF2B5EF4-FFF2-40B4-BE49-F238E27FC236}">
                      <a16:creationId xmlns:a16="http://schemas.microsoft.com/office/drawing/2014/main" id="{1F5A427B-A0A7-47DF-D6BE-6845EA788EFF}"/>
                    </a:ext>
                  </a:extLst>
                </p:cNvPr>
                <p:cNvSpPr>
                  <a:spLocks/>
                </p:cNvSpPr>
                <p:nvPr/>
              </p:nvSpPr>
              <p:spPr bwMode="grayWhite">
                <a:xfrm>
                  <a:off x="2463" y="1235"/>
                  <a:ext cx="26" cy="106"/>
                </a:xfrm>
                <a:custGeom>
                  <a:avLst/>
                  <a:gdLst>
                    <a:gd name="T0" fmla="*/ 3 w 26"/>
                    <a:gd name="T1" fmla="*/ 37 h 106"/>
                    <a:gd name="T2" fmla="*/ 13 w 26"/>
                    <a:gd name="T3" fmla="*/ 28 h 106"/>
                    <a:gd name="T4" fmla="*/ 20 w 26"/>
                    <a:gd name="T5" fmla="*/ 0 h 106"/>
                    <a:gd name="T6" fmla="*/ 25 w 26"/>
                    <a:gd name="T7" fmla="*/ 42 h 106"/>
                    <a:gd name="T8" fmla="*/ 17 w 26"/>
                    <a:gd name="T9" fmla="*/ 94 h 106"/>
                    <a:gd name="T10" fmla="*/ 0 w 26"/>
                    <a:gd name="T11" fmla="*/ 105 h 106"/>
                    <a:gd name="T12" fmla="*/ 0 w 26"/>
                    <a:gd name="T13" fmla="*/ 80 h 106"/>
                    <a:gd name="T14" fmla="*/ 5 w 26"/>
                    <a:gd name="T15" fmla="*/ 64 h 106"/>
                    <a:gd name="T16" fmla="*/ 3 w 26"/>
                    <a:gd name="T17" fmla="*/ 37 h 10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 h="106">
                      <a:moveTo>
                        <a:pt x="3" y="37"/>
                      </a:moveTo>
                      <a:lnTo>
                        <a:pt x="13" y="28"/>
                      </a:lnTo>
                      <a:lnTo>
                        <a:pt x="20" y="0"/>
                      </a:lnTo>
                      <a:lnTo>
                        <a:pt x="25" y="42"/>
                      </a:lnTo>
                      <a:lnTo>
                        <a:pt x="17" y="94"/>
                      </a:lnTo>
                      <a:lnTo>
                        <a:pt x="0" y="105"/>
                      </a:lnTo>
                      <a:lnTo>
                        <a:pt x="0" y="80"/>
                      </a:lnTo>
                      <a:lnTo>
                        <a:pt x="5" y="64"/>
                      </a:lnTo>
                      <a:lnTo>
                        <a:pt x="3" y="37"/>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sp>
        <p:nvSpPr>
          <p:cNvPr id="3104" name="Rectangle 32"/>
          <p:cNvSpPr>
            <a:spLocks noGrp="1" noChangeArrowheads="1"/>
          </p:cNvSpPr>
          <p:nvPr>
            <p:ph type="ctrTitle" sz="quarter"/>
          </p:nvPr>
        </p:nvSpPr>
        <p:spPr>
          <a:xfrm>
            <a:off x="685800" y="3429000"/>
            <a:ext cx="7772400" cy="1143000"/>
          </a:xfrm>
        </p:spPr>
        <p:txBody>
          <a:bodyPr/>
          <a:lstStyle>
            <a:lvl1pPr>
              <a:defRPr/>
            </a:lvl1pPr>
          </a:lstStyle>
          <a:p>
            <a:pPr lvl="0"/>
            <a:r>
              <a:rPr lang="en-US" noProof="0"/>
              <a:t>Click to edit Master title style</a:t>
            </a:r>
          </a:p>
        </p:txBody>
      </p:sp>
      <p:sp>
        <p:nvSpPr>
          <p:cNvPr id="3105" name="Rectangle 33"/>
          <p:cNvSpPr>
            <a:spLocks noGrp="1" noChangeArrowheads="1"/>
          </p:cNvSpPr>
          <p:nvPr>
            <p:ph type="subTitle" sz="quarter" idx="1"/>
          </p:nvPr>
        </p:nvSpPr>
        <p:spPr>
          <a:xfrm>
            <a:off x="1371600" y="4648200"/>
            <a:ext cx="6400800" cy="1752600"/>
          </a:xfrm>
        </p:spPr>
        <p:txBody>
          <a:bodyPr anchor="ctr"/>
          <a:lstStyle>
            <a:lvl1pPr marL="0" indent="0" algn="ctr">
              <a:buFont typeface="Monotype Sorts" pitchFamily="2" charset="2"/>
              <a:buNone/>
              <a:defRPr/>
            </a:lvl1pPr>
          </a:lstStyle>
          <a:p>
            <a:pPr lvl="0"/>
            <a:r>
              <a:rPr lang="en-US" noProof="0"/>
              <a:t>Click to edit Master subtitle style</a:t>
            </a:r>
          </a:p>
        </p:txBody>
      </p:sp>
      <p:sp>
        <p:nvSpPr>
          <p:cNvPr id="32" name="Rectangle 34">
            <a:extLst>
              <a:ext uri="{FF2B5EF4-FFF2-40B4-BE49-F238E27FC236}">
                <a16:creationId xmlns:a16="http://schemas.microsoft.com/office/drawing/2014/main" id="{49031278-4DDC-2C93-E85A-ED8D1D78FC42}"/>
              </a:ext>
            </a:extLst>
          </p:cNvPr>
          <p:cNvSpPr>
            <a:spLocks noGrp="1" noChangeArrowheads="1"/>
          </p:cNvSpPr>
          <p:nvPr>
            <p:ph type="dt" sz="quarter" idx="10"/>
          </p:nvPr>
        </p:nvSpPr>
        <p:spPr/>
        <p:txBody>
          <a:bodyPr/>
          <a:lstStyle>
            <a:lvl1pPr>
              <a:defRPr/>
            </a:lvl1pPr>
          </a:lstStyle>
          <a:p>
            <a:pPr>
              <a:defRPr/>
            </a:pPr>
            <a:endParaRPr lang="en-US"/>
          </a:p>
        </p:txBody>
      </p:sp>
      <p:sp>
        <p:nvSpPr>
          <p:cNvPr id="33" name="Rectangle 35">
            <a:extLst>
              <a:ext uri="{FF2B5EF4-FFF2-40B4-BE49-F238E27FC236}">
                <a16:creationId xmlns:a16="http://schemas.microsoft.com/office/drawing/2014/main" id="{FB7A4A01-D63F-B537-3B57-8AF75D42D8D0}"/>
              </a:ext>
            </a:extLst>
          </p:cNvPr>
          <p:cNvSpPr>
            <a:spLocks noGrp="1" noChangeArrowheads="1"/>
          </p:cNvSpPr>
          <p:nvPr>
            <p:ph type="ftr" sz="quarter" idx="11"/>
          </p:nvPr>
        </p:nvSpPr>
        <p:spPr bwMode="auto">
          <a:xfrm>
            <a:off x="3124200" y="64008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ctr">
              <a:defRPr sz="1400"/>
            </a:lvl1pPr>
          </a:lstStyle>
          <a:p>
            <a:pPr>
              <a:defRPr/>
            </a:pPr>
            <a:r>
              <a:rPr lang="en-US"/>
              <a:t>Liang, Introduction to Java Programming, Tenth Edition, (c) 2013 Pearson Education, Inc. All rights reserved. </a:t>
            </a:r>
          </a:p>
        </p:txBody>
      </p:sp>
      <p:sp>
        <p:nvSpPr>
          <p:cNvPr id="34" name="Rectangle 36">
            <a:extLst>
              <a:ext uri="{FF2B5EF4-FFF2-40B4-BE49-F238E27FC236}">
                <a16:creationId xmlns:a16="http://schemas.microsoft.com/office/drawing/2014/main" id="{F8CA4D15-4D7B-C3AF-2C53-0EA1C0033876}"/>
              </a:ext>
            </a:extLst>
          </p:cNvPr>
          <p:cNvSpPr>
            <a:spLocks noGrp="1" noChangeArrowheads="1"/>
          </p:cNvSpPr>
          <p:nvPr>
            <p:ph type="sldNum" sz="quarter" idx="12"/>
          </p:nvPr>
        </p:nvSpPr>
        <p:spPr>
          <a:xfrm>
            <a:off x="6553200" y="6400800"/>
            <a:ext cx="1905000" cy="457200"/>
          </a:xfrm>
        </p:spPr>
        <p:txBody>
          <a:bodyPr/>
          <a:lstStyle>
            <a:lvl1pPr>
              <a:defRPr/>
            </a:lvl1pPr>
          </a:lstStyle>
          <a:p>
            <a:fld id="{BEE47243-F18D-4B61-8A22-804E78165693}" type="slidenum">
              <a:rPr lang="en-US" altLang="en-US"/>
              <a:pPr/>
              <a:t>‹#›</a:t>
            </a:fld>
            <a:endParaRPr lang="en-US" altLang="en-US"/>
          </a:p>
        </p:txBody>
      </p:sp>
    </p:spTree>
    <p:extLst>
      <p:ext uri="{BB962C8B-B14F-4D97-AF65-F5344CB8AC3E}">
        <p14:creationId xmlns:p14="http://schemas.microsoft.com/office/powerpoint/2010/main" val="17020863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40BEA792-F39F-1E3E-7B2D-B30C97A445AE}"/>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2297C10D-AB5B-0D36-C320-0ABBB0CFD6E8}"/>
              </a:ext>
            </a:extLst>
          </p:cNvPr>
          <p:cNvSpPr>
            <a:spLocks noGrp="1" noChangeArrowheads="1"/>
          </p:cNvSpPr>
          <p:nvPr>
            <p:ph type="sldNum" sz="quarter" idx="11"/>
          </p:nvPr>
        </p:nvSpPr>
        <p:spPr>
          <a:ln/>
        </p:spPr>
        <p:txBody>
          <a:bodyPr/>
          <a:lstStyle>
            <a:lvl1pPr>
              <a:defRPr/>
            </a:lvl1pPr>
          </a:lstStyle>
          <a:p>
            <a:fld id="{4AA77289-0618-4B98-9E8C-1F00E2B3CF22}" type="slidenum">
              <a:rPr lang="en-US" altLang="en-US"/>
              <a:pPr/>
              <a:t>‹#›</a:t>
            </a:fld>
            <a:endParaRPr lang="en-US" altLang="en-US"/>
          </a:p>
        </p:txBody>
      </p:sp>
    </p:spTree>
    <p:extLst>
      <p:ext uri="{BB962C8B-B14F-4D97-AF65-F5344CB8AC3E}">
        <p14:creationId xmlns:p14="http://schemas.microsoft.com/office/powerpoint/2010/main" val="24804835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32">
            <a:extLst>
              <a:ext uri="{FF2B5EF4-FFF2-40B4-BE49-F238E27FC236}">
                <a16:creationId xmlns:a16="http://schemas.microsoft.com/office/drawing/2014/main" id="{0B04B5BF-17AF-C8E0-DBFE-D209AE95D01E}"/>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01B413A2-6933-8B6A-70CB-E4F77C04BFD6}"/>
              </a:ext>
            </a:extLst>
          </p:cNvPr>
          <p:cNvSpPr>
            <a:spLocks noGrp="1" noChangeArrowheads="1"/>
          </p:cNvSpPr>
          <p:nvPr>
            <p:ph type="sldNum" sz="quarter" idx="11"/>
          </p:nvPr>
        </p:nvSpPr>
        <p:spPr>
          <a:ln/>
        </p:spPr>
        <p:txBody>
          <a:bodyPr/>
          <a:lstStyle>
            <a:lvl1pPr>
              <a:defRPr/>
            </a:lvl1pPr>
          </a:lstStyle>
          <a:p>
            <a:fld id="{902FA855-A401-42AF-B271-A906AD577277}" type="slidenum">
              <a:rPr lang="en-US" altLang="en-US"/>
              <a:pPr/>
              <a:t>‹#›</a:t>
            </a:fld>
            <a:endParaRPr lang="en-US" altLang="en-US"/>
          </a:p>
        </p:txBody>
      </p:sp>
    </p:spTree>
    <p:extLst>
      <p:ext uri="{BB962C8B-B14F-4D97-AF65-F5344CB8AC3E}">
        <p14:creationId xmlns:p14="http://schemas.microsoft.com/office/powerpoint/2010/main" val="870737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2">
            <a:extLst>
              <a:ext uri="{FF2B5EF4-FFF2-40B4-BE49-F238E27FC236}">
                <a16:creationId xmlns:a16="http://schemas.microsoft.com/office/drawing/2014/main" id="{CD8C84D5-C356-CE0F-6786-EF65C39ACEFF}"/>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F5D43018-236A-06FB-9B84-68CA6F89B51E}"/>
              </a:ext>
            </a:extLst>
          </p:cNvPr>
          <p:cNvSpPr>
            <a:spLocks noGrp="1" noChangeArrowheads="1"/>
          </p:cNvSpPr>
          <p:nvPr>
            <p:ph type="sldNum" sz="quarter" idx="11"/>
          </p:nvPr>
        </p:nvSpPr>
        <p:spPr>
          <a:ln/>
        </p:spPr>
        <p:txBody>
          <a:bodyPr/>
          <a:lstStyle>
            <a:lvl1pPr>
              <a:defRPr/>
            </a:lvl1pPr>
          </a:lstStyle>
          <a:p>
            <a:fld id="{0967D639-E72D-411F-98D0-FFFCB68753B5}" type="slidenum">
              <a:rPr lang="en-US" altLang="en-US"/>
              <a:pPr/>
              <a:t>‹#›</a:t>
            </a:fld>
            <a:endParaRPr lang="en-US" altLang="en-US"/>
          </a:p>
        </p:txBody>
      </p:sp>
    </p:spTree>
    <p:extLst>
      <p:ext uri="{BB962C8B-B14F-4D97-AF65-F5344CB8AC3E}">
        <p14:creationId xmlns:p14="http://schemas.microsoft.com/office/powerpoint/2010/main" val="26860525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2">
            <a:extLst>
              <a:ext uri="{FF2B5EF4-FFF2-40B4-BE49-F238E27FC236}">
                <a16:creationId xmlns:a16="http://schemas.microsoft.com/office/drawing/2014/main" id="{D74EBD31-4C0D-A39E-2373-19F4C8A9ED2C}"/>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34">
            <a:extLst>
              <a:ext uri="{FF2B5EF4-FFF2-40B4-BE49-F238E27FC236}">
                <a16:creationId xmlns:a16="http://schemas.microsoft.com/office/drawing/2014/main" id="{71D5EC81-543E-6875-6930-A84145D9581C}"/>
              </a:ext>
            </a:extLst>
          </p:cNvPr>
          <p:cNvSpPr>
            <a:spLocks noGrp="1" noChangeArrowheads="1"/>
          </p:cNvSpPr>
          <p:nvPr>
            <p:ph type="sldNum" sz="quarter" idx="11"/>
          </p:nvPr>
        </p:nvSpPr>
        <p:spPr>
          <a:ln/>
        </p:spPr>
        <p:txBody>
          <a:bodyPr/>
          <a:lstStyle>
            <a:lvl1pPr>
              <a:defRPr/>
            </a:lvl1pPr>
          </a:lstStyle>
          <a:p>
            <a:fld id="{58F764A2-FBB7-41AD-996D-03A7B38FA414}" type="slidenum">
              <a:rPr lang="en-US" altLang="en-US"/>
              <a:pPr/>
              <a:t>‹#›</a:t>
            </a:fld>
            <a:endParaRPr lang="en-US" altLang="en-US"/>
          </a:p>
        </p:txBody>
      </p:sp>
    </p:spTree>
    <p:extLst>
      <p:ext uri="{BB962C8B-B14F-4D97-AF65-F5344CB8AC3E}">
        <p14:creationId xmlns:p14="http://schemas.microsoft.com/office/powerpoint/2010/main" val="2939675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2">
            <a:extLst>
              <a:ext uri="{FF2B5EF4-FFF2-40B4-BE49-F238E27FC236}">
                <a16:creationId xmlns:a16="http://schemas.microsoft.com/office/drawing/2014/main" id="{4C18A97D-3EAE-92E1-1FF1-21DEEE1493EA}"/>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34">
            <a:extLst>
              <a:ext uri="{FF2B5EF4-FFF2-40B4-BE49-F238E27FC236}">
                <a16:creationId xmlns:a16="http://schemas.microsoft.com/office/drawing/2014/main" id="{AC78E26A-A63B-2137-B1F7-7EEBD0F21AB3}"/>
              </a:ext>
            </a:extLst>
          </p:cNvPr>
          <p:cNvSpPr>
            <a:spLocks noGrp="1" noChangeArrowheads="1"/>
          </p:cNvSpPr>
          <p:nvPr>
            <p:ph type="sldNum" sz="quarter" idx="11"/>
          </p:nvPr>
        </p:nvSpPr>
        <p:spPr>
          <a:ln/>
        </p:spPr>
        <p:txBody>
          <a:bodyPr/>
          <a:lstStyle>
            <a:lvl1pPr>
              <a:defRPr/>
            </a:lvl1pPr>
          </a:lstStyle>
          <a:p>
            <a:fld id="{3B8FF0D3-AC7E-488A-960C-84E0716E3EA4}" type="slidenum">
              <a:rPr lang="en-US" altLang="en-US"/>
              <a:pPr/>
              <a:t>‹#›</a:t>
            </a:fld>
            <a:endParaRPr lang="en-US" altLang="en-US"/>
          </a:p>
        </p:txBody>
      </p:sp>
    </p:spTree>
    <p:extLst>
      <p:ext uri="{BB962C8B-B14F-4D97-AF65-F5344CB8AC3E}">
        <p14:creationId xmlns:p14="http://schemas.microsoft.com/office/powerpoint/2010/main" val="28046499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2">
            <a:extLst>
              <a:ext uri="{FF2B5EF4-FFF2-40B4-BE49-F238E27FC236}">
                <a16:creationId xmlns:a16="http://schemas.microsoft.com/office/drawing/2014/main" id="{64F72D04-C176-A7BE-73BD-535F69EDC50E}"/>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34">
            <a:extLst>
              <a:ext uri="{FF2B5EF4-FFF2-40B4-BE49-F238E27FC236}">
                <a16:creationId xmlns:a16="http://schemas.microsoft.com/office/drawing/2014/main" id="{335E27E0-AAF5-DFB9-2D5E-D5D3AC22E92E}"/>
              </a:ext>
            </a:extLst>
          </p:cNvPr>
          <p:cNvSpPr>
            <a:spLocks noGrp="1" noChangeArrowheads="1"/>
          </p:cNvSpPr>
          <p:nvPr>
            <p:ph type="sldNum" sz="quarter" idx="11"/>
          </p:nvPr>
        </p:nvSpPr>
        <p:spPr>
          <a:ln/>
        </p:spPr>
        <p:txBody>
          <a:bodyPr/>
          <a:lstStyle>
            <a:lvl1pPr>
              <a:defRPr/>
            </a:lvl1pPr>
          </a:lstStyle>
          <a:p>
            <a:fld id="{F744FAE9-4B32-4FC7-963A-13B8F018943A}" type="slidenum">
              <a:rPr lang="en-US" altLang="en-US"/>
              <a:pPr/>
              <a:t>‹#›</a:t>
            </a:fld>
            <a:endParaRPr lang="en-US" altLang="en-US"/>
          </a:p>
        </p:txBody>
      </p:sp>
    </p:spTree>
    <p:extLst>
      <p:ext uri="{BB962C8B-B14F-4D97-AF65-F5344CB8AC3E}">
        <p14:creationId xmlns:p14="http://schemas.microsoft.com/office/powerpoint/2010/main" val="5913272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32">
            <a:extLst>
              <a:ext uri="{FF2B5EF4-FFF2-40B4-BE49-F238E27FC236}">
                <a16:creationId xmlns:a16="http://schemas.microsoft.com/office/drawing/2014/main" id="{58E20B7E-37D2-2A66-BDB2-7BE02D875554}"/>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1BAC08D3-FF99-475A-79A7-F692E1F6E0F1}"/>
              </a:ext>
            </a:extLst>
          </p:cNvPr>
          <p:cNvSpPr>
            <a:spLocks noGrp="1" noChangeArrowheads="1"/>
          </p:cNvSpPr>
          <p:nvPr>
            <p:ph type="sldNum" sz="quarter" idx="11"/>
          </p:nvPr>
        </p:nvSpPr>
        <p:spPr>
          <a:ln/>
        </p:spPr>
        <p:txBody>
          <a:bodyPr/>
          <a:lstStyle>
            <a:lvl1pPr>
              <a:defRPr/>
            </a:lvl1pPr>
          </a:lstStyle>
          <a:p>
            <a:fld id="{D419C162-9077-45CD-92AC-D5FA9DE6B1B9}" type="slidenum">
              <a:rPr lang="en-US" altLang="en-US"/>
              <a:pPr/>
              <a:t>‹#›</a:t>
            </a:fld>
            <a:endParaRPr lang="en-US" altLang="en-US"/>
          </a:p>
        </p:txBody>
      </p:sp>
    </p:spTree>
    <p:extLst>
      <p:ext uri="{BB962C8B-B14F-4D97-AF65-F5344CB8AC3E}">
        <p14:creationId xmlns:p14="http://schemas.microsoft.com/office/powerpoint/2010/main" val="4061983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32">
            <a:extLst>
              <a:ext uri="{FF2B5EF4-FFF2-40B4-BE49-F238E27FC236}">
                <a16:creationId xmlns:a16="http://schemas.microsoft.com/office/drawing/2014/main" id="{80BB133E-4246-4578-8F6A-332D7BCD02EF}"/>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652FC737-F2EF-9484-349E-6D292C83CA05}"/>
              </a:ext>
            </a:extLst>
          </p:cNvPr>
          <p:cNvSpPr>
            <a:spLocks noGrp="1" noChangeArrowheads="1"/>
          </p:cNvSpPr>
          <p:nvPr>
            <p:ph type="sldNum" sz="quarter" idx="11"/>
          </p:nvPr>
        </p:nvSpPr>
        <p:spPr>
          <a:ln/>
        </p:spPr>
        <p:txBody>
          <a:bodyPr/>
          <a:lstStyle>
            <a:lvl1pPr>
              <a:defRPr/>
            </a:lvl1pPr>
          </a:lstStyle>
          <a:p>
            <a:fld id="{B005E1BD-06BB-4317-B931-BBE31A6064F6}" type="slidenum">
              <a:rPr lang="en-US" altLang="en-US"/>
              <a:pPr/>
              <a:t>‹#›</a:t>
            </a:fld>
            <a:endParaRPr lang="en-US" altLang="en-US"/>
          </a:p>
        </p:txBody>
      </p:sp>
    </p:spTree>
    <p:extLst>
      <p:ext uri="{BB962C8B-B14F-4D97-AF65-F5344CB8AC3E}">
        <p14:creationId xmlns:p14="http://schemas.microsoft.com/office/powerpoint/2010/main" val="1784292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A62248F1-9C72-F1F8-05A4-4F4026CB4B3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57F77FC9-8B5F-CFB3-F931-924620DB7603}"/>
              </a:ext>
            </a:extLst>
          </p:cNvPr>
          <p:cNvSpPr>
            <a:spLocks noGrp="1" noChangeArrowheads="1"/>
          </p:cNvSpPr>
          <p:nvPr>
            <p:ph type="sldNum" sz="quarter" idx="11"/>
          </p:nvPr>
        </p:nvSpPr>
        <p:spPr>
          <a:ln/>
        </p:spPr>
        <p:txBody>
          <a:bodyPr/>
          <a:lstStyle>
            <a:lvl1pPr>
              <a:defRPr/>
            </a:lvl1pPr>
          </a:lstStyle>
          <a:p>
            <a:fld id="{F40F7E80-CF0F-4B2B-8D37-1062DABCC5C4}" type="slidenum">
              <a:rPr lang="en-US" altLang="en-US"/>
              <a:pPr/>
              <a:t>‹#›</a:t>
            </a:fld>
            <a:endParaRPr lang="en-US" altLang="en-US"/>
          </a:p>
        </p:txBody>
      </p:sp>
    </p:spTree>
    <p:extLst>
      <p:ext uri="{BB962C8B-B14F-4D97-AF65-F5344CB8AC3E}">
        <p14:creationId xmlns:p14="http://schemas.microsoft.com/office/powerpoint/2010/main" val="277060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8575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28575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F556A925-D7EA-7BFA-4469-889DD052B43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9FAC676B-F355-408F-331B-A337302343D3}"/>
              </a:ext>
            </a:extLst>
          </p:cNvPr>
          <p:cNvSpPr>
            <a:spLocks noGrp="1" noChangeArrowheads="1"/>
          </p:cNvSpPr>
          <p:nvPr>
            <p:ph type="sldNum" sz="quarter" idx="11"/>
          </p:nvPr>
        </p:nvSpPr>
        <p:spPr>
          <a:ln/>
        </p:spPr>
        <p:txBody>
          <a:bodyPr/>
          <a:lstStyle>
            <a:lvl1pPr>
              <a:defRPr/>
            </a:lvl1pPr>
          </a:lstStyle>
          <a:p>
            <a:fld id="{D9E174F0-A105-456E-A722-75E1A11CC161}" type="slidenum">
              <a:rPr lang="en-US" altLang="en-US"/>
              <a:pPr/>
              <a:t>‹#›</a:t>
            </a:fld>
            <a:endParaRPr lang="en-US" altLang="en-US"/>
          </a:p>
        </p:txBody>
      </p:sp>
    </p:spTree>
    <p:extLst>
      <p:ext uri="{BB962C8B-B14F-4D97-AF65-F5344CB8AC3E}">
        <p14:creationId xmlns:p14="http://schemas.microsoft.com/office/powerpoint/2010/main" val="1918324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9">
            <a:extLst>
              <a:ext uri="{FF2B5EF4-FFF2-40B4-BE49-F238E27FC236}">
                <a16:creationId xmlns:a16="http://schemas.microsoft.com/office/drawing/2014/main" id="{0AAE356C-6D05-2B27-69A7-E8F4447B3D29}"/>
              </a:ext>
            </a:extLst>
          </p:cNvPr>
          <p:cNvGrpSpPr>
            <a:grpSpLocks/>
          </p:cNvGrpSpPr>
          <p:nvPr/>
        </p:nvGrpSpPr>
        <p:grpSpPr bwMode="auto">
          <a:xfrm>
            <a:off x="0" y="4367213"/>
            <a:ext cx="9131300" cy="2478087"/>
            <a:chOff x="0" y="2751"/>
            <a:chExt cx="5752" cy="1561"/>
          </a:xfrm>
        </p:grpSpPr>
        <p:sp>
          <p:nvSpPr>
            <p:cNvPr id="1032" name="Rectangle 2">
              <a:extLst>
                <a:ext uri="{FF2B5EF4-FFF2-40B4-BE49-F238E27FC236}">
                  <a16:creationId xmlns:a16="http://schemas.microsoft.com/office/drawing/2014/main" id="{8C3E5482-4948-A771-2576-50BE183F4A3C}"/>
                </a:ext>
              </a:extLst>
            </p:cNvPr>
            <p:cNvSpPr>
              <a:spLocks noChangeArrowheads="1"/>
            </p:cNvSpPr>
            <p:nvPr/>
          </p:nvSpPr>
          <p:spPr bwMode="hidden">
            <a:xfrm>
              <a:off x="0" y="4080"/>
              <a:ext cx="5752" cy="232"/>
            </a:xfrm>
            <a:prstGeom prst="rect">
              <a:avLst/>
            </a:prstGeom>
            <a:gradFill rotWithShape="0">
              <a:gsLst>
                <a:gs pos="0">
                  <a:schemeClr val="bg1"/>
                </a:gs>
                <a:gs pos="100000">
                  <a:schemeClr val="hlink"/>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33" name="Group 28">
              <a:extLst>
                <a:ext uri="{FF2B5EF4-FFF2-40B4-BE49-F238E27FC236}">
                  <a16:creationId xmlns:a16="http://schemas.microsoft.com/office/drawing/2014/main" id="{FDA2881A-66CB-E024-E33F-6338E690A2CC}"/>
                </a:ext>
              </a:extLst>
            </p:cNvPr>
            <p:cNvGrpSpPr>
              <a:grpSpLocks/>
            </p:cNvGrpSpPr>
            <p:nvPr/>
          </p:nvGrpSpPr>
          <p:grpSpPr bwMode="auto">
            <a:xfrm>
              <a:off x="4458" y="2751"/>
              <a:ext cx="1190" cy="1426"/>
              <a:chOff x="4458" y="2751"/>
              <a:chExt cx="1190" cy="1426"/>
            </a:xfrm>
          </p:grpSpPr>
          <p:sp>
            <p:nvSpPr>
              <p:cNvPr id="1034" name="Freeform 3">
                <a:extLst>
                  <a:ext uri="{FF2B5EF4-FFF2-40B4-BE49-F238E27FC236}">
                    <a16:creationId xmlns:a16="http://schemas.microsoft.com/office/drawing/2014/main" id="{BE1E5882-1287-6CAD-4B5B-48B67A0DE1EA}"/>
                  </a:ext>
                </a:extLst>
              </p:cNvPr>
              <p:cNvSpPr>
                <a:spLocks/>
              </p:cNvSpPr>
              <p:nvPr/>
            </p:nvSpPr>
            <p:spPr bwMode="ltGray">
              <a:xfrm>
                <a:off x="4614" y="2790"/>
                <a:ext cx="1034" cy="1273"/>
              </a:xfrm>
              <a:custGeom>
                <a:avLst/>
                <a:gdLst>
                  <a:gd name="T0" fmla="*/ 646 w 1034"/>
                  <a:gd name="T1" fmla="*/ 23 h 1273"/>
                  <a:gd name="T2" fmla="*/ 765 w 1034"/>
                  <a:gd name="T3" fmla="*/ 92 h 1273"/>
                  <a:gd name="T4" fmla="*/ 866 w 1034"/>
                  <a:gd name="T5" fmla="*/ 184 h 1273"/>
                  <a:gd name="T6" fmla="*/ 944 w 1034"/>
                  <a:gd name="T7" fmla="*/ 294 h 1273"/>
                  <a:gd name="T8" fmla="*/ 1000 w 1034"/>
                  <a:gd name="T9" fmla="*/ 417 h 1273"/>
                  <a:gd name="T10" fmla="*/ 1030 w 1034"/>
                  <a:gd name="T11" fmla="*/ 550 h 1273"/>
                  <a:gd name="T12" fmla="*/ 1030 w 1034"/>
                  <a:gd name="T13" fmla="*/ 688 h 1273"/>
                  <a:gd name="T14" fmla="*/ 1000 w 1034"/>
                  <a:gd name="T15" fmla="*/ 821 h 1273"/>
                  <a:gd name="T16" fmla="*/ 944 w 1034"/>
                  <a:gd name="T17" fmla="*/ 944 h 1273"/>
                  <a:gd name="T18" fmla="*/ 866 w 1034"/>
                  <a:gd name="T19" fmla="*/ 1055 h 1273"/>
                  <a:gd name="T20" fmla="*/ 765 w 1034"/>
                  <a:gd name="T21" fmla="*/ 1148 h 1273"/>
                  <a:gd name="T22" fmla="*/ 646 w 1034"/>
                  <a:gd name="T23" fmla="*/ 1215 h 1273"/>
                  <a:gd name="T24" fmla="*/ 517 w 1034"/>
                  <a:gd name="T25" fmla="*/ 1257 h 1273"/>
                  <a:gd name="T26" fmla="*/ 382 w 1034"/>
                  <a:gd name="T27" fmla="*/ 1272 h 1273"/>
                  <a:gd name="T28" fmla="*/ 246 w 1034"/>
                  <a:gd name="T29" fmla="*/ 1257 h 1273"/>
                  <a:gd name="T30" fmla="*/ 118 w 1034"/>
                  <a:gd name="T31" fmla="*/ 1215 h 1273"/>
                  <a:gd name="T32" fmla="*/ 0 w 1034"/>
                  <a:gd name="T33" fmla="*/ 1148 h 1273"/>
                  <a:gd name="T34" fmla="*/ 89 w 1034"/>
                  <a:gd name="T35" fmla="*/ 1129 h 1273"/>
                  <a:gd name="T36" fmla="*/ 201 w 1034"/>
                  <a:gd name="T37" fmla="*/ 1179 h 1273"/>
                  <a:gd name="T38" fmla="*/ 320 w 1034"/>
                  <a:gd name="T39" fmla="*/ 1204 h 1273"/>
                  <a:gd name="T40" fmla="*/ 443 w 1034"/>
                  <a:gd name="T41" fmla="*/ 1204 h 1273"/>
                  <a:gd name="T42" fmla="*/ 563 w 1034"/>
                  <a:gd name="T43" fmla="*/ 1179 h 1273"/>
                  <a:gd name="T44" fmla="*/ 675 w 1034"/>
                  <a:gd name="T45" fmla="*/ 1129 h 1273"/>
                  <a:gd name="T46" fmla="*/ 775 w 1034"/>
                  <a:gd name="T47" fmla="*/ 1057 h 1273"/>
                  <a:gd name="T48" fmla="*/ 857 w 1034"/>
                  <a:gd name="T49" fmla="*/ 965 h 1273"/>
                  <a:gd name="T50" fmla="*/ 919 w 1034"/>
                  <a:gd name="T51" fmla="*/ 858 h 1273"/>
                  <a:gd name="T52" fmla="*/ 956 w 1034"/>
                  <a:gd name="T53" fmla="*/ 742 h 1273"/>
                  <a:gd name="T54" fmla="*/ 969 w 1034"/>
                  <a:gd name="T55" fmla="*/ 619 h 1273"/>
                  <a:gd name="T56" fmla="*/ 956 w 1034"/>
                  <a:gd name="T57" fmla="*/ 496 h 1273"/>
                  <a:gd name="T58" fmla="*/ 919 w 1034"/>
                  <a:gd name="T59" fmla="*/ 381 h 1273"/>
                  <a:gd name="T60" fmla="*/ 857 w 1034"/>
                  <a:gd name="T61" fmla="*/ 273 h 1273"/>
                  <a:gd name="T62" fmla="*/ 775 w 1034"/>
                  <a:gd name="T63" fmla="*/ 182 h 1273"/>
                  <a:gd name="T64" fmla="*/ 675 w 1034"/>
                  <a:gd name="T65" fmla="*/ 110 h 1273"/>
                  <a:gd name="T66" fmla="*/ 563 w 1034"/>
                  <a:gd name="T67" fmla="*/ 61 h 1273"/>
                  <a:gd name="T68" fmla="*/ 582 w 1034"/>
                  <a:gd name="T69" fmla="*/ 0 h 127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034" h="1273">
                    <a:moveTo>
                      <a:pt x="582" y="0"/>
                    </a:moveTo>
                    <a:lnTo>
                      <a:pt x="646" y="23"/>
                    </a:lnTo>
                    <a:lnTo>
                      <a:pt x="707" y="56"/>
                    </a:lnTo>
                    <a:lnTo>
                      <a:pt x="765" y="92"/>
                    </a:lnTo>
                    <a:lnTo>
                      <a:pt x="818" y="134"/>
                    </a:lnTo>
                    <a:lnTo>
                      <a:pt x="866" y="184"/>
                    </a:lnTo>
                    <a:lnTo>
                      <a:pt x="908" y="237"/>
                    </a:lnTo>
                    <a:lnTo>
                      <a:pt x="944" y="294"/>
                    </a:lnTo>
                    <a:lnTo>
                      <a:pt x="977" y="353"/>
                    </a:lnTo>
                    <a:lnTo>
                      <a:pt x="1000" y="417"/>
                    </a:lnTo>
                    <a:lnTo>
                      <a:pt x="1018" y="483"/>
                    </a:lnTo>
                    <a:lnTo>
                      <a:pt x="1030" y="550"/>
                    </a:lnTo>
                    <a:lnTo>
                      <a:pt x="1033" y="619"/>
                    </a:lnTo>
                    <a:lnTo>
                      <a:pt x="1030" y="688"/>
                    </a:lnTo>
                    <a:lnTo>
                      <a:pt x="1018" y="756"/>
                    </a:lnTo>
                    <a:lnTo>
                      <a:pt x="1000" y="821"/>
                    </a:lnTo>
                    <a:lnTo>
                      <a:pt x="977" y="884"/>
                    </a:lnTo>
                    <a:lnTo>
                      <a:pt x="944" y="944"/>
                    </a:lnTo>
                    <a:lnTo>
                      <a:pt x="908" y="1003"/>
                    </a:lnTo>
                    <a:lnTo>
                      <a:pt x="866" y="1055"/>
                    </a:lnTo>
                    <a:lnTo>
                      <a:pt x="818" y="1105"/>
                    </a:lnTo>
                    <a:lnTo>
                      <a:pt x="765" y="1148"/>
                    </a:lnTo>
                    <a:lnTo>
                      <a:pt x="707" y="1183"/>
                    </a:lnTo>
                    <a:lnTo>
                      <a:pt x="646" y="1215"/>
                    </a:lnTo>
                    <a:lnTo>
                      <a:pt x="582" y="1239"/>
                    </a:lnTo>
                    <a:lnTo>
                      <a:pt x="517" y="1257"/>
                    </a:lnTo>
                    <a:lnTo>
                      <a:pt x="450" y="1269"/>
                    </a:lnTo>
                    <a:lnTo>
                      <a:pt x="382" y="1272"/>
                    </a:lnTo>
                    <a:lnTo>
                      <a:pt x="313" y="1269"/>
                    </a:lnTo>
                    <a:lnTo>
                      <a:pt x="246" y="1257"/>
                    </a:lnTo>
                    <a:lnTo>
                      <a:pt x="180" y="1239"/>
                    </a:lnTo>
                    <a:lnTo>
                      <a:pt x="118" y="1215"/>
                    </a:lnTo>
                    <a:lnTo>
                      <a:pt x="57" y="1183"/>
                    </a:lnTo>
                    <a:lnTo>
                      <a:pt x="0" y="1148"/>
                    </a:lnTo>
                    <a:lnTo>
                      <a:pt x="36" y="1095"/>
                    </a:lnTo>
                    <a:lnTo>
                      <a:pt x="89" y="1129"/>
                    </a:lnTo>
                    <a:lnTo>
                      <a:pt x="144" y="1156"/>
                    </a:lnTo>
                    <a:lnTo>
                      <a:pt x="201" y="1179"/>
                    </a:lnTo>
                    <a:lnTo>
                      <a:pt x="261" y="1195"/>
                    </a:lnTo>
                    <a:lnTo>
                      <a:pt x="320" y="1204"/>
                    </a:lnTo>
                    <a:lnTo>
                      <a:pt x="382" y="1208"/>
                    </a:lnTo>
                    <a:lnTo>
                      <a:pt x="443" y="1204"/>
                    </a:lnTo>
                    <a:lnTo>
                      <a:pt x="504" y="1195"/>
                    </a:lnTo>
                    <a:lnTo>
                      <a:pt x="563" y="1179"/>
                    </a:lnTo>
                    <a:lnTo>
                      <a:pt x="621" y="1156"/>
                    </a:lnTo>
                    <a:lnTo>
                      <a:pt x="675" y="1129"/>
                    </a:lnTo>
                    <a:lnTo>
                      <a:pt x="727" y="1095"/>
                    </a:lnTo>
                    <a:lnTo>
                      <a:pt x="775" y="1057"/>
                    </a:lnTo>
                    <a:lnTo>
                      <a:pt x="818" y="1013"/>
                    </a:lnTo>
                    <a:lnTo>
                      <a:pt x="857" y="965"/>
                    </a:lnTo>
                    <a:lnTo>
                      <a:pt x="890" y="913"/>
                    </a:lnTo>
                    <a:lnTo>
                      <a:pt x="919" y="858"/>
                    </a:lnTo>
                    <a:lnTo>
                      <a:pt x="941" y="802"/>
                    </a:lnTo>
                    <a:lnTo>
                      <a:pt x="956" y="742"/>
                    </a:lnTo>
                    <a:lnTo>
                      <a:pt x="965" y="680"/>
                    </a:lnTo>
                    <a:lnTo>
                      <a:pt x="969" y="619"/>
                    </a:lnTo>
                    <a:lnTo>
                      <a:pt x="965" y="557"/>
                    </a:lnTo>
                    <a:lnTo>
                      <a:pt x="956" y="496"/>
                    </a:lnTo>
                    <a:lnTo>
                      <a:pt x="941" y="437"/>
                    </a:lnTo>
                    <a:lnTo>
                      <a:pt x="919" y="381"/>
                    </a:lnTo>
                    <a:lnTo>
                      <a:pt x="890" y="325"/>
                    </a:lnTo>
                    <a:lnTo>
                      <a:pt x="857" y="273"/>
                    </a:lnTo>
                    <a:lnTo>
                      <a:pt x="818" y="225"/>
                    </a:lnTo>
                    <a:lnTo>
                      <a:pt x="775" y="182"/>
                    </a:lnTo>
                    <a:lnTo>
                      <a:pt x="727" y="144"/>
                    </a:lnTo>
                    <a:lnTo>
                      <a:pt x="675" y="110"/>
                    </a:lnTo>
                    <a:lnTo>
                      <a:pt x="621" y="81"/>
                    </a:lnTo>
                    <a:lnTo>
                      <a:pt x="563" y="61"/>
                    </a:lnTo>
                    <a:lnTo>
                      <a:pt x="565" y="56"/>
                    </a:lnTo>
                    <a:lnTo>
                      <a:pt x="582" y="0"/>
                    </a:lnTo>
                  </a:path>
                </a:pathLst>
              </a:custGeom>
              <a:gradFill rotWithShape="0">
                <a:gsLst>
                  <a:gs pos="0">
                    <a:schemeClr val="bg2"/>
                  </a:gs>
                  <a:gs pos="100000">
                    <a:schemeClr val="bg1"/>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5" name="Line 4">
                <a:extLst>
                  <a:ext uri="{FF2B5EF4-FFF2-40B4-BE49-F238E27FC236}">
                    <a16:creationId xmlns:a16="http://schemas.microsoft.com/office/drawing/2014/main" id="{ABED9938-C319-3212-B436-21EC23781D1C}"/>
                  </a:ext>
                </a:extLst>
              </p:cNvPr>
              <p:cNvSpPr>
                <a:spLocks noChangeShapeType="1"/>
              </p:cNvSpPr>
              <p:nvPr/>
            </p:nvSpPr>
            <p:spPr bwMode="ltGray">
              <a:xfrm flipV="1">
                <a:off x="4639" y="3863"/>
                <a:ext cx="103" cy="186"/>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6" name="Line 5">
                <a:extLst>
                  <a:ext uri="{FF2B5EF4-FFF2-40B4-BE49-F238E27FC236}">
                    <a16:creationId xmlns:a16="http://schemas.microsoft.com/office/drawing/2014/main" id="{EF9AD040-3399-ACA2-40B6-D316FD83D0C9}"/>
                  </a:ext>
                </a:extLst>
              </p:cNvPr>
              <p:cNvSpPr>
                <a:spLocks noChangeShapeType="1"/>
              </p:cNvSpPr>
              <p:nvPr/>
            </p:nvSpPr>
            <p:spPr bwMode="ltGray">
              <a:xfrm flipV="1">
                <a:off x="5210" y="2874"/>
                <a:ext cx="36" cy="71"/>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7" name="Line 6">
                <a:extLst>
                  <a:ext uri="{FF2B5EF4-FFF2-40B4-BE49-F238E27FC236}">
                    <a16:creationId xmlns:a16="http://schemas.microsoft.com/office/drawing/2014/main" id="{C8C9DD47-11B8-6C19-CA4F-4B4B2BA2D0E2}"/>
                  </a:ext>
                </a:extLst>
              </p:cNvPr>
              <p:cNvSpPr>
                <a:spLocks noChangeShapeType="1"/>
              </p:cNvSpPr>
              <p:nvPr/>
            </p:nvSpPr>
            <p:spPr bwMode="ltGray">
              <a:xfrm flipV="1">
                <a:off x="5270" y="2751"/>
                <a:ext cx="36" cy="71"/>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8" name="Freeform 7">
                <a:extLst>
                  <a:ext uri="{FF2B5EF4-FFF2-40B4-BE49-F238E27FC236}">
                    <a16:creationId xmlns:a16="http://schemas.microsoft.com/office/drawing/2014/main" id="{7B9179D6-CD4D-8A8B-C62D-345EB7ABF797}"/>
                  </a:ext>
                </a:extLst>
              </p:cNvPr>
              <p:cNvSpPr>
                <a:spLocks/>
              </p:cNvSpPr>
              <p:nvPr/>
            </p:nvSpPr>
            <p:spPr bwMode="ltGray">
              <a:xfrm>
                <a:off x="4753" y="4067"/>
                <a:ext cx="604" cy="110"/>
              </a:xfrm>
              <a:custGeom>
                <a:avLst/>
                <a:gdLst>
                  <a:gd name="T0" fmla="*/ 2 w 604"/>
                  <a:gd name="T1" fmla="*/ 70 h 110"/>
                  <a:gd name="T2" fmla="*/ 14 w 604"/>
                  <a:gd name="T3" fmla="*/ 57 h 110"/>
                  <a:gd name="T4" fmla="*/ 31 w 604"/>
                  <a:gd name="T5" fmla="*/ 46 h 110"/>
                  <a:gd name="T6" fmla="*/ 63 w 604"/>
                  <a:gd name="T7" fmla="*/ 30 h 110"/>
                  <a:gd name="T8" fmla="*/ 100 w 604"/>
                  <a:gd name="T9" fmla="*/ 21 h 110"/>
                  <a:gd name="T10" fmla="*/ 134 w 604"/>
                  <a:gd name="T11" fmla="*/ 13 h 110"/>
                  <a:gd name="T12" fmla="*/ 181 w 604"/>
                  <a:gd name="T13" fmla="*/ 6 h 110"/>
                  <a:gd name="T14" fmla="*/ 225 w 604"/>
                  <a:gd name="T15" fmla="*/ 2 h 110"/>
                  <a:gd name="T16" fmla="*/ 277 w 604"/>
                  <a:gd name="T17" fmla="*/ 0 h 110"/>
                  <a:gd name="T18" fmla="*/ 340 w 604"/>
                  <a:gd name="T19" fmla="*/ 0 h 110"/>
                  <a:gd name="T20" fmla="*/ 407 w 604"/>
                  <a:gd name="T21" fmla="*/ 4 h 110"/>
                  <a:gd name="T22" fmla="*/ 453 w 604"/>
                  <a:gd name="T23" fmla="*/ 10 h 110"/>
                  <a:gd name="T24" fmla="*/ 502 w 604"/>
                  <a:gd name="T25" fmla="*/ 19 h 110"/>
                  <a:gd name="T26" fmla="*/ 549 w 604"/>
                  <a:gd name="T27" fmla="*/ 33 h 110"/>
                  <a:gd name="T28" fmla="*/ 573 w 604"/>
                  <a:gd name="T29" fmla="*/ 47 h 110"/>
                  <a:gd name="T30" fmla="*/ 588 w 604"/>
                  <a:gd name="T31" fmla="*/ 58 h 110"/>
                  <a:gd name="T32" fmla="*/ 603 w 604"/>
                  <a:gd name="T33" fmla="*/ 77 h 110"/>
                  <a:gd name="T34" fmla="*/ 578 w 604"/>
                  <a:gd name="T35" fmla="*/ 87 h 110"/>
                  <a:gd name="T36" fmla="*/ 536 w 604"/>
                  <a:gd name="T37" fmla="*/ 95 h 110"/>
                  <a:gd name="T38" fmla="*/ 485 w 604"/>
                  <a:gd name="T39" fmla="*/ 101 h 110"/>
                  <a:gd name="T40" fmla="*/ 436 w 604"/>
                  <a:gd name="T41" fmla="*/ 106 h 110"/>
                  <a:gd name="T42" fmla="*/ 377 w 604"/>
                  <a:gd name="T43" fmla="*/ 108 h 110"/>
                  <a:gd name="T44" fmla="*/ 313 w 604"/>
                  <a:gd name="T45" fmla="*/ 109 h 110"/>
                  <a:gd name="T46" fmla="*/ 252 w 604"/>
                  <a:gd name="T47" fmla="*/ 109 h 110"/>
                  <a:gd name="T48" fmla="*/ 188 w 604"/>
                  <a:gd name="T49" fmla="*/ 108 h 110"/>
                  <a:gd name="T50" fmla="*/ 117 w 604"/>
                  <a:gd name="T51" fmla="*/ 102 h 110"/>
                  <a:gd name="T52" fmla="*/ 61 w 604"/>
                  <a:gd name="T53" fmla="*/ 96 h 110"/>
                  <a:gd name="T54" fmla="*/ 14 w 604"/>
                  <a:gd name="T55" fmla="*/ 86 h 110"/>
                  <a:gd name="T56" fmla="*/ 0 w 604"/>
                  <a:gd name="T57" fmla="*/ 78 h 110"/>
                  <a:gd name="T58" fmla="*/ 2 w 604"/>
                  <a:gd name="T59" fmla="*/ 70 h 1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604" h="110">
                    <a:moveTo>
                      <a:pt x="2" y="70"/>
                    </a:moveTo>
                    <a:lnTo>
                      <a:pt x="14" y="57"/>
                    </a:lnTo>
                    <a:lnTo>
                      <a:pt x="31" y="46"/>
                    </a:lnTo>
                    <a:lnTo>
                      <a:pt x="63" y="30"/>
                    </a:lnTo>
                    <a:lnTo>
                      <a:pt x="100" y="21"/>
                    </a:lnTo>
                    <a:lnTo>
                      <a:pt x="134" y="13"/>
                    </a:lnTo>
                    <a:lnTo>
                      <a:pt x="181" y="6"/>
                    </a:lnTo>
                    <a:lnTo>
                      <a:pt x="225" y="2"/>
                    </a:lnTo>
                    <a:lnTo>
                      <a:pt x="277" y="0"/>
                    </a:lnTo>
                    <a:lnTo>
                      <a:pt x="340" y="0"/>
                    </a:lnTo>
                    <a:lnTo>
                      <a:pt x="407" y="4"/>
                    </a:lnTo>
                    <a:lnTo>
                      <a:pt x="453" y="10"/>
                    </a:lnTo>
                    <a:lnTo>
                      <a:pt x="502" y="19"/>
                    </a:lnTo>
                    <a:lnTo>
                      <a:pt x="549" y="33"/>
                    </a:lnTo>
                    <a:lnTo>
                      <a:pt x="573" y="47"/>
                    </a:lnTo>
                    <a:lnTo>
                      <a:pt x="588" y="58"/>
                    </a:lnTo>
                    <a:lnTo>
                      <a:pt x="603" y="77"/>
                    </a:lnTo>
                    <a:lnTo>
                      <a:pt x="578" y="87"/>
                    </a:lnTo>
                    <a:lnTo>
                      <a:pt x="536" y="95"/>
                    </a:lnTo>
                    <a:lnTo>
                      <a:pt x="485" y="101"/>
                    </a:lnTo>
                    <a:lnTo>
                      <a:pt x="436" y="106"/>
                    </a:lnTo>
                    <a:lnTo>
                      <a:pt x="377" y="108"/>
                    </a:lnTo>
                    <a:lnTo>
                      <a:pt x="313" y="109"/>
                    </a:lnTo>
                    <a:lnTo>
                      <a:pt x="252" y="109"/>
                    </a:lnTo>
                    <a:lnTo>
                      <a:pt x="188" y="108"/>
                    </a:lnTo>
                    <a:lnTo>
                      <a:pt x="117" y="102"/>
                    </a:lnTo>
                    <a:lnTo>
                      <a:pt x="61" y="96"/>
                    </a:lnTo>
                    <a:lnTo>
                      <a:pt x="14" y="86"/>
                    </a:lnTo>
                    <a:lnTo>
                      <a:pt x="0" y="78"/>
                    </a:lnTo>
                    <a:lnTo>
                      <a:pt x="2" y="70"/>
                    </a:lnTo>
                  </a:path>
                </a:pathLst>
              </a:cu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9" name="Oval 8">
                <a:extLst>
                  <a:ext uri="{FF2B5EF4-FFF2-40B4-BE49-F238E27FC236}">
                    <a16:creationId xmlns:a16="http://schemas.microsoft.com/office/drawing/2014/main" id="{4978BC44-3E4D-4655-E0FC-2AB0613A5DA0}"/>
                  </a:ext>
                </a:extLst>
              </p:cNvPr>
              <p:cNvSpPr>
                <a:spLocks noChangeArrowheads="1"/>
              </p:cNvSpPr>
              <p:nvPr/>
            </p:nvSpPr>
            <p:spPr bwMode="grayWhite">
              <a:xfrm>
                <a:off x="4458" y="2879"/>
                <a:ext cx="1074" cy="1073"/>
              </a:xfrm>
              <a:prstGeom prst="ellipse">
                <a:avLst/>
              </a:pr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40" name="Group 27">
                <a:extLst>
                  <a:ext uri="{FF2B5EF4-FFF2-40B4-BE49-F238E27FC236}">
                    <a16:creationId xmlns:a16="http://schemas.microsoft.com/office/drawing/2014/main" id="{955EC49E-A250-A22C-F492-2189E57F9AE1}"/>
                  </a:ext>
                </a:extLst>
              </p:cNvPr>
              <p:cNvGrpSpPr>
                <a:grpSpLocks/>
              </p:cNvGrpSpPr>
              <p:nvPr/>
            </p:nvGrpSpPr>
            <p:grpSpPr bwMode="auto">
              <a:xfrm>
                <a:off x="4458" y="2991"/>
                <a:ext cx="999" cy="797"/>
                <a:chOff x="4458" y="2991"/>
                <a:chExt cx="999" cy="797"/>
              </a:xfrm>
            </p:grpSpPr>
            <p:sp>
              <p:nvSpPr>
                <p:cNvPr id="1041" name="Freeform 9">
                  <a:extLst>
                    <a:ext uri="{FF2B5EF4-FFF2-40B4-BE49-F238E27FC236}">
                      <a16:creationId xmlns:a16="http://schemas.microsoft.com/office/drawing/2014/main" id="{680123C2-E971-AC9F-27CA-EDF97CB5F6A1}"/>
                    </a:ext>
                  </a:extLst>
                </p:cNvPr>
                <p:cNvSpPr>
                  <a:spLocks/>
                </p:cNvSpPr>
                <p:nvPr/>
              </p:nvSpPr>
              <p:spPr bwMode="grayWhite">
                <a:xfrm>
                  <a:off x="4599" y="3283"/>
                  <a:ext cx="1" cy="17"/>
                </a:xfrm>
                <a:custGeom>
                  <a:avLst/>
                  <a:gdLst>
                    <a:gd name="T0" fmla="*/ 0 w 1"/>
                    <a:gd name="T1" fmla="*/ 0 h 17"/>
                    <a:gd name="T2" fmla="*/ 0 w 1"/>
                    <a:gd name="T3" fmla="*/ 16 h 17"/>
                    <a:gd name="T4" fmla="*/ 0 w 1"/>
                    <a:gd name="T5" fmla="*/ 16 h 17"/>
                    <a:gd name="T6" fmla="*/ 0 w 1"/>
                    <a:gd name="T7" fmla="*/ 6 h 17"/>
                    <a:gd name="T8" fmla="*/ 0 w 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 h="17">
                      <a:moveTo>
                        <a:pt x="0" y="0"/>
                      </a:moveTo>
                      <a:lnTo>
                        <a:pt x="0" y="16"/>
                      </a:lnTo>
                      <a:lnTo>
                        <a:pt x="0" y="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2" name="Freeform 10">
                  <a:extLst>
                    <a:ext uri="{FF2B5EF4-FFF2-40B4-BE49-F238E27FC236}">
                      <a16:creationId xmlns:a16="http://schemas.microsoft.com/office/drawing/2014/main" id="{46E17FAA-4ED5-308F-B3B5-11F59A848479}"/>
                    </a:ext>
                  </a:extLst>
                </p:cNvPr>
                <p:cNvSpPr>
                  <a:spLocks/>
                </p:cNvSpPr>
                <p:nvPr/>
              </p:nvSpPr>
              <p:spPr bwMode="grayWhite">
                <a:xfrm>
                  <a:off x="4616" y="3305"/>
                  <a:ext cx="17" cy="17"/>
                </a:xfrm>
                <a:custGeom>
                  <a:avLst/>
                  <a:gdLst>
                    <a:gd name="T0" fmla="*/ 0 w 17"/>
                    <a:gd name="T1" fmla="*/ 0 h 17"/>
                    <a:gd name="T2" fmla="*/ 16 w 17"/>
                    <a:gd name="T3" fmla="*/ 0 h 17"/>
                    <a:gd name="T4" fmla="*/ 16 w 17"/>
                    <a:gd name="T5" fmla="*/ 16 h 17"/>
                    <a:gd name="T6" fmla="*/ 0 w 17"/>
                    <a:gd name="T7" fmla="*/ 0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0" y="0"/>
                      </a:moveTo>
                      <a:lnTo>
                        <a:pt x="16" y="0"/>
                      </a:lnTo>
                      <a:lnTo>
                        <a:pt x="16" y="1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3" name="Freeform 11">
                  <a:extLst>
                    <a:ext uri="{FF2B5EF4-FFF2-40B4-BE49-F238E27FC236}">
                      <a16:creationId xmlns:a16="http://schemas.microsoft.com/office/drawing/2014/main" id="{8157CED5-18DC-7A60-D2B3-8F5CCCE39D3C}"/>
                    </a:ext>
                  </a:extLst>
                </p:cNvPr>
                <p:cNvSpPr>
                  <a:spLocks/>
                </p:cNvSpPr>
                <p:nvPr/>
              </p:nvSpPr>
              <p:spPr bwMode="grayWhite">
                <a:xfrm>
                  <a:off x="4674" y="3275"/>
                  <a:ext cx="37" cy="35"/>
                </a:xfrm>
                <a:custGeom>
                  <a:avLst/>
                  <a:gdLst>
                    <a:gd name="T0" fmla="*/ 36 w 37"/>
                    <a:gd name="T1" fmla="*/ 0 h 35"/>
                    <a:gd name="T2" fmla="*/ 22 w 37"/>
                    <a:gd name="T3" fmla="*/ 0 h 35"/>
                    <a:gd name="T4" fmla="*/ 14 w 37"/>
                    <a:gd name="T5" fmla="*/ 9 h 35"/>
                    <a:gd name="T6" fmla="*/ 9 w 37"/>
                    <a:gd name="T7" fmla="*/ 9 h 35"/>
                    <a:gd name="T8" fmla="*/ 5 w 37"/>
                    <a:gd name="T9" fmla="*/ 13 h 35"/>
                    <a:gd name="T10" fmla="*/ 0 w 37"/>
                    <a:gd name="T11" fmla="*/ 13 h 35"/>
                    <a:gd name="T12" fmla="*/ 0 w 37"/>
                    <a:gd name="T13" fmla="*/ 25 h 35"/>
                    <a:gd name="T14" fmla="*/ 8 w 37"/>
                    <a:gd name="T15" fmla="*/ 34 h 35"/>
                    <a:gd name="T16" fmla="*/ 29 w 37"/>
                    <a:gd name="T17" fmla="*/ 34 h 35"/>
                    <a:gd name="T18" fmla="*/ 36 w 37"/>
                    <a:gd name="T19" fmla="*/ 25 h 35"/>
                    <a:gd name="T20" fmla="*/ 36 w 37"/>
                    <a:gd name="T21" fmla="*/ 0 h 3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 h="35">
                      <a:moveTo>
                        <a:pt x="36" y="0"/>
                      </a:moveTo>
                      <a:lnTo>
                        <a:pt x="22" y="0"/>
                      </a:lnTo>
                      <a:lnTo>
                        <a:pt x="14" y="9"/>
                      </a:lnTo>
                      <a:lnTo>
                        <a:pt x="9" y="9"/>
                      </a:lnTo>
                      <a:lnTo>
                        <a:pt x="5" y="13"/>
                      </a:lnTo>
                      <a:lnTo>
                        <a:pt x="0" y="13"/>
                      </a:lnTo>
                      <a:lnTo>
                        <a:pt x="0" y="25"/>
                      </a:lnTo>
                      <a:lnTo>
                        <a:pt x="8" y="34"/>
                      </a:lnTo>
                      <a:lnTo>
                        <a:pt x="29" y="34"/>
                      </a:lnTo>
                      <a:lnTo>
                        <a:pt x="36" y="25"/>
                      </a:lnTo>
                      <a:lnTo>
                        <a:pt x="36"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4" name="Freeform 12">
                  <a:extLst>
                    <a:ext uri="{FF2B5EF4-FFF2-40B4-BE49-F238E27FC236}">
                      <a16:creationId xmlns:a16="http://schemas.microsoft.com/office/drawing/2014/main" id="{D3F9C707-083B-B43D-7C8A-2A8D0C535352}"/>
                    </a:ext>
                  </a:extLst>
                </p:cNvPr>
                <p:cNvSpPr>
                  <a:spLocks/>
                </p:cNvSpPr>
                <p:nvPr/>
              </p:nvSpPr>
              <p:spPr bwMode="grayWhite">
                <a:xfrm>
                  <a:off x="4458" y="3303"/>
                  <a:ext cx="324" cy="422"/>
                </a:xfrm>
                <a:custGeom>
                  <a:avLst/>
                  <a:gdLst>
                    <a:gd name="T0" fmla="*/ 76 w 324"/>
                    <a:gd name="T1" fmla="*/ 0 h 422"/>
                    <a:gd name="T2" fmla="*/ 71 w 324"/>
                    <a:gd name="T3" fmla="*/ 11 h 422"/>
                    <a:gd name="T4" fmla="*/ 45 w 324"/>
                    <a:gd name="T5" fmla="*/ 33 h 422"/>
                    <a:gd name="T6" fmla="*/ 40 w 324"/>
                    <a:gd name="T7" fmla="*/ 53 h 422"/>
                    <a:gd name="T8" fmla="*/ 21 w 324"/>
                    <a:gd name="T9" fmla="*/ 68 h 422"/>
                    <a:gd name="T10" fmla="*/ 8 w 324"/>
                    <a:gd name="T11" fmla="*/ 96 h 422"/>
                    <a:gd name="T12" fmla="*/ 8 w 324"/>
                    <a:gd name="T13" fmla="*/ 114 h 422"/>
                    <a:gd name="T14" fmla="*/ 0 w 324"/>
                    <a:gd name="T15" fmla="*/ 144 h 422"/>
                    <a:gd name="T16" fmla="*/ 11 w 324"/>
                    <a:gd name="T17" fmla="*/ 157 h 422"/>
                    <a:gd name="T18" fmla="*/ 40 w 324"/>
                    <a:gd name="T19" fmla="*/ 195 h 422"/>
                    <a:gd name="T20" fmla="*/ 48 w 324"/>
                    <a:gd name="T21" fmla="*/ 190 h 422"/>
                    <a:gd name="T22" fmla="*/ 99 w 324"/>
                    <a:gd name="T23" fmla="*/ 190 h 422"/>
                    <a:gd name="T24" fmla="*/ 123 w 324"/>
                    <a:gd name="T25" fmla="*/ 199 h 422"/>
                    <a:gd name="T26" fmla="*/ 121 w 324"/>
                    <a:gd name="T27" fmla="*/ 229 h 422"/>
                    <a:gd name="T28" fmla="*/ 138 w 324"/>
                    <a:gd name="T29" fmla="*/ 268 h 422"/>
                    <a:gd name="T30" fmla="*/ 137 w 324"/>
                    <a:gd name="T31" fmla="*/ 279 h 422"/>
                    <a:gd name="T32" fmla="*/ 144 w 324"/>
                    <a:gd name="T33" fmla="*/ 291 h 422"/>
                    <a:gd name="T34" fmla="*/ 133 w 324"/>
                    <a:gd name="T35" fmla="*/ 319 h 422"/>
                    <a:gd name="T36" fmla="*/ 146 w 324"/>
                    <a:gd name="T37" fmla="*/ 354 h 422"/>
                    <a:gd name="T38" fmla="*/ 153 w 324"/>
                    <a:gd name="T39" fmla="*/ 382 h 422"/>
                    <a:gd name="T40" fmla="*/ 162 w 324"/>
                    <a:gd name="T41" fmla="*/ 399 h 422"/>
                    <a:gd name="T42" fmla="*/ 171 w 324"/>
                    <a:gd name="T43" fmla="*/ 421 h 422"/>
                    <a:gd name="T44" fmla="*/ 188 w 324"/>
                    <a:gd name="T45" fmla="*/ 418 h 422"/>
                    <a:gd name="T46" fmla="*/ 216 w 324"/>
                    <a:gd name="T47" fmla="*/ 402 h 422"/>
                    <a:gd name="T48" fmla="*/ 229 w 324"/>
                    <a:gd name="T49" fmla="*/ 382 h 422"/>
                    <a:gd name="T50" fmla="*/ 228 w 324"/>
                    <a:gd name="T51" fmla="*/ 369 h 422"/>
                    <a:gd name="T52" fmla="*/ 245 w 324"/>
                    <a:gd name="T53" fmla="*/ 359 h 422"/>
                    <a:gd name="T54" fmla="*/ 242 w 324"/>
                    <a:gd name="T55" fmla="*/ 340 h 422"/>
                    <a:gd name="T56" fmla="*/ 267 w 324"/>
                    <a:gd name="T57" fmla="*/ 310 h 422"/>
                    <a:gd name="T58" fmla="*/ 271 w 324"/>
                    <a:gd name="T59" fmla="*/ 285 h 422"/>
                    <a:gd name="T60" fmla="*/ 264 w 324"/>
                    <a:gd name="T61" fmla="*/ 277 h 422"/>
                    <a:gd name="T62" fmla="*/ 267 w 324"/>
                    <a:gd name="T63" fmla="*/ 267 h 422"/>
                    <a:gd name="T64" fmla="*/ 261 w 324"/>
                    <a:gd name="T65" fmla="*/ 258 h 422"/>
                    <a:gd name="T66" fmla="*/ 280 w 324"/>
                    <a:gd name="T67" fmla="*/ 234 h 422"/>
                    <a:gd name="T68" fmla="*/ 280 w 324"/>
                    <a:gd name="T69" fmla="*/ 222 h 422"/>
                    <a:gd name="T70" fmla="*/ 306 w 324"/>
                    <a:gd name="T71" fmla="*/ 202 h 422"/>
                    <a:gd name="T72" fmla="*/ 323 w 324"/>
                    <a:gd name="T73" fmla="*/ 148 h 422"/>
                    <a:gd name="T74" fmla="*/ 299 w 324"/>
                    <a:gd name="T75" fmla="*/ 162 h 422"/>
                    <a:gd name="T76" fmla="*/ 278 w 324"/>
                    <a:gd name="T77" fmla="*/ 156 h 422"/>
                    <a:gd name="T78" fmla="*/ 281 w 324"/>
                    <a:gd name="T79" fmla="*/ 143 h 422"/>
                    <a:gd name="T80" fmla="*/ 260 w 324"/>
                    <a:gd name="T81" fmla="*/ 129 h 422"/>
                    <a:gd name="T82" fmla="*/ 250 w 324"/>
                    <a:gd name="T83" fmla="*/ 94 h 422"/>
                    <a:gd name="T84" fmla="*/ 230 w 324"/>
                    <a:gd name="T85" fmla="*/ 66 h 422"/>
                    <a:gd name="T86" fmla="*/ 230 w 324"/>
                    <a:gd name="T87" fmla="*/ 47 h 422"/>
                    <a:gd name="T88" fmla="*/ 219 w 324"/>
                    <a:gd name="T89" fmla="*/ 46 h 422"/>
                    <a:gd name="T90" fmla="*/ 212 w 324"/>
                    <a:gd name="T91" fmla="*/ 49 h 422"/>
                    <a:gd name="T92" fmla="*/ 182 w 324"/>
                    <a:gd name="T93" fmla="*/ 38 h 422"/>
                    <a:gd name="T94" fmla="*/ 174 w 324"/>
                    <a:gd name="T95" fmla="*/ 46 h 422"/>
                    <a:gd name="T96" fmla="*/ 167 w 324"/>
                    <a:gd name="T97" fmla="*/ 56 h 422"/>
                    <a:gd name="T98" fmla="*/ 151 w 324"/>
                    <a:gd name="T99" fmla="*/ 38 h 422"/>
                    <a:gd name="T100" fmla="*/ 135 w 324"/>
                    <a:gd name="T101" fmla="*/ 33 h 422"/>
                    <a:gd name="T102" fmla="*/ 134 w 324"/>
                    <a:gd name="T103" fmla="*/ 10 h 422"/>
                    <a:gd name="T104" fmla="*/ 111 w 324"/>
                    <a:gd name="T105" fmla="*/ 14 h 422"/>
                    <a:gd name="T106" fmla="*/ 96 w 324"/>
                    <a:gd name="T107" fmla="*/ 9 h 422"/>
                    <a:gd name="T108" fmla="*/ 76 w 324"/>
                    <a:gd name="T109" fmla="*/ 0 h 42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324" h="422">
                      <a:moveTo>
                        <a:pt x="76" y="0"/>
                      </a:moveTo>
                      <a:lnTo>
                        <a:pt x="71" y="11"/>
                      </a:lnTo>
                      <a:lnTo>
                        <a:pt x="45" y="33"/>
                      </a:lnTo>
                      <a:lnTo>
                        <a:pt x="40" y="53"/>
                      </a:lnTo>
                      <a:lnTo>
                        <a:pt x="21" y="68"/>
                      </a:lnTo>
                      <a:lnTo>
                        <a:pt x="8" y="96"/>
                      </a:lnTo>
                      <a:lnTo>
                        <a:pt x="8" y="114"/>
                      </a:lnTo>
                      <a:lnTo>
                        <a:pt x="0" y="144"/>
                      </a:lnTo>
                      <a:lnTo>
                        <a:pt x="11" y="157"/>
                      </a:lnTo>
                      <a:lnTo>
                        <a:pt x="40" y="195"/>
                      </a:lnTo>
                      <a:lnTo>
                        <a:pt x="48" y="190"/>
                      </a:lnTo>
                      <a:lnTo>
                        <a:pt x="99" y="190"/>
                      </a:lnTo>
                      <a:lnTo>
                        <a:pt x="123" y="199"/>
                      </a:lnTo>
                      <a:lnTo>
                        <a:pt x="121" y="229"/>
                      </a:lnTo>
                      <a:lnTo>
                        <a:pt x="138" y="268"/>
                      </a:lnTo>
                      <a:lnTo>
                        <a:pt x="137" y="279"/>
                      </a:lnTo>
                      <a:lnTo>
                        <a:pt x="144" y="291"/>
                      </a:lnTo>
                      <a:lnTo>
                        <a:pt x="133" y="319"/>
                      </a:lnTo>
                      <a:lnTo>
                        <a:pt x="146" y="354"/>
                      </a:lnTo>
                      <a:lnTo>
                        <a:pt x="153" y="382"/>
                      </a:lnTo>
                      <a:lnTo>
                        <a:pt x="162" y="399"/>
                      </a:lnTo>
                      <a:lnTo>
                        <a:pt x="171" y="421"/>
                      </a:lnTo>
                      <a:lnTo>
                        <a:pt x="188" y="418"/>
                      </a:lnTo>
                      <a:lnTo>
                        <a:pt x="216" y="402"/>
                      </a:lnTo>
                      <a:lnTo>
                        <a:pt x="229" y="382"/>
                      </a:lnTo>
                      <a:lnTo>
                        <a:pt x="228" y="369"/>
                      </a:lnTo>
                      <a:lnTo>
                        <a:pt x="245" y="359"/>
                      </a:lnTo>
                      <a:lnTo>
                        <a:pt x="242" y="340"/>
                      </a:lnTo>
                      <a:lnTo>
                        <a:pt x="267" y="310"/>
                      </a:lnTo>
                      <a:lnTo>
                        <a:pt x="271" y="285"/>
                      </a:lnTo>
                      <a:lnTo>
                        <a:pt x="264" y="277"/>
                      </a:lnTo>
                      <a:lnTo>
                        <a:pt x="267" y="267"/>
                      </a:lnTo>
                      <a:lnTo>
                        <a:pt x="261" y="258"/>
                      </a:lnTo>
                      <a:lnTo>
                        <a:pt x="280" y="234"/>
                      </a:lnTo>
                      <a:lnTo>
                        <a:pt x="280" y="222"/>
                      </a:lnTo>
                      <a:lnTo>
                        <a:pt x="306" y="202"/>
                      </a:lnTo>
                      <a:lnTo>
                        <a:pt x="323" y="148"/>
                      </a:lnTo>
                      <a:lnTo>
                        <a:pt x="299" y="162"/>
                      </a:lnTo>
                      <a:lnTo>
                        <a:pt x="278" y="156"/>
                      </a:lnTo>
                      <a:lnTo>
                        <a:pt x="281" y="143"/>
                      </a:lnTo>
                      <a:lnTo>
                        <a:pt x="260" y="129"/>
                      </a:lnTo>
                      <a:lnTo>
                        <a:pt x="250" y="94"/>
                      </a:lnTo>
                      <a:lnTo>
                        <a:pt x="230" y="66"/>
                      </a:lnTo>
                      <a:lnTo>
                        <a:pt x="230" y="47"/>
                      </a:lnTo>
                      <a:lnTo>
                        <a:pt x="219" y="46"/>
                      </a:lnTo>
                      <a:lnTo>
                        <a:pt x="212" y="49"/>
                      </a:lnTo>
                      <a:lnTo>
                        <a:pt x="182" y="38"/>
                      </a:lnTo>
                      <a:lnTo>
                        <a:pt x="174" y="46"/>
                      </a:lnTo>
                      <a:lnTo>
                        <a:pt x="167" y="56"/>
                      </a:lnTo>
                      <a:lnTo>
                        <a:pt x="151" y="38"/>
                      </a:lnTo>
                      <a:lnTo>
                        <a:pt x="135" y="33"/>
                      </a:lnTo>
                      <a:lnTo>
                        <a:pt x="134" y="10"/>
                      </a:lnTo>
                      <a:lnTo>
                        <a:pt x="111" y="14"/>
                      </a:lnTo>
                      <a:lnTo>
                        <a:pt x="96" y="9"/>
                      </a:lnTo>
                      <a:lnTo>
                        <a:pt x="76"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5" name="Freeform 13">
                  <a:extLst>
                    <a:ext uri="{FF2B5EF4-FFF2-40B4-BE49-F238E27FC236}">
                      <a16:creationId xmlns:a16="http://schemas.microsoft.com/office/drawing/2014/main" id="{0506A924-A6A7-9722-3C40-D5222F5126C4}"/>
                    </a:ext>
                  </a:extLst>
                </p:cNvPr>
                <p:cNvSpPr>
                  <a:spLocks/>
                </p:cNvSpPr>
                <p:nvPr/>
              </p:nvSpPr>
              <p:spPr bwMode="grayWhite">
                <a:xfrm>
                  <a:off x="5205" y="3408"/>
                  <a:ext cx="17" cy="21"/>
                </a:xfrm>
                <a:custGeom>
                  <a:avLst/>
                  <a:gdLst>
                    <a:gd name="T0" fmla="*/ 7 w 17"/>
                    <a:gd name="T1" fmla="*/ 0 h 21"/>
                    <a:gd name="T2" fmla="*/ 9 w 17"/>
                    <a:gd name="T3" fmla="*/ 5 h 21"/>
                    <a:gd name="T4" fmla="*/ 7 w 17"/>
                    <a:gd name="T5" fmla="*/ 10 h 21"/>
                    <a:gd name="T6" fmla="*/ 7 w 17"/>
                    <a:gd name="T7" fmla="*/ 14 h 21"/>
                    <a:gd name="T8" fmla="*/ 16 w 17"/>
                    <a:gd name="T9" fmla="*/ 17 h 21"/>
                    <a:gd name="T10" fmla="*/ 16 w 17"/>
                    <a:gd name="T11" fmla="*/ 20 h 21"/>
                    <a:gd name="T12" fmla="*/ 9 w 17"/>
                    <a:gd name="T13" fmla="*/ 17 h 21"/>
                    <a:gd name="T14" fmla="*/ 3 w 17"/>
                    <a:gd name="T15" fmla="*/ 20 h 21"/>
                    <a:gd name="T16" fmla="*/ 0 w 17"/>
                    <a:gd name="T17" fmla="*/ 17 h 21"/>
                    <a:gd name="T18" fmla="*/ 3 w 17"/>
                    <a:gd name="T19" fmla="*/ 14 h 21"/>
                    <a:gd name="T20" fmla="*/ 0 w 17"/>
                    <a:gd name="T21" fmla="*/ 10 h 21"/>
                    <a:gd name="T22" fmla="*/ 3 w 17"/>
                    <a:gd name="T23" fmla="*/ 2 h 21"/>
                    <a:gd name="T24" fmla="*/ 7 w 17"/>
                    <a:gd name="T25" fmla="*/ 0 h 2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 h="21">
                      <a:moveTo>
                        <a:pt x="7" y="0"/>
                      </a:moveTo>
                      <a:lnTo>
                        <a:pt x="9" y="5"/>
                      </a:lnTo>
                      <a:lnTo>
                        <a:pt x="7" y="10"/>
                      </a:lnTo>
                      <a:lnTo>
                        <a:pt x="7" y="14"/>
                      </a:lnTo>
                      <a:lnTo>
                        <a:pt x="16" y="17"/>
                      </a:lnTo>
                      <a:lnTo>
                        <a:pt x="16" y="20"/>
                      </a:lnTo>
                      <a:lnTo>
                        <a:pt x="9" y="17"/>
                      </a:lnTo>
                      <a:lnTo>
                        <a:pt x="3" y="20"/>
                      </a:lnTo>
                      <a:lnTo>
                        <a:pt x="0" y="17"/>
                      </a:lnTo>
                      <a:lnTo>
                        <a:pt x="3" y="14"/>
                      </a:lnTo>
                      <a:lnTo>
                        <a:pt x="0" y="10"/>
                      </a:lnTo>
                      <a:lnTo>
                        <a:pt x="3" y="2"/>
                      </a:lnTo>
                      <a:lnTo>
                        <a:pt x="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6" name="Freeform 14">
                  <a:extLst>
                    <a:ext uri="{FF2B5EF4-FFF2-40B4-BE49-F238E27FC236}">
                      <a16:creationId xmlns:a16="http://schemas.microsoft.com/office/drawing/2014/main" id="{DE2A2761-839E-122B-455D-C648984649B3}"/>
                    </a:ext>
                  </a:extLst>
                </p:cNvPr>
                <p:cNvSpPr>
                  <a:spLocks/>
                </p:cNvSpPr>
                <p:nvPr/>
              </p:nvSpPr>
              <p:spPr bwMode="grayWhite">
                <a:xfrm>
                  <a:off x="5144" y="3496"/>
                  <a:ext cx="49" cy="70"/>
                </a:xfrm>
                <a:custGeom>
                  <a:avLst/>
                  <a:gdLst>
                    <a:gd name="T0" fmla="*/ 0 w 49"/>
                    <a:gd name="T1" fmla="*/ 34 h 70"/>
                    <a:gd name="T2" fmla="*/ 17 w 49"/>
                    <a:gd name="T3" fmla="*/ 34 h 70"/>
                    <a:gd name="T4" fmla="*/ 37 w 49"/>
                    <a:gd name="T5" fmla="*/ 0 h 70"/>
                    <a:gd name="T6" fmla="*/ 48 w 49"/>
                    <a:gd name="T7" fmla="*/ 20 h 70"/>
                    <a:gd name="T8" fmla="*/ 39 w 49"/>
                    <a:gd name="T9" fmla="*/ 69 h 70"/>
                    <a:gd name="T10" fmla="*/ 3 w 49"/>
                    <a:gd name="T11" fmla="*/ 57 h 70"/>
                    <a:gd name="T12" fmla="*/ 0 w 49"/>
                    <a:gd name="T13" fmla="*/ 34 h 7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70">
                      <a:moveTo>
                        <a:pt x="0" y="34"/>
                      </a:moveTo>
                      <a:lnTo>
                        <a:pt x="17" y="34"/>
                      </a:lnTo>
                      <a:lnTo>
                        <a:pt x="37" y="0"/>
                      </a:lnTo>
                      <a:lnTo>
                        <a:pt x="48" y="20"/>
                      </a:lnTo>
                      <a:lnTo>
                        <a:pt x="39" y="69"/>
                      </a:lnTo>
                      <a:lnTo>
                        <a:pt x="3" y="57"/>
                      </a:lnTo>
                      <a:lnTo>
                        <a:pt x="0" y="34"/>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7" name="Freeform 15">
                  <a:extLst>
                    <a:ext uri="{FF2B5EF4-FFF2-40B4-BE49-F238E27FC236}">
                      <a16:creationId xmlns:a16="http://schemas.microsoft.com/office/drawing/2014/main" id="{7022F7C1-0BD8-B973-5C25-A861220C58D5}"/>
                    </a:ext>
                  </a:extLst>
                </p:cNvPr>
                <p:cNvSpPr>
                  <a:spLocks/>
                </p:cNvSpPr>
                <p:nvPr/>
              </p:nvSpPr>
              <p:spPr bwMode="grayWhite">
                <a:xfrm>
                  <a:off x="5241" y="3523"/>
                  <a:ext cx="84" cy="67"/>
                </a:xfrm>
                <a:custGeom>
                  <a:avLst/>
                  <a:gdLst>
                    <a:gd name="T0" fmla="*/ 5 w 84"/>
                    <a:gd name="T1" fmla="*/ 15 h 67"/>
                    <a:gd name="T2" fmla="*/ 0 w 84"/>
                    <a:gd name="T3" fmla="*/ 0 h 67"/>
                    <a:gd name="T4" fmla="*/ 27 w 84"/>
                    <a:gd name="T5" fmla="*/ 6 h 67"/>
                    <a:gd name="T6" fmla="*/ 67 w 84"/>
                    <a:gd name="T7" fmla="*/ 22 h 67"/>
                    <a:gd name="T8" fmla="*/ 67 w 84"/>
                    <a:gd name="T9" fmla="*/ 34 h 67"/>
                    <a:gd name="T10" fmla="*/ 83 w 84"/>
                    <a:gd name="T11" fmla="*/ 66 h 67"/>
                    <a:gd name="T12" fmla="*/ 52 w 84"/>
                    <a:gd name="T13" fmla="*/ 36 h 67"/>
                    <a:gd name="T14" fmla="*/ 31 w 84"/>
                    <a:gd name="T15" fmla="*/ 38 h 67"/>
                    <a:gd name="T16" fmla="*/ 5 w 84"/>
                    <a:gd name="T17" fmla="*/ 15 h 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4" h="67">
                      <a:moveTo>
                        <a:pt x="5" y="15"/>
                      </a:moveTo>
                      <a:lnTo>
                        <a:pt x="0" y="0"/>
                      </a:lnTo>
                      <a:lnTo>
                        <a:pt x="27" y="6"/>
                      </a:lnTo>
                      <a:lnTo>
                        <a:pt x="67" y="22"/>
                      </a:lnTo>
                      <a:lnTo>
                        <a:pt x="67" y="34"/>
                      </a:lnTo>
                      <a:lnTo>
                        <a:pt x="83" y="66"/>
                      </a:lnTo>
                      <a:lnTo>
                        <a:pt x="52" y="36"/>
                      </a:lnTo>
                      <a:lnTo>
                        <a:pt x="31" y="38"/>
                      </a:lnTo>
                      <a:lnTo>
                        <a:pt x="5" y="1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8" name="Freeform 16">
                  <a:extLst>
                    <a:ext uri="{FF2B5EF4-FFF2-40B4-BE49-F238E27FC236}">
                      <a16:creationId xmlns:a16="http://schemas.microsoft.com/office/drawing/2014/main" id="{B03BADBF-9C91-E58F-3A12-43510F729A17}"/>
                    </a:ext>
                  </a:extLst>
                </p:cNvPr>
                <p:cNvSpPr>
                  <a:spLocks/>
                </p:cNvSpPr>
                <p:nvPr/>
              </p:nvSpPr>
              <p:spPr bwMode="grayWhite">
                <a:xfrm>
                  <a:off x="5400" y="3660"/>
                  <a:ext cx="57" cy="73"/>
                </a:xfrm>
                <a:custGeom>
                  <a:avLst/>
                  <a:gdLst>
                    <a:gd name="T0" fmla="*/ 34 w 57"/>
                    <a:gd name="T1" fmla="*/ 0 h 73"/>
                    <a:gd name="T2" fmla="*/ 56 w 57"/>
                    <a:gd name="T3" fmla="*/ 21 h 73"/>
                    <a:gd name="T4" fmla="*/ 11 w 57"/>
                    <a:gd name="T5" fmla="*/ 72 h 73"/>
                    <a:gd name="T6" fmla="*/ 0 w 57"/>
                    <a:gd name="T7" fmla="*/ 60 h 73"/>
                    <a:gd name="T8" fmla="*/ 32 w 57"/>
                    <a:gd name="T9" fmla="*/ 28 h 73"/>
                    <a:gd name="T10" fmla="*/ 34 w 57"/>
                    <a:gd name="T11" fmla="*/ 0 h 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73">
                      <a:moveTo>
                        <a:pt x="34" y="0"/>
                      </a:moveTo>
                      <a:lnTo>
                        <a:pt x="56" y="21"/>
                      </a:lnTo>
                      <a:lnTo>
                        <a:pt x="11" y="72"/>
                      </a:lnTo>
                      <a:lnTo>
                        <a:pt x="0" y="60"/>
                      </a:lnTo>
                      <a:lnTo>
                        <a:pt x="32" y="28"/>
                      </a:lnTo>
                      <a:lnTo>
                        <a:pt x="34"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9" name="Freeform 17">
                  <a:extLst>
                    <a:ext uri="{FF2B5EF4-FFF2-40B4-BE49-F238E27FC236}">
                      <a16:creationId xmlns:a16="http://schemas.microsoft.com/office/drawing/2014/main" id="{0B2706D0-A90F-8BF9-6E6E-EE7BBCB3FDC9}"/>
                    </a:ext>
                  </a:extLst>
                </p:cNvPr>
                <p:cNvSpPr>
                  <a:spLocks/>
                </p:cNvSpPr>
                <p:nvPr/>
              </p:nvSpPr>
              <p:spPr bwMode="grayWhite">
                <a:xfrm>
                  <a:off x="4558" y="3167"/>
                  <a:ext cx="29" cy="48"/>
                </a:xfrm>
                <a:custGeom>
                  <a:avLst/>
                  <a:gdLst>
                    <a:gd name="T0" fmla="*/ 28 w 29"/>
                    <a:gd name="T1" fmla="*/ 36 h 48"/>
                    <a:gd name="T2" fmla="*/ 20 w 29"/>
                    <a:gd name="T3" fmla="*/ 31 h 48"/>
                    <a:gd name="T4" fmla="*/ 20 w 29"/>
                    <a:gd name="T5" fmla="*/ 10 h 48"/>
                    <a:gd name="T6" fmla="*/ 24 w 29"/>
                    <a:gd name="T7" fmla="*/ 5 h 48"/>
                    <a:gd name="T8" fmla="*/ 17 w 29"/>
                    <a:gd name="T9" fmla="*/ 5 h 48"/>
                    <a:gd name="T10" fmla="*/ 21 w 29"/>
                    <a:gd name="T11" fmla="*/ 0 h 48"/>
                    <a:gd name="T12" fmla="*/ 16 w 29"/>
                    <a:gd name="T13" fmla="*/ 0 h 48"/>
                    <a:gd name="T14" fmla="*/ 10 w 29"/>
                    <a:gd name="T15" fmla="*/ 6 h 48"/>
                    <a:gd name="T16" fmla="*/ 10 w 29"/>
                    <a:gd name="T17" fmla="*/ 19 h 48"/>
                    <a:gd name="T18" fmla="*/ 13 w 29"/>
                    <a:gd name="T19" fmla="*/ 22 h 48"/>
                    <a:gd name="T20" fmla="*/ 13 w 29"/>
                    <a:gd name="T21" fmla="*/ 28 h 48"/>
                    <a:gd name="T22" fmla="*/ 11 w 29"/>
                    <a:gd name="T23" fmla="*/ 28 h 48"/>
                    <a:gd name="T24" fmla="*/ 6 w 29"/>
                    <a:gd name="T25" fmla="*/ 33 h 48"/>
                    <a:gd name="T26" fmla="*/ 6 w 29"/>
                    <a:gd name="T27" fmla="*/ 38 h 48"/>
                    <a:gd name="T28" fmla="*/ 0 w 29"/>
                    <a:gd name="T29" fmla="*/ 47 h 48"/>
                    <a:gd name="T30" fmla="*/ 21 w 29"/>
                    <a:gd name="T31" fmla="*/ 47 h 48"/>
                    <a:gd name="T32" fmla="*/ 28 w 29"/>
                    <a:gd name="T33" fmla="*/ 36 h 4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9" h="48">
                      <a:moveTo>
                        <a:pt x="28" y="36"/>
                      </a:moveTo>
                      <a:lnTo>
                        <a:pt x="20" y="31"/>
                      </a:lnTo>
                      <a:lnTo>
                        <a:pt x="20" y="10"/>
                      </a:lnTo>
                      <a:lnTo>
                        <a:pt x="24" y="5"/>
                      </a:lnTo>
                      <a:lnTo>
                        <a:pt x="17" y="5"/>
                      </a:lnTo>
                      <a:lnTo>
                        <a:pt x="21" y="0"/>
                      </a:lnTo>
                      <a:lnTo>
                        <a:pt x="16" y="0"/>
                      </a:lnTo>
                      <a:lnTo>
                        <a:pt x="10" y="6"/>
                      </a:lnTo>
                      <a:lnTo>
                        <a:pt x="10" y="19"/>
                      </a:lnTo>
                      <a:lnTo>
                        <a:pt x="13" y="22"/>
                      </a:lnTo>
                      <a:lnTo>
                        <a:pt x="13" y="28"/>
                      </a:lnTo>
                      <a:lnTo>
                        <a:pt x="11" y="28"/>
                      </a:lnTo>
                      <a:lnTo>
                        <a:pt x="6" y="33"/>
                      </a:lnTo>
                      <a:lnTo>
                        <a:pt x="6" y="38"/>
                      </a:lnTo>
                      <a:lnTo>
                        <a:pt x="0" y="47"/>
                      </a:lnTo>
                      <a:lnTo>
                        <a:pt x="21" y="47"/>
                      </a:lnTo>
                      <a:lnTo>
                        <a:pt x="28" y="3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0" name="Freeform 18">
                  <a:extLst>
                    <a:ext uri="{FF2B5EF4-FFF2-40B4-BE49-F238E27FC236}">
                      <a16:creationId xmlns:a16="http://schemas.microsoft.com/office/drawing/2014/main" id="{7AFB2CFB-BA8C-1B51-B572-456BA456CD00}"/>
                    </a:ext>
                  </a:extLst>
                </p:cNvPr>
                <p:cNvSpPr>
                  <a:spLocks/>
                </p:cNvSpPr>
                <p:nvPr/>
              </p:nvSpPr>
              <p:spPr bwMode="grayWhite">
                <a:xfrm>
                  <a:off x="4549" y="3183"/>
                  <a:ext cx="17" cy="17"/>
                </a:xfrm>
                <a:custGeom>
                  <a:avLst/>
                  <a:gdLst>
                    <a:gd name="T0" fmla="*/ 13 w 17"/>
                    <a:gd name="T1" fmla="*/ 5 h 17"/>
                    <a:gd name="T2" fmla="*/ 16 w 17"/>
                    <a:gd name="T3" fmla="*/ 5 h 17"/>
                    <a:gd name="T4" fmla="*/ 16 w 17"/>
                    <a:gd name="T5" fmla="*/ 0 h 17"/>
                    <a:gd name="T6" fmla="*/ 10 w 17"/>
                    <a:gd name="T7" fmla="*/ 0 h 17"/>
                    <a:gd name="T8" fmla="*/ 0 w 17"/>
                    <a:gd name="T9" fmla="*/ 10 h 17"/>
                    <a:gd name="T10" fmla="*/ 0 w 17"/>
                    <a:gd name="T11" fmla="*/ 16 h 17"/>
                    <a:gd name="T12" fmla="*/ 9 w 17"/>
                    <a:gd name="T13" fmla="*/ 16 h 17"/>
                    <a:gd name="T14" fmla="*/ 13 w 17"/>
                    <a:gd name="T15" fmla="*/ 11 h 17"/>
                    <a:gd name="T16" fmla="*/ 13 w 17"/>
                    <a:gd name="T17" fmla="*/ 5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 h="17">
                      <a:moveTo>
                        <a:pt x="13" y="5"/>
                      </a:moveTo>
                      <a:lnTo>
                        <a:pt x="16" y="5"/>
                      </a:lnTo>
                      <a:lnTo>
                        <a:pt x="16" y="0"/>
                      </a:lnTo>
                      <a:lnTo>
                        <a:pt x="10" y="0"/>
                      </a:lnTo>
                      <a:lnTo>
                        <a:pt x="0" y="10"/>
                      </a:lnTo>
                      <a:lnTo>
                        <a:pt x="0" y="16"/>
                      </a:lnTo>
                      <a:lnTo>
                        <a:pt x="9" y="16"/>
                      </a:lnTo>
                      <a:lnTo>
                        <a:pt x="13" y="11"/>
                      </a:lnTo>
                      <a:lnTo>
                        <a:pt x="13" y="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1" name="Freeform 19">
                  <a:extLst>
                    <a:ext uri="{FF2B5EF4-FFF2-40B4-BE49-F238E27FC236}">
                      <a16:creationId xmlns:a16="http://schemas.microsoft.com/office/drawing/2014/main" id="{D3A784B4-28D1-0E15-CD97-C6BED16E9C14}"/>
                    </a:ext>
                  </a:extLst>
                </p:cNvPr>
                <p:cNvSpPr>
                  <a:spLocks/>
                </p:cNvSpPr>
                <p:nvPr/>
              </p:nvSpPr>
              <p:spPr bwMode="grayWhite">
                <a:xfrm>
                  <a:off x="4527" y="3155"/>
                  <a:ext cx="184" cy="155"/>
                </a:xfrm>
                <a:custGeom>
                  <a:avLst/>
                  <a:gdLst>
                    <a:gd name="T0" fmla="*/ 120 w 184"/>
                    <a:gd name="T1" fmla="*/ 10 h 155"/>
                    <a:gd name="T2" fmla="*/ 144 w 184"/>
                    <a:gd name="T3" fmla="*/ 14 h 155"/>
                    <a:gd name="T4" fmla="*/ 129 w 184"/>
                    <a:gd name="T5" fmla="*/ 20 h 155"/>
                    <a:gd name="T6" fmla="*/ 123 w 184"/>
                    <a:gd name="T7" fmla="*/ 29 h 155"/>
                    <a:gd name="T8" fmla="*/ 114 w 184"/>
                    <a:gd name="T9" fmla="*/ 50 h 155"/>
                    <a:gd name="T10" fmla="*/ 100 w 184"/>
                    <a:gd name="T11" fmla="*/ 51 h 155"/>
                    <a:gd name="T12" fmla="*/ 88 w 184"/>
                    <a:gd name="T13" fmla="*/ 49 h 155"/>
                    <a:gd name="T14" fmla="*/ 94 w 184"/>
                    <a:gd name="T15" fmla="*/ 39 h 155"/>
                    <a:gd name="T16" fmla="*/ 88 w 184"/>
                    <a:gd name="T17" fmla="*/ 26 h 155"/>
                    <a:gd name="T18" fmla="*/ 81 w 184"/>
                    <a:gd name="T19" fmla="*/ 49 h 155"/>
                    <a:gd name="T20" fmla="*/ 62 w 184"/>
                    <a:gd name="T21" fmla="*/ 60 h 155"/>
                    <a:gd name="T22" fmla="*/ 52 w 184"/>
                    <a:gd name="T23" fmla="*/ 67 h 155"/>
                    <a:gd name="T24" fmla="*/ 38 w 184"/>
                    <a:gd name="T25" fmla="*/ 77 h 155"/>
                    <a:gd name="T26" fmla="*/ 30 w 184"/>
                    <a:gd name="T27" fmla="*/ 102 h 155"/>
                    <a:gd name="T28" fmla="*/ 5 w 184"/>
                    <a:gd name="T29" fmla="*/ 93 h 155"/>
                    <a:gd name="T30" fmla="*/ 0 w 184"/>
                    <a:gd name="T31" fmla="*/ 111 h 155"/>
                    <a:gd name="T32" fmla="*/ 10 w 184"/>
                    <a:gd name="T33" fmla="*/ 138 h 155"/>
                    <a:gd name="T34" fmla="*/ 50 w 184"/>
                    <a:gd name="T35" fmla="*/ 109 h 155"/>
                    <a:gd name="T36" fmla="*/ 75 w 184"/>
                    <a:gd name="T37" fmla="*/ 103 h 155"/>
                    <a:gd name="T38" fmla="*/ 79 w 184"/>
                    <a:gd name="T39" fmla="*/ 115 h 155"/>
                    <a:gd name="T40" fmla="*/ 99 w 184"/>
                    <a:gd name="T41" fmla="*/ 143 h 155"/>
                    <a:gd name="T42" fmla="*/ 101 w 184"/>
                    <a:gd name="T43" fmla="*/ 135 h 155"/>
                    <a:gd name="T44" fmla="*/ 107 w 184"/>
                    <a:gd name="T45" fmla="*/ 135 h 155"/>
                    <a:gd name="T46" fmla="*/ 88 w 184"/>
                    <a:gd name="T47" fmla="*/ 108 h 155"/>
                    <a:gd name="T48" fmla="*/ 94 w 184"/>
                    <a:gd name="T49" fmla="*/ 99 h 155"/>
                    <a:gd name="T50" fmla="*/ 114 w 184"/>
                    <a:gd name="T51" fmla="*/ 127 h 155"/>
                    <a:gd name="T52" fmla="*/ 123 w 184"/>
                    <a:gd name="T53" fmla="*/ 144 h 155"/>
                    <a:gd name="T54" fmla="*/ 127 w 184"/>
                    <a:gd name="T55" fmla="*/ 154 h 155"/>
                    <a:gd name="T56" fmla="*/ 131 w 184"/>
                    <a:gd name="T57" fmla="*/ 136 h 155"/>
                    <a:gd name="T58" fmla="*/ 144 w 184"/>
                    <a:gd name="T59" fmla="*/ 130 h 155"/>
                    <a:gd name="T60" fmla="*/ 153 w 184"/>
                    <a:gd name="T61" fmla="*/ 126 h 155"/>
                    <a:gd name="T62" fmla="*/ 150 w 184"/>
                    <a:gd name="T63" fmla="*/ 113 h 155"/>
                    <a:gd name="T64" fmla="*/ 157 w 184"/>
                    <a:gd name="T65" fmla="*/ 90 h 155"/>
                    <a:gd name="T66" fmla="*/ 166 w 184"/>
                    <a:gd name="T67" fmla="*/ 93 h 155"/>
                    <a:gd name="T68" fmla="*/ 169 w 184"/>
                    <a:gd name="T69" fmla="*/ 103 h 155"/>
                    <a:gd name="T70" fmla="*/ 177 w 184"/>
                    <a:gd name="T71" fmla="*/ 98 h 155"/>
                    <a:gd name="T72" fmla="*/ 175 w 184"/>
                    <a:gd name="T73" fmla="*/ 95 h 155"/>
                    <a:gd name="T74" fmla="*/ 180 w 184"/>
                    <a:gd name="T75" fmla="*/ 81 h 155"/>
                    <a:gd name="T76" fmla="*/ 183 w 184"/>
                    <a:gd name="T77" fmla="*/ 98 h 155"/>
                    <a:gd name="T78" fmla="*/ 120 w 184"/>
                    <a:gd name="T79" fmla="*/ 0 h 15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84" h="155">
                      <a:moveTo>
                        <a:pt x="120" y="0"/>
                      </a:moveTo>
                      <a:lnTo>
                        <a:pt x="120" y="10"/>
                      </a:lnTo>
                      <a:lnTo>
                        <a:pt x="124" y="14"/>
                      </a:lnTo>
                      <a:lnTo>
                        <a:pt x="144" y="14"/>
                      </a:lnTo>
                      <a:lnTo>
                        <a:pt x="144" y="20"/>
                      </a:lnTo>
                      <a:lnTo>
                        <a:pt x="129" y="20"/>
                      </a:lnTo>
                      <a:lnTo>
                        <a:pt x="129" y="37"/>
                      </a:lnTo>
                      <a:lnTo>
                        <a:pt x="123" y="29"/>
                      </a:lnTo>
                      <a:lnTo>
                        <a:pt x="123" y="40"/>
                      </a:lnTo>
                      <a:lnTo>
                        <a:pt x="114" y="50"/>
                      </a:lnTo>
                      <a:lnTo>
                        <a:pt x="109" y="44"/>
                      </a:lnTo>
                      <a:lnTo>
                        <a:pt x="100" y="51"/>
                      </a:lnTo>
                      <a:lnTo>
                        <a:pt x="99" y="49"/>
                      </a:lnTo>
                      <a:lnTo>
                        <a:pt x="88" y="49"/>
                      </a:lnTo>
                      <a:lnTo>
                        <a:pt x="94" y="42"/>
                      </a:lnTo>
                      <a:lnTo>
                        <a:pt x="94" y="39"/>
                      </a:lnTo>
                      <a:lnTo>
                        <a:pt x="88" y="34"/>
                      </a:lnTo>
                      <a:lnTo>
                        <a:pt x="88" y="26"/>
                      </a:lnTo>
                      <a:lnTo>
                        <a:pt x="81" y="34"/>
                      </a:lnTo>
                      <a:lnTo>
                        <a:pt x="81" y="49"/>
                      </a:lnTo>
                      <a:lnTo>
                        <a:pt x="73" y="49"/>
                      </a:lnTo>
                      <a:lnTo>
                        <a:pt x="62" y="60"/>
                      </a:lnTo>
                      <a:lnTo>
                        <a:pt x="58" y="60"/>
                      </a:lnTo>
                      <a:lnTo>
                        <a:pt x="52" y="67"/>
                      </a:lnTo>
                      <a:lnTo>
                        <a:pt x="30" y="67"/>
                      </a:lnTo>
                      <a:lnTo>
                        <a:pt x="38" y="77"/>
                      </a:lnTo>
                      <a:lnTo>
                        <a:pt x="38" y="93"/>
                      </a:lnTo>
                      <a:lnTo>
                        <a:pt x="30" y="102"/>
                      </a:lnTo>
                      <a:lnTo>
                        <a:pt x="22" y="93"/>
                      </a:lnTo>
                      <a:lnTo>
                        <a:pt x="5" y="93"/>
                      </a:lnTo>
                      <a:lnTo>
                        <a:pt x="5" y="104"/>
                      </a:lnTo>
                      <a:lnTo>
                        <a:pt x="0" y="111"/>
                      </a:lnTo>
                      <a:lnTo>
                        <a:pt x="0" y="126"/>
                      </a:lnTo>
                      <a:lnTo>
                        <a:pt x="10" y="138"/>
                      </a:lnTo>
                      <a:lnTo>
                        <a:pt x="26" y="138"/>
                      </a:lnTo>
                      <a:lnTo>
                        <a:pt x="50" y="109"/>
                      </a:lnTo>
                      <a:lnTo>
                        <a:pt x="72" y="109"/>
                      </a:lnTo>
                      <a:lnTo>
                        <a:pt x="75" y="103"/>
                      </a:lnTo>
                      <a:lnTo>
                        <a:pt x="80" y="109"/>
                      </a:lnTo>
                      <a:lnTo>
                        <a:pt x="79" y="115"/>
                      </a:lnTo>
                      <a:lnTo>
                        <a:pt x="99" y="135"/>
                      </a:lnTo>
                      <a:lnTo>
                        <a:pt x="99" y="143"/>
                      </a:lnTo>
                      <a:lnTo>
                        <a:pt x="104" y="140"/>
                      </a:lnTo>
                      <a:lnTo>
                        <a:pt x="101" y="135"/>
                      </a:lnTo>
                      <a:lnTo>
                        <a:pt x="104" y="132"/>
                      </a:lnTo>
                      <a:lnTo>
                        <a:pt x="107" y="135"/>
                      </a:lnTo>
                      <a:lnTo>
                        <a:pt x="109" y="134"/>
                      </a:lnTo>
                      <a:lnTo>
                        <a:pt x="88" y="108"/>
                      </a:lnTo>
                      <a:lnTo>
                        <a:pt x="88" y="99"/>
                      </a:lnTo>
                      <a:lnTo>
                        <a:pt x="94" y="99"/>
                      </a:lnTo>
                      <a:lnTo>
                        <a:pt x="94" y="104"/>
                      </a:lnTo>
                      <a:lnTo>
                        <a:pt x="114" y="127"/>
                      </a:lnTo>
                      <a:lnTo>
                        <a:pt x="114" y="134"/>
                      </a:lnTo>
                      <a:lnTo>
                        <a:pt x="123" y="144"/>
                      </a:lnTo>
                      <a:lnTo>
                        <a:pt x="121" y="146"/>
                      </a:lnTo>
                      <a:lnTo>
                        <a:pt x="127" y="154"/>
                      </a:lnTo>
                      <a:lnTo>
                        <a:pt x="137" y="143"/>
                      </a:lnTo>
                      <a:lnTo>
                        <a:pt x="131" y="136"/>
                      </a:lnTo>
                      <a:lnTo>
                        <a:pt x="137" y="130"/>
                      </a:lnTo>
                      <a:lnTo>
                        <a:pt x="144" y="130"/>
                      </a:lnTo>
                      <a:lnTo>
                        <a:pt x="148" y="126"/>
                      </a:lnTo>
                      <a:lnTo>
                        <a:pt x="153" y="126"/>
                      </a:lnTo>
                      <a:lnTo>
                        <a:pt x="147" y="117"/>
                      </a:lnTo>
                      <a:lnTo>
                        <a:pt x="150" y="113"/>
                      </a:lnTo>
                      <a:lnTo>
                        <a:pt x="150" y="98"/>
                      </a:lnTo>
                      <a:lnTo>
                        <a:pt x="157" y="90"/>
                      </a:lnTo>
                      <a:lnTo>
                        <a:pt x="160" y="93"/>
                      </a:lnTo>
                      <a:lnTo>
                        <a:pt x="166" y="93"/>
                      </a:lnTo>
                      <a:lnTo>
                        <a:pt x="163" y="97"/>
                      </a:lnTo>
                      <a:lnTo>
                        <a:pt x="169" y="103"/>
                      </a:lnTo>
                      <a:lnTo>
                        <a:pt x="172" y="98"/>
                      </a:lnTo>
                      <a:lnTo>
                        <a:pt x="177" y="98"/>
                      </a:lnTo>
                      <a:lnTo>
                        <a:pt x="177" y="95"/>
                      </a:lnTo>
                      <a:lnTo>
                        <a:pt x="175" y="95"/>
                      </a:lnTo>
                      <a:lnTo>
                        <a:pt x="171" y="93"/>
                      </a:lnTo>
                      <a:lnTo>
                        <a:pt x="180" y="81"/>
                      </a:lnTo>
                      <a:lnTo>
                        <a:pt x="180" y="98"/>
                      </a:lnTo>
                      <a:lnTo>
                        <a:pt x="183" y="98"/>
                      </a:lnTo>
                      <a:lnTo>
                        <a:pt x="183" y="0"/>
                      </a:lnTo>
                      <a:lnTo>
                        <a:pt x="12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2" name="Freeform 20">
                  <a:extLst>
                    <a:ext uri="{FF2B5EF4-FFF2-40B4-BE49-F238E27FC236}">
                      <a16:creationId xmlns:a16="http://schemas.microsoft.com/office/drawing/2014/main" id="{93AA226C-E975-BF55-752C-B70798545F46}"/>
                    </a:ext>
                  </a:extLst>
                </p:cNvPr>
                <p:cNvSpPr>
                  <a:spLocks/>
                </p:cNvSpPr>
                <p:nvPr/>
              </p:nvSpPr>
              <p:spPr bwMode="grayWhite">
                <a:xfrm>
                  <a:off x="4605" y="2991"/>
                  <a:ext cx="782" cy="553"/>
                </a:xfrm>
                <a:custGeom>
                  <a:avLst/>
                  <a:gdLst>
                    <a:gd name="T0" fmla="*/ 22 w 782"/>
                    <a:gd name="T1" fmla="*/ 145 h 553"/>
                    <a:gd name="T2" fmla="*/ 71 w 782"/>
                    <a:gd name="T3" fmla="*/ 96 h 553"/>
                    <a:gd name="T4" fmla="*/ 101 w 782"/>
                    <a:gd name="T5" fmla="*/ 130 h 553"/>
                    <a:gd name="T6" fmla="*/ 84 w 782"/>
                    <a:gd name="T7" fmla="*/ 128 h 553"/>
                    <a:gd name="T8" fmla="*/ 155 w 782"/>
                    <a:gd name="T9" fmla="*/ 123 h 553"/>
                    <a:gd name="T10" fmla="*/ 172 w 782"/>
                    <a:gd name="T11" fmla="*/ 79 h 553"/>
                    <a:gd name="T12" fmla="*/ 172 w 782"/>
                    <a:gd name="T13" fmla="*/ 89 h 553"/>
                    <a:gd name="T14" fmla="*/ 160 w 782"/>
                    <a:gd name="T15" fmla="*/ 123 h 553"/>
                    <a:gd name="T16" fmla="*/ 216 w 782"/>
                    <a:gd name="T17" fmla="*/ 95 h 553"/>
                    <a:gd name="T18" fmla="*/ 330 w 782"/>
                    <a:gd name="T19" fmla="*/ 16 h 553"/>
                    <a:gd name="T20" fmla="*/ 412 w 782"/>
                    <a:gd name="T21" fmla="*/ 20 h 553"/>
                    <a:gd name="T22" fmla="*/ 503 w 782"/>
                    <a:gd name="T23" fmla="*/ 10 h 553"/>
                    <a:gd name="T24" fmla="*/ 602 w 782"/>
                    <a:gd name="T25" fmla="*/ 51 h 553"/>
                    <a:gd name="T26" fmla="*/ 718 w 782"/>
                    <a:gd name="T27" fmla="*/ 65 h 553"/>
                    <a:gd name="T28" fmla="*/ 775 w 782"/>
                    <a:gd name="T29" fmla="*/ 112 h 553"/>
                    <a:gd name="T30" fmla="*/ 731 w 782"/>
                    <a:gd name="T31" fmla="*/ 148 h 553"/>
                    <a:gd name="T32" fmla="*/ 707 w 782"/>
                    <a:gd name="T33" fmla="*/ 194 h 553"/>
                    <a:gd name="T34" fmla="*/ 678 w 782"/>
                    <a:gd name="T35" fmla="*/ 196 h 553"/>
                    <a:gd name="T36" fmla="*/ 687 w 782"/>
                    <a:gd name="T37" fmla="*/ 132 h 553"/>
                    <a:gd name="T38" fmla="*/ 650 w 782"/>
                    <a:gd name="T39" fmla="*/ 166 h 553"/>
                    <a:gd name="T40" fmla="*/ 623 w 782"/>
                    <a:gd name="T41" fmla="*/ 196 h 553"/>
                    <a:gd name="T42" fmla="*/ 632 w 782"/>
                    <a:gd name="T43" fmla="*/ 228 h 553"/>
                    <a:gd name="T44" fmla="*/ 600 w 782"/>
                    <a:gd name="T45" fmla="*/ 276 h 553"/>
                    <a:gd name="T46" fmla="*/ 605 w 782"/>
                    <a:gd name="T47" fmla="*/ 315 h 553"/>
                    <a:gd name="T48" fmla="*/ 602 w 782"/>
                    <a:gd name="T49" fmla="*/ 296 h 553"/>
                    <a:gd name="T50" fmla="*/ 572 w 782"/>
                    <a:gd name="T51" fmla="*/ 299 h 553"/>
                    <a:gd name="T52" fmla="*/ 594 w 782"/>
                    <a:gd name="T53" fmla="*/ 356 h 553"/>
                    <a:gd name="T54" fmla="*/ 539 w 782"/>
                    <a:gd name="T55" fmla="*/ 423 h 553"/>
                    <a:gd name="T56" fmla="*/ 524 w 782"/>
                    <a:gd name="T57" fmla="*/ 442 h 553"/>
                    <a:gd name="T58" fmla="*/ 504 w 782"/>
                    <a:gd name="T59" fmla="*/ 507 h 553"/>
                    <a:gd name="T60" fmla="*/ 477 w 782"/>
                    <a:gd name="T61" fmla="*/ 508 h 553"/>
                    <a:gd name="T62" fmla="*/ 510 w 782"/>
                    <a:gd name="T63" fmla="*/ 552 h 553"/>
                    <a:gd name="T64" fmla="*/ 455 w 782"/>
                    <a:gd name="T65" fmla="*/ 449 h 553"/>
                    <a:gd name="T66" fmla="*/ 391 w 782"/>
                    <a:gd name="T67" fmla="*/ 428 h 553"/>
                    <a:gd name="T68" fmla="*/ 361 w 782"/>
                    <a:gd name="T69" fmla="*/ 495 h 553"/>
                    <a:gd name="T70" fmla="*/ 338 w 782"/>
                    <a:gd name="T71" fmla="*/ 530 h 553"/>
                    <a:gd name="T72" fmla="*/ 298 w 782"/>
                    <a:gd name="T73" fmla="*/ 425 h 553"/>
                    <a:gd name="T74" fmla="*/ 267 w 782"/>
                    <a:gd name="T75" fmla="*/ 436 h 553"/>
                    <a:gd name="T76" fmla="*/ 241 w 782"/>
                    <a:gd name="T77" fmla="*/ 391 h 553"/>
                    <a:gd name="T78" fmla="*/ 160 w 782"/>
                    <a:gd name="T79" fmla="*/ 366 h 553"/>
                    <a:gd name="T80" fmla="*/ 188 w 782"/>
                    <a:gd name="T81" fmla="*/ 414 h 553"/>
                    <a:gd name="T82" fmla="*/ 167 w 782"/>
                    <a:gd name="T83" fmla="*/ 445 h 553"/>
                    <a:gd name="T84" fmla="*/ 136 w 782"/>
                    <a:gd name="T85" fmla="*/ 434 h 553"/>
                    <a:gd name="T86" fmla="*/ 85 w 782"/>
                    <a:gd name="T87" fmla="*/ 355 h 553"/>
                    <a:gd name="T88" fmla="*/ 106 w 782"/>
                    <a:gd name="T89" fmla="*/ 310 h 553"/>
                    <a:gd name="T90" fmla="*/ 119 w 782"/>
                    <a:gd name="T91" fmla="*/ 276 h 553"/>
                    <a:gd name="T92" fmla="*/ 106 w 782"/>
                    <a:gd name="T93" fmla="*/ 162 h 553"/>
                    <a:gd name="T94" fmla="*/ 61 w 782"/>
                    <a:gd name="T95" fmla="*/ 138 h 553"/>
                    <a:gd name="T96" fmla="*/ 39 w 782"/>
                    <a:gd name="T97" fmla="*/ 150 h 553"/>
                    <a:gd name="T98" fmla="*/ 0 w 782"/>
                    <a:gd name="T99" fmla="*/ 162 h 55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782" h="553">
                      <a:moveTo>
                        <a:pt x="0" y="162"/>
                      </a:moveTo>
                      <a:lnTo>
                        <a:pt x="22" y="145"/>
                      </a:lnTo>
                      <a:lnTo>
                        <a:pt x="44" y="112"/>
                      </a:lnTo>
                      <a:lnTo>
                        <a:pt x="71" y="96"/>
                      </a:lnTo>
                      <a:lnTo>
                        <a:pt x="98" y="115"/>
                      </a:lnTo>
                      <a:lnTo>
                        <a:pt x="101" y="130"/>
                      </a:lnTo>
                      <a:lnTo>
                        <a:pt x="95" y="130"/>
                      </a:lnTo>
                      <a:lnTo>
                        <a:pt x="84" y="128"/>
                      </a:lnTo>
                      <a:lnTo>
                        <a:pt x="98" y="145"/>
                      </a:lnTo>
                      <a:lnTo>
                        <a:pt x="155" y="123"/>
                      </a:lnTo>
                      <a:lnTo>
                        <a:pt x="147" y="107"/>
                      </a:lnTo>
                      <a:lnTo>
                        <a:pt x="172" y="79"/>
                      </a:lnTo>
                      <a:lnTo>
                        <a:pt x="188" y="79"/>
                      </a:lnTo>
                      <a:lnTo>
                        <a:pt x="172" y="89"/>
                      </a:lnTo>
                      <a:lnTo>
                        <a:pt x="160" y="109"/>
                      </a:lnTo>
                      <a:lnTo>
                        <a:pt x="160" y="123"/>
                      </a:lnTo>
                      <a:lnTo>
                        <a:pt x="183" y="138"/>
                      </a:lnTo>
                      <a:lnTo>
                        <a:pt x="216" y="95"/>
                      </a:lnTo>
                      <a:lnTo>
                        <a:pt x="330" y="45"/>
                      </a:lnTo>
                      <a:lnTo>
                        <a:pt x="330" y="16"/>
                      </a:lnTo>
                      <a:lnTo>
                        <a:pt x="382" y="5"/>
                      </a:lnTo>
                      <a:lnTo>
                        <a:pt x="412" y="20"/>
                      </a:lnTo>
                      <a:lnTo>
                        <a:pt x="481" y="0"/>
                      </a:lnTo>
                      <a:lnTo>
                        <a:pt x="503" y="10"/>
                      </a:lnTo>
                      <a:lnTo>
                        <a:pt x="549" y="61"/>
                      </a:lnTo>
                      <a:lnTo>
                        <a:pt x="602" y="51"/>
                      </a:lnTo>
                      <a:lnTo>
                        <a:pt x="635" y="69"/>
                      </a:lnTo>
                      <a:lnTo>
                        <a:pt x="718" y="65"/>
                      </a:lnTo>
                      <a:lnTo>
                        <a:pt x="781" y="84"/>
                      </a:lnTo>
                      <a:lnTo>
                        <a:pt x="775" y="112"/>
                      </a:lnTo>
                      <a:lnTo>
                        <a:pt x="722" y="130"/>
                      </a:lnTo>
                      <a:lnTo>
                        <a:pt x="731" y="148"/>
                      </a:lnTo>
                      <a:lnTo>
                        <a:pt x="708" y="158"/>
                      </a:lnTo>
                      <a:lnTo>
                        <a:pt x="707" y="194"/>
                      </a:lnTo>
                      <a:lnTo>
                        <a:pt x="686" y="218"/>
                      </a:lnTo>
                      <a:lnTo>
                        <a:pt x="678" y="196"/>
                      </a:lnTo>
                      <a:lnTo>
                        <a:pt x="689" y="175"/>
                      </a:lnTo>
                      <a:lnTo>
                        <a:pt x="687" y="132"/>
                      </a:lnTo>
                      <a:lnTo>
                        <a:pt x="666" y="154"/>
                      </a:lnTo>
                      <a:lnTo>
                        <a:pt x="650" y="166"/>
                      </a:lnTo>
                      <a:lnTo>
                        <a:pt x="634" y="147"/>
                      </a:lnTo>
                      <a:lnTo>
                        <a:pt x="623" y="196"/>
                      </a:lnTo>
                      <a:lnTo>
                        <a:pt x="635" y="196"/>
                      </a:lnTo>
                      <a:lnTo>
                        <a:pt x="632" y="228"/>
                      </a:lnTo>
                      <a:lnTo>
                        <a:pt x="618" y="263"/>
                      </a:lnTo>
                      <a:lnTo>
                        <a:pt x="600" y="276"/>
                      </a:lnTo>
                      <a:lnTo>
                        <a:pt x="615" y="299"/>
                      </a:lnTo>
                      <a:lnTo>
                        <a:pt x="605" y="315"/>
                      </a:lnTo>
                      <a:lnTo>
                        <a:pt x="602" y="301"/>
                      </a:lnTo>
                      <a:lnTo>
                        <a:pt x="602" y="296"/>
                      </a:lnTo>
                      <a:lnTo>
                        <a:pt x="590" y="288"/>
                      </a:lnTo>
                      <a:lnTo>
                        <a:pt x="572" y="299"/>
                      </a:lnTo>
                      <a:lnTo>
                        <a:pt x="588" y="337"/>
                      </a:lnTo>
                      <a:lnTo>
                        <a:pt x="594" y="356"/>
                      </a:lnTo>
                      <a:lnTo>
                        <a:pt x="574" y="408"/>
                      </a:lnTo>
                      <a:lnTo>
                        <a:pt x="539" y="423"/>
                      </a:lnTo>
                      <a:lnTo>
                        <a:pt x="509" y="420"/>
                      </a:lnTo>
                      <a:lnTo>
                        <a:pt x="524" y="442"/>
                      </a:lnTo>
                      <a:lnTo>
                        <a:pt x="525" y="472"/>
                      </a:lnTo>
                      <a:lnTo>
                        <a:pt x="504" y="507"/>
                      </a:lnTo>
                      <a:lnTo>
                        <a:pt x="480" y="488"/>
                      </a:lnTo>
                      <a:lnTo>
                        <a:pt x="477" y="508"/>
                      </a:lnTo>
                      <a:lnTo>
                        <a:pt x="495" y="526"/>
                      </a:lnTo>
                      <a:lnTo>
                        <a:pt x="510" y="552"/>
                      </a:lnTo>
                      <a:lnTo>
                        <a:pt x="485" y="536"/>
                      </a:lnTo>
                      <a:lnTo>
                        <a:pt x="455" y="449"/>
                      </a:lnTo>
                      <a:lnTo>
                        <a:pt x="418" y="426"/>
                      </a:lnTo>
                      <a:lnTo>
                        <a:pt x="391" y="428"/>
                      </a:lnTo>
                      <a:lnTo>
                        <a:pt x="356" y="477"/>
                      </a:lnTo>
                      <a:lnTo>
                        <a:pt x="361" y="495"/>
                      </a:lnTo>
                      <a:lnTo>
                        <a:pt x="349" y="530"/>
                      </a:lnTo>
                      <a:lnTo>
                        <a:pt x="338" y="530"/>
                      </a:lnTo>
                      <a:lnTo>
                        <a:pt x="298" y="457"/>
                      </a:lnTo>
                      <a:lnTo>
                        <a:pt x="298" y="425"/>
                      </a:lnTo>
                      <a:lnTo>
                        <a:pt x="290" y="437"/>
                      </a:lnTo>
                      <a:lnTo>
                        <a:pt x="267" y="436"/>
                      </a:lnTo>
                      <a:lnTo>
                        <a:pt x="276" y="416"/>
                      </a:lnTo>
                      <a:lnTo>
                        <a:pt x="241" y="391"/>
                      </a:lnTo>
                      <a:lnTo>
                        <a:pt x="197" y="391"/>
                      </a:lnTo>
                      <a:lnTo>
                        <a:pt x="160" y="366"/>
                      </a:lnTo>
                      <a:lnTo>
                        <a:pt x="157" y="391"/>
                      </a:lnTo>
                      <a:lnTo>
                        <a:pt x="188" y="414"/>
                      </a:lnTo>
                      <a:lnTo>
                        <a:pt x="199" y="414"/>
                      </a:lnTo>
                      <a:lnTo>
                        <a:pt x="167" y="445"/>
                      </a:lnTo>
                      <a:lnTo>
                        <a:pt x="136" y="452"/>
                      </a:lnTo>
                      <a:lnTo>
                        <a:pt x="136" y="434"/>
                      </a:lnTo>
                      <a:lnTo>
                        <a:pt x="91" y="372"/>
                      </a:lnTo>
                      <a:lnTo>
                        <a:pt x="85" y="355"/>
                      </a:lnTo>
                      <a:lnTo>
                        <a:pt x="109" y="335"/>
                      </a:lnTo>
                      <a:lnTo>
                        <a:pt x="106" y="310"/>
                      </a:lnTo>
                      <a:lnTo>
                        <a:pt x="106" y="282"/>
                      </a:lnTo>
                      <a:lnTo>
                        <a:pt x="119" y="276"/>
                      </a:lnTo>
                      <a:lnTo>
                        <a:pt x="106" y="263"/>
                      </a:lnTo>
                      <a:lnTo>
                        <a:pt x="106" y="162"/>
                      </a:lnTo>
                      <a:lnTo>
                        <a:pt x="43" y="162"/>
                      </a:lnTo>
                      <a:lnTo>
                        <a:pt x="61" y="138"/>
                      </a:lnTo>
                      <a:lnTo>
                        <a:pt x="60" y="130"/>
                      </a:lnTo>
                      <a:lnTo>
                        <a:pt x="39" y="150"/>
                      </a:lnTo>
                      <a:lnTo>
                        <a:pt x="32" y="162"/>
                      </a:lnTo>
                      <a:lnTo>
                        <a:pt x="0" y="162"/>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3" name="Freeform 21">
                  <a:extLst>
                    <a:ext uri="{FF2B5EF4-FFF2-40B4-BE49-F238E27FC236}">
                      <a16:creationId xmlns:a16="http://schemas.microsoft.com/office/drawing/2014/main" id="{C9AF8440-0786-C51A-E967-FF157129A359}"/>
                    </a:ext>
                  </a:extLst>
                </p:cNvPr>
                <p:cNvSpPr>
                  <a:spLocks/>
                </p:cNvSpPr>
                <p:nvPr/>
              </p:nvSpPr>
              <p:spPr bwMode="grayWhite">
                <a:xfrm>
                  <a:off x="5221" y="3217"/>
                  <a:ext cx="68" cy="113"/>
                </a:xfrm>
                <a:custGeom>
                  <a:avLst/>
                  <a:gdLst>
                    <a:gd name="T0" fmla="*/ 45 w 68"/>
                    <a:gd name="T1" fmla="*/ 0 h 113"/>
                    <a:gd name="T2" fmla="*/ 45 w 68"/>
                    <a:gd name="T3" fmla="*/ 14 h 113"/>
                    <a:gd name="T4" fmla="*/ 39 w 68"/>
                    <a:gd name="T5" fmla="*/ 23 h 113"/>
                    <a:gd name="T6" fmla="*/ 41 w 68"/>
                    <a:gd name="T7" fmla="*/ 38 h 113"/>
                    <a:gd name="T8" fmla="*/ 33 w 68"/>
                    <a:gd name="T9" fmla="*/ 58 h 113"/>
                    <a:gd name="T10" fmla="*/ 22 w 68"/>
                    <a:gd name="T11" fmla="*/ 77 h 113"/>
                    <a:gd name="T12" fmla="*/ 5 w 68"/>
                    <a:gd name="T13" fmla="*/ 89 h 113"/>
                    <a:gd name="T14" fmla="*/ 0 w 68"/>
                    <a:gd name="T15" fmla="*/ 110 h 113"/>
                    <a:gd name="T16" fmla="*/ 7 w 68"/>
                    <a:gd name="T17" fmla="*/ 112 h 113"/>
                    <a:gd name="T18" fmla="*/ 7 w 68"/>
                    <a:gd name="T19" fmla="*/ 92 h 113"/>
                    <a:gd name="T20" fmla="*/ 31 w 68"/>
                    <a:gd name="T21" fmla="*/ 91 h 113"/>
                    <a:gd name="T22" fmla="*/ 49 w 68"/>
                    <a:gd name="T23" fmla="*/ 78 h 113"/>
                    <a:gd name="T24" fmla="*/ 49 w 68"/>
                    <a:gd name="T25" fmla="*/ 51 h 113"/>
                    <a:gd name="T26" fmla="*/ 55 w 68"/>
                    <a:gd name="T27" fmla="*/ 41 h 113"/>
                    <a:gd name="T28" fmla="*/ 46 w 68"/>
                    <a:gd name="T29" fmla="*/ 24 h 113"/>
                    <a:gd name="T30" fmla="*/ 59 w 68"/>
                    <a:gd name="T31" fmla="*/ 19 h 113"/>
                    <a:gd name="T32" fmla="*/ 67 w 68"/>
                    <a:gd name="T33" fmla="*/ 5 h 113"/>
                    <a:gd name="T34" fmla="*/ 49 w 68"/>
                    <a:gd name="T35" fmla="*/ 7 h 113"/>
                    <a:gd name="T36" fmla="*/ 45 w 68"/>
                    <a:gd name="T37" fmla="*/ 0 h 11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8" h="113">
                      <a:moveTo>
                        <a:pt x="45" y="0"/>
                      </a:moveTo>
                      <a:lnTo>
                        <a:pt x="45" y="14"/>
                      </a:lnTo>
                      <a:lnTo>
                        <a:pt x="39" y="23"/>
                      </a:lnTo>
                      <a:lnTo>
                        <a:pt x="41" y="38"/>
                      </a:lnTo>
                      <a:lnTo>
                        <a:pt x="33" y="58"/>
                      </a:lnTo>
                      <a:lnTo>
                        <a:pt x="22" y="77"/>
                      </a:lnTo>
                      <a:lnTo>
                        <a:pt x="5" y="89"/>
                      </a:lnTo>
                      <a:lnTo>
                        <a:pt x="0" y="110"/>
                      </a:lnTo>
                      <a:lnTo>
                        <a:pt x="7" y="112"/>
                      </a:lnTo>
                      <a:lnTo>
                        <a:pt x="7" y="92"/>
                      </a:lnTo>
                      <a:lnTo>
                        <a:pt x="31" y="91"/>
                      </a:lnTo>
                      <a:lnTo>
                        <a:pt x="49" y="78"/>
                      </a:lnTo>
                      <a:lnTo>
                        <a:pt x="49" y="51"/>
                      </a:lnTo>
                      <a:lnTo>
                        <a:pt x="55" y="41"/>
                      </a:lnTo>
                      <a:lnTo>
                        <a:pt x="46" y="24"/>
                      </a:lnTo>
                      <a:lnTo>
                        <a:pt x="59" y="19"/>
                      </a:lnTo>
                      <a:lnTo>
                        <a:pt x="67" y="5"/>
                      </a:lnTo>
                      <a:lnTo>
                        <a:pt x="49" y="7"/>
                      </a:lnTo>
                      <a:lnTo>
                        <a:pt x="45"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4" name="Freeform 22">
                  <a:extLst>
                    <a:ext uri="{FF2B5EF4-FFF2-40B4-BE49-F238E27FC236}">
                      <a16:creationId xmlns:a16="http://schemas.microsoft.com/office/drawing/2014/main" id="{E06C6573-E58F-39DE-36D2-A761FA7FA0B8}"/>
                    </a:ext>
                  </a:extLst>
                </p:cNvPr>
                <p:cNvSpPr>
                  <a:spLocks/>
                </p:cNvSpPr>
                <p:nvPr/>
              </p:nvSpPr>
              <p:spPr bwMode="grayWhite">
                <a:xfrm>
                  <a:off x="4967" y="3518"/>
                  <a:ext cx="17" cy="26"/>
                </a:xfrm>
                <a:custGeom>
                  <a:avLst/>
                  <a:gdLst>
                    <a:gd name="T0" fmla="*/ 8 w 17"/>
                    <a:gd name="T1" fmla="*/ 0 h 26"/>
                    <a:gd name="T2" fmla="*/ 0 w 17"/>
                    <a:gd name="T3" fmla="*/ 11 h 26"/>
                    <a:gd name="T4" fmla="*/ 5 w 17"/>
                    <a:gd name="T5" fmla="*/ 25 h 26"/>
                    <a:gd name="T6" fmla="*/ 16 w 17"/>
                    <a:gd name="T7" fmla="*/ 15 h 26"/>
                    <a:gd name="T8" fmla="*/ 8 w 17"/>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26">
                      <a:moveTo>
                        <a:pt x="8" y="0"/>
                      </a:moveTo>
                      <a:lnTo>
                        <a:pt x="0" y="11"/>
                      </a:lnTo>
                      <a:lnTo>
                        <a:pt x="5" y="25"/>
                      </a:lnTo>
                      <a:lnTo>
                        <a:pt x="16" y="15"/>
                      </a:lnTo>
                      <a:lnTo>
                        <a:pt x="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 name="Freeform 23">
                  <a:extLst>
                    <a:ext uri="{FF2B5EF4-FFF2-40B4-BE49-F238E27FC236}">
                      <a16:creationId xmlns:a16="http://schemas.microsoft.com/office/drawing/2014/main" id="{95DA9674-B9C0-214D-AE91-6BAC5D602323}"/>
                    </a:ext>
                  </a:extLst>
                </p:cNvPr>
                <p:cNvSpPr>
                  <a:spLocks/>
                </p:cNvSpPr>
                <p:nvPr/>
              </p:nvSpPr>
              <p:spPr bwMode="grayWhite">
                <a:xfrm>
                  <a:off x="5069" y="3545"/>
                  <a:ext cx="158" cy="68"/>
                </a:xfrm>
                <a:custGeom>
                  <a:avLst/>
                  <a:gdLst>
                    <a:gd name="T0" fmla="*/ 0 w 158"/>
                    <a:gd name="T1" fmla="*/ 0 h 68"/>
                    <a:gd name="T2" fmla="*/ 23 w 158"/>
                    <a:gd name="T3" fmla="*/ 5 h 68"/>
                    <a:gd name="T4" fmla="*/ 58 w 158"/>
                    <a:gd name="T5" fmla="*/ 29 h 68"/>
                    <a:gd name="T6" fmla="*/ 53 w 158"/>
                    <a:gd name="T7" fmla="*/ 43 h 68"/>
                    <a:gd name="T8" fmla="*/ 82 w 158"/>
                    <a:gd name="T9" fmla="*/ 55 h 68"/>
                    <a:gd name="T10" fmla="*/ 157 w 158"/>
                    <a:gd name="T11" fmla="*/ 55 h 68"/>
                    <a:gd name="T12" fmla="*/ 75 w 158"/>
                    <a:gd name="T13" fmla="*/ 67 h 68"/>
                    <a:gd name="T14" fmla="*/ 53 w 158"/>
                    <a:gd name="T15" fmla="*/ 43 h 68"/>
                    <a:gd name="T16" fmla="*/ 32 w 158"/>
                    <a:gd name="T17" fmla="*/ 38 h 68"/>
                    <a:gd name="T18" fmla="*/ 0 w 158"/>
                    <a:gd name="T19" fmla="*/ 0 h 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8" h="68">
                      <a:moveTo>
                        <a:pt x="0" y="0"/>
                      </a:moveTo>
                      <a:lnTo>
                        <a:pt x="23" y="5"/>
                      </a:lnTo>
                      <a:lnTo>
                        <a:pt x="58" y="29"/>
                      </a:lnTo>
                      <a:lnTo>
                        <a:pt x="53" y="43"/>
                      </a:lnTo>
                      <a:lnTo>
                        <a:pt x="82" y="55"/>
                      </a:lnTo>
                      <a:lnTo>
                        <a:pt x="157" y="55"/>
                      </a:lnTo>
                      <a:lnTo>
                        <a:pt x="75" y="67"/>
                      </a:lnTo>
                      <a:lnTo>
                        <a:pt x="53" y="43"/>
                      </a:lnTo>
                      <a:lnTo>
                        <a:pt x="32" y="38"/>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Freeform 24">
                  <a:extLst>
                    <a:ext uri="{FF2B5EF4-FFF2-40B4-BE49-F238E27FC236}">
                      <a16:creationId xmlns:a16="http://schemas.microsoft.com/office/drawing/2014/main" id="{DA3F022D-12C0-AF02-7804-13CE2F1885A2}"/>
                    </a:ext>
                  </a:extLst>
                </p:cNvPr>
                <p:cNvSpPr>
                  <a:spLocks/>
                </p:cNvSpPr>
                <p:nvPr/>
              </p:nvSpPr>
              <p:spPr bwMode="grayWhite">
                <a:xfrm>
                  <a:off x="5195" y="3601"/>
                  <a:ext cx="169" cy="159"/>
                </a:xfrm>
                <a:custGeom>
                  <a:avLst/>
                  <a:gdLst>
                    <a:gd name="T0" fmla="*/ 135 w 169"/>
                    <a:gd name="T1" fmla="*/ 155 h 159"/>
                    <a:gd name="T2" fmla="*/ 127 w 169"/>
                    <a:gd name="T3" fmla="*/ 152 h 159"/>
                    <a:gd name="T4" fmla="*/ 110 w 169"/>
                    <a:gd name="T5" fmla="*/ 134 h 159"/>
                    <a:gd name="T6" fmla="*/ 92 w 169"/>
                    <a:gd name="T7" fmla="*/ 130 h 159"/>
                    <a:gd name="T8" fmla="*/ 88 w 169"/>
                    <a:gd name="T9" fmla="*/ 119 h 159"/>
                    <a:gd name="T10" fmla="*/ 78 w 169"/>
                    <a:gd name="T11" fmla="*/ 111 h 159"/>
                    <a:gd name="T12" fmla="*/ 62 w 169"/>
                    <a:gd name="T13" fmla="*/ 111 h 159"/>
                    <a:gd name="T14" fmla="*/ 44 w 169"/>
                    <a:gd name="T15" fmla="*/ 118 h 159"/>
                    <a:gd name="T16" fmla="*/ 28 w 169"/>
                    <a:gd name="T17" fmla="*/ 121 h 159"/>
                    <a:gd name="T18" fmla="*/ 10 w 169"/>
                    <a:gd name="T19" fmla="*/ 121 h 159"/>
                    <a:gd name="T20" fmla="*/ 10 w 169"/>
                    <a:gd name="T21" fmla="*/ 109 h 159"/>
                    <a:gd name="T22" fmla="*/ 3 w 169"/>
                    <a:gd name="T23" fmla="*/ 91 h 159"/>
                    <a:gd name="T24" fmla="*/ 2 w 169"/>
                    <a:gd name="T25" fmla="*/ 81 h 159"/>
                    <a:gd name="T26" fmla="*/ 2 w 169"/>
                    <a:gd name="T27" fmla="*/ 56 h 159"/>
                    <a:gd name="T28" fmla="*/ 31 w 169"/>
                    <a:gd name="T29" fmla="*/ 43 h 159"/>
                    <a:gd name="T30" fmla="*/ 34 w 169"/>
                    <a:gd name="T31" fmla="*/ 29 h 159"/>
                    <a:gd name="T32" fmla="*/ 40 w 169"/>
                    <a:gd name="T33" fmla="*/ 30 h 159"/>
                    <a:gd name="T34" fmla="*/ 55 w 169"/>
                    <a:gd name="T35" fmla="*/ 15 h 159"/>
                    <a:gd name="T36" fmla="*/ 70 w 169"/>
                    <a:gd name="T37" fmla="*/ 17 h 159"/>
                    <a:gd name="T38" fmla="*/ 80 w 169"/>
                    <a:gd name="T39" fmla="*/ 7 h 159"/>
                    <a:gd name="T40" fmla="*/ 89 w 169"/>
                    <a:gd name="T41" fmla="*/ 5 h 159"/>
                    <a:gd name="T42" fmla="*/ 103 w 169"/>
                    <a:gd name="T43" fmla="*/ 24 h 159"/>
                    <a:gd name="T44" fmla="*/ 116 w 169"/>
                    <a:gd name="T45" fmla="*/ 30 h 159"/>
                    <a:gd name="T46" fmla="*/ 117 w 169"/>
                    <a:gd name="T47" fmla="*/ 11 h 159"/>
                    <a:gd name="T48" fmla="*/ 122 w 169"/>
                    <a:gd name="T49" fmla="*/ 0 h 159"/>
                    <a:gd name="T50" fmla="*/ 132 w 169"/>
                    <a:gd name="T51" fmla="*/ 15 h 159"/>
                    <a:gd name="T52" fmla="*/ 140 w 169"/>
                    <a:gd name="T53" fmla="*/ 43 h 159"/>
                    <a:gd name="T54" fmla="*/ 156 w 169"/>
                    <a:gd name="T55" fmla="*/ 59 h 159"/>
                    <a:gd name="T56" fmla="*/ 165 w 169"/>
                    <a:gd name="T57" fmla="*/ 72 h 159"/>
                    <a:gd name="T58" fmla="*/ 168 w 169"/>
                    <a:gd name="T59" fmla="*/ 95 h 159"/>
                    <a:gd name="T60" fmla="*/ 157 w 169"/>
                    <a:gd name="T61" fmla="*/ 121 h 159"/>
                    <a:gd name="T62" fmla="*/ 155 w 169"/>
                    <a:gd name="T63" fmla="*/ 145 h 159"/>
                    <a:gd name="T64" fmla="*/ 140 w 169"/>
                    <a:gd name="T65" fmla="*/ 154 h 15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69" h="159">
                      <a:moveTo>
                        <a:pt x="140" y="154"/>
                      </a:moveTo>
                      <a:lnTo>
                        <a:pt x="135" y="155"/>
                      </a:lnTo>
                      <a:lnTo>
                        <a:pt x="132" y="158"/>
                      </a:lnTo>
                      <a:lnTo>
                        <a:pt x="127" y="152"/>
                      </a:lnTo>
                      <a:lnTo>
                        <a:pt x="112" y="145"/>
                      </a:lnTo>
                      <a:lnTo>
                        <a:pt x="110" y="134"/>
                      </a:lnTo>
                      <a:lnTo>
                        <a:pt x="105" y="130"/>
                      </a:lnTo>
                      <a:lnTo>
                        <a:pt x="92" y="130"/>
                      </a:lnTo>
                      <a:lnTo>
                        <a:pt x="92" y="122"/>
                      </a:lnTo>
                      <a:lnTo>
                        <a:pt x="88" y="119"/>
                      </a:lnTo>
                      <a:lnTo>
                        <a:pt x="87" y="112"/>
                      </a:lnTo>
                      <a:lnTo>
                        <a:pt x="78" y="111"/>
                      </a:lnTo>
                      <a:lnTo>
                        <a:pt x="70" y="109"/>
                      </a:lnTo>
                      <a:lnTo>
                        <a:pt x="62" y="111"/>
                      </a:lnTo>
                      <a:lnTo>
                        <a:pt x="62" y="112"/>
                      </a:lnTo>
                      <a:lnTo>
                        <a:pt x="44" y="118"/>
                      </a:lnTo>
                      <a:lnTo>
                        <a:pt x="44" y="121"/>
                      </a:lnTo>
                      <a:lnTo>
                        <a:pt x="28" y="121"/>
                      </a:lnTo>
                      <a:lnTo>
                        <a:pt x="20" y="126"/>
                      </a:lnTo>
                      <a:lnTo>
                        <a:pt x="10" y="121"/>
                      </a:lnTo>
                      <a:lnTo>
                        <a:pt x="10" y="119"/>
                      </a:lnTo>
                      <a:lnTo>
                        <a:pt x="10" y="109"/>
                      </a:lnTo>
                      <a:lnTo>
                        <a:pt x="7" y="99"/>
                      </a:lnTo>
                      <a:lnTo>
                        <a:pt x="3" y="91"/>
                      </a:lnTo>
                      <a:lnTo>
                        <a:pt x="5" y="84"/>
                      </a:lnTo>
                      <a:lnTo>
                        <a:pt x="2" y="81"/>
                      </a:lnTo>
                      <a:lnTo>
                        <a:pt x="0" y="66"/>
                      </a:lnTo>
                      <a:lnTo>
                        <a:pt x="2" y="56"/>
                      </a:lnTo>
                      <a:lnTo>
                        <a:pt x="11" y="48"/>
                      </a:lnTo>
                      <a:lnTo>
                        <a:pt x="31" y="43"/>
                      </a:lnTo>
                      <a:lnTo>
                        <a:pt x="36" y="36"/>
                      </a:lnTo>
                      <a:lnTo>
                        <a:pt x="34" y="29"/>
                      </a:lnTo>
                      <a:lnTo>
                        <a:pt x="39" y="27"/>
                      </a:lnTo>
                      <a:lnTo>
                        <a:pt x="40" y="30"/>
                      </a:lnTo>
                      <a:lnTo>
                        <a:pt x="42" y="25"/>
                      </a:lnTo>
                      <a:lnTo>
                        <a:pt x="55" y="15"/>
                      </a:lnTo>
                      <a:lnTo>
                        <a:pt x="62" y="20"/>
                      </a:lnTo>
                      <a:lnTo>
                        <a:pt x="70" y="17"/>
                      </a:lnTo>
                      <a:lnTo>
                        <a:pt x="72" y="9"/>
                      </a:lnTo>
                      <a:lnTo>
                        <a:pt x="80" y="7"/>
                      </a:lnTo>
                      <a:lnTo>
                        <a:pt x="78" y="1"/>
                      </a:lnTo>
                      <a:lnTo>
                        <a:pt x="89" y="5"/>
                      </a:lnTo>
                      <a:lnTo>
                        <a:pt x="98" y="3"/>
                      </a:lnTo>
                      <a:lnTo>
                        <a:pt x="103" y="24"/>
                      </a:lnTo>
                      <a:lnTo>
                        <a:pt x="110" y="30"/>
                      </a:lnTo>
                      <a:lnTo>
                        <a:pt x="116" y="30"/>
                      </a:lnTo>
                      <a:lnTo>
                        <a:pt x="119" y="17"/>
                      </a:lnTo>
                      <a:lnTo>
                        <a:pt x="117" y="11"/>
                      </a:lnTo>
                      <a:lnTo>
                        <a:pt x="119" y="1"/>
                      </a:lnTo>
                      <a:lnTo>
                        <a:pt x="122" y="0"/>
                      </a:lnTo>
                      <a:lnTo>
                        <a:pt x="127" y="12"/>
                      </a:lnTo>
                      <a:lnTo>
                        <a:pt x="132" y="15"/>
                      </a:lnTo>
                      <a:lnTo>
                        <a:pt x="135" y="27"/>
                      </a:lnTo>
                      <a:lnTo>
                        <a:pt x="140" y="43"/>
                      </a:lnTo>
                      <a:lnTo>
                        <a:pt x="147" y="47"/>
                      </a:lnTo>
                      <a:lnTo>
                        <a:pt x="156" y="59"/>
                      </a:lnTo>
                      <a:lnTo>
                        <a:pt x="157" y="65"/>
                      </a:lnTo>
                      <a:lnTo>
                        <a:pt x="165" y="72"/>
                      </a:lnTo>
                      <a:lnTo>
                        <a:pt x="168" y="85"/>
                      </a:lnTo>
                      <a:lnTo>
                        <a:pt x="168" y="95"/>
                      </a:lnTo>
                      <a:lnTo>
                        <a:pt x="165" y="111"/>
                      </a:lnTo>
                      <a:lnTo>
                        <a:pt x="157" y="121"/>
                      </a:lnTo>
                      <a:lnTo>
                        <a:pt x="155" y="134"/>
                      </a:lnTo>
                      <a:lnTo>
                        <a:pt x="155" y="145"/>
                      </a:lnTo>
                      <a:lnTo>
                        <a:pt x="147" y="147"/>
                      </a:lnTo>
                      <a:lnTo>
                        <a:pt x="140" y="154"/>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7" name="Freeform 25">
                  <a:extLst>
                    <a:ext uri="{FF2B5EF4-FFF2-40B4-BE49-F238E27FC236}">
                      <a16:creationId xmlns:a16="http://schemas.microsoft.com/office/drawing/2014/main" id="{34174161-81C9-A99D-5F1E-01973D090F38}"/>
                    </a:ext>
                  </a:extLst>
                </p:cNvPr>
                <p:cNvSpPr>
                  <a:spLocks/>
                </p:cNvSpPr>
                <p:nvPr/>
              </p:nvSpPr>
              <p:spPr bwMode="grayWhite">
                <a:xfrm>
                  <a:off x="5330" y="3768"/>
                  <a:ext cx="17" cy="20"/>
                </a:xfrm>
                <a:custGeom>
                  <a:avLst/>
                  <a:gdLst>
                    <a:gd name="T0" fmla="*/ 8 w 17"/>
                    <a:gd name="T1" fmla="*/ 16 h 20"/>
                    <a:gd name="T2" fmla="*/ 2 w 17"/>
                    <a:gd name="T3" fmla="*/ 13 h 20"/>
                    <a:gd name="T4" fmla="*/ 2 w 17"/>
                    <a:gd name="T5" fmla="*/ 10 h 20"/>
                    <a:gd name="T6" fmla="*/ 2 w 17"/>
                    <a:gd name="T7" fmla="*/ 8 h 20"/>
                    <a:gd name="T8" fmla="*/ 1 w 17"/>
                    <a:gd name="T9" fmla="*/ 5 h 20"/>
                    <a:gd name="T10" fmla="*/ 0 w 17"/>
                    <a:gd name="T11" fmla="*/ 0 h 20"/>
                    <a:gd name="T12" fmla="*/ 2 w 17"/>
                    <a:gd name="T13" fmla="*/ 0 h 20"/>
                    <a:gd name="T14" fmla="*/ 8 w 17"/>
                    <a:gd name="T15" fmla="*/ 2 h 20"/>
                    <a:gd name="T16" fmla="*/ 11 w 17"/>
                    <a:gd name="T17" fmla="*/ 2 h 20"/>
                    <a:gd name="T18" fmla="*/ 12 w 17"/>
                    <a:gd name="T19" fmla="*/ 2 h 20"/>
                    <a:gd name="T20" fmla="*/ 16 w 17"/>
                    <a:gd name="T21" fmla="*/ 0 h 20"/>
                    <a:gd name="T22" fmla="*/ 16 w 17"/>
                    <a:gd name="T23" fmla="*/ 8 h 20"/>
                    <a:gd name="T24" fmla="*/ 14 w 17"/>
                    <a:gd name="T25" fmla="*/ 10 h 20"/>
                    <a:gd name="T26" fmla="*/ 12 w 17"/>
                    <a:gd name="T27" fmla="*/ 13 h 20"/>
                    <a:gd name="T28" fmla="*/ 12 w 17"/>
                    <a:gd name="T29" fmla="*/ 16 h 20"/>
                    <a:gd name="T30" fmla="*/ 11 w 17"/>
                    <a:gd name="T31" fmla="*/ 16 h 20"/>
                    <a:gd name="T32" fmla="*/ 11 w 17"/>
                    <a:gd name="T33" fmla="*/ 19 h 20"/>
                    <a:gd name="T34" fmla="*/ 8 w 17"/>
                    <a:gd name="T35" fmla="*/ 16 h 2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7" h="20">
                      <a:moveTo>
                        <a:pt x="8" y="16"/>
                      </a:moveTo>
                      <a:lnTo>
                        <a:pt x="2" y="13"/>
                      </a:lnTo>
                      <a:lnTo>
                        <a:pt x="2" y="10"/>
                      </a:lnTo>
                      <a:lnTo>
                        <a:pt x="2" y="8"/>
                      </a:lnTo>
                      <a:lnTo>
                        <a:pt x="1" y="5"/>
                      </a:lnTo>
                      <a:lnTo>
                        <a:pt x="0" y="0"/>
                      </a:lnTo>
                      <a:lnTo>
                        <a:pt x="2" y="0"/>
                      </a:lnTo>
                      <a:lnTo>
                        <a:pt x="8" y="2"/>
                      </a:lnTo>
                      <a:lnTo>
                        <a:pt x="11" y="2"/>
                      </a:lnTo>
                      <a:lnTo>
                        <a:pt x="12" y="2"/>
                      </a:lnTo>
                      <a:lnTo>
                        <a:pt x="16" y="0"/>
                      </a:lnTo>
                      <a:lnTo>
                        <a:pt x="16" y="8"/>
                      </a:lnTo>
                      <a:lnTo>
                        <a:pt x="14" y="10"/>
                      </a:lnTo>
                      <a:lnTo>
                        <a:pt x="12" y="13"/>
                      </a:lnTo>
                      <a:lnTo>
                        <a:pt x="12" y="16"/>
                      </a:lnTo>
                      <a:lnTo>
                        <a:pt x="11" y="16"/>
                      </a:lnTo>
                      <a:lnTo>
                        <a:pt x="11" y="19"/>
                      </a:lnTo>
                      <a:lnTo>
                        <a:pt x="8" y="1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 name="Freeform 26">
                  <a:extLst>
                    <a:ext uri="{FF2B5EF4-FFF2-40B4-BE49-F238E27FC236}">
                      <a16:creationId xmlns:a16="http://schemas.microsoft.com/office/drawing/2014/main" id="{779242CC-4C4D-CA32-C0F3-9E65AAD2840B}"/>
                    </a:ext>
                  </a:extLst>
                </p:cNvPr>
                <p:cNvSpPr>
                  <a:spLocks/>
                </p:cNvSpPr>
                <p:nvPr/>
              </p:nvSpPr>
              <p:spPr bwMode="grayWhite">
                <a:xfrm>
                  <a:off x="4739" y="3587"/>
                  <a:ext cx="19" cy="76"/>
                </a:xfrm>
                <a:custGeom>
                  <a:avLst/>
                  <a:gdLst>
                    <a:gd name="T0" fmla="*/ 2 w 19"/>
                    <a:gd name="T1" fmla="*/ 26 h 76"/>
                    <a:gd name="T2" fmla="*/ 9 w 19"/>
                    <a:gd name="T3" fmla="*/ 20 h 76"/>
                    <a:gd name="T4" fmla="*/ 14 w 19"/>
                    <a:gd name="T5" fmla="*/ 0 h 76"/>
                    <a:gd name="T6" fmla="*/ 18 w 19"/>
                    <a:gd name="T7" fmla="*/ 30 h 76"/>
                    <a:gd name="T8" fmla="*/ 12 w 19"/>
                    <a:gd name="T9" fmla="*/ 67 h 76"/>
                    <a:gd name="T10" fmla="*/ 0 w 19"/>
                    <a:gd name="T11" fmla="*/ 75 h 76"/>
                    <a:gd name="T12" fmla="*/ 0 w 19"/>
                    <a:gd name="T13" fmla="*/ 57 h 76"/>
                    <a:gd name="T14" fmla="*/ 3 w 19"/>
                    <a:gd name="T15" fmla="*/ 45 h 76"/>
                    <a:gd name="T16" fmla="*/ 2 w 19"/>
                    <a:gd name="T17" fmla="*/ 26 h 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 h="76">
                      <a:moveTo>
                        <a:pt x="2" y="26"/>
                      </a:moveTo>
                      <a:lnTo>
                        <a:pt x="9" y="20"/>
                      </a:lnTo>
                      <a:lnTo>
                        <a:pt x="14" y="0"/>
                      </a:lnTo>
                      <a:lnTo>
                        <a:pt x="18" y="30"/>
                      </a:lnTo>
                      <a:lnTo>
                        <a:pt x="12" y="67"/>
                      </a:lnTo>
                      <a:lnTo>
                        <a:pt x="0" y="75"/>
                      </a:lnTo>
                      <a:lnTo>
                        <a:pt x="0" y="57"/>
                      </a:lnTo>
                      <a:lnTo>
                        <a:pt x="3" y="45"/>
                      </a:lnTo>
                      <a:lnTo>
                        <a:pt x="2" y="2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sp>
        <p:nvSpPr>
          <p:cNvPr id="1027" name="Rectangle 30">
            <a:extLst>
              <a:ext uri="{FF2B5EF4-FFF2-40B4-BE49-F238E27FC236}">
                <a16:creationId xmlns:a16="http://schemas.microsoft.com/office/drawing/2014/main" id="{5338D1EE-1295-65DB-96AB-B736B1890417}"/>
              </a:ext>
            </a:extLst>
          </p:cNvPr>
          <p:cNvSpPr>
            <a:spLocks noGrp="1" noChangeArrowheads="1"/>
          </p:cNvSpPr>
          <p:nvPr>
            <p:ph type="title"/>
          </p:nvPr>
        </p:nvSpPr>
        <p:spPr bwMode="auto">
          <a:xfrm>
            <a:off x="685800" y="28575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28" name="Rectangle 31">
            <a:extLst>
              <a:ext uri="{FF2B5EF4-FFF2-40B4-BE49-F238E27FC236}">
                <a16:creationId xmlns:a16="http://schemas.microsoft.com/office/drawing/2014/main" id="{49FFB4EB-0313-603C-D8D0-D1C2CE3D89B4}"/>
              </a:ext>
            </a:extLst>
          </p:cNvPr>
          <p:cNvSpPr>
            <a:spLocks noGrp="1" noChangeArrowheads="1"/>
          </p:cNvSpPr>
          <p:nvPr>
            <p:ph type="body" idx="1"/>
          </p:nvPr>
        </p:nvSpPr>
        <p:spPr bwMode="auto">
          <a:xfrm>
            <a:off x="685800" y="165735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56" name="Rectangle 32">
            <a:extLst>
              <a:ext uri="{FF2B5EF4-FFF2-40B4-BE49-F238E27FC236}">
                <a16:creationId xmlns:a16="http://schemas.microsoft.com/office/drawing/2014/main" id="{7D53F080-3C16-11E1-6965-969ACCF564C9}"/>
              </a:ext>
            </a:extLst>
          </p:cNvPr>
          <p:cNvSpPr>
            <a:spLocks noGrp="1" noChangeArrowheads="1"/>
          </p:cNvSpPr>
          <p:nvPr>
            <p:ph type="dt" sz="half" idx="2"/>
          </p:nvPr>
        </p:nvSpPr>
        <p:spPr bwMode="auto">
          <a:xfrm>
            <a:off x="685800"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defRPr sz="1400"/>
            </a:lvl1pPr>
          </a:lstStyle>
          <a:p>
            <a:pPr>
              <a:defRPr/>
            </a:pPr>
            <a:endParaRPr lang="en-US"/>
          </a:p>
        </p:txBody>
      </p:sp>
      <p:sp>
        <p:nvSpPr>
          <p:cNvPr id="1058" name="Rectangle 34">
            <a:extLst>
              <a:ext uri="{FF2B5EF4-FFF2-40B4-BE49-F238E27FC236}">
                <a16:creationId xmlns:a16="http://schemas.microsoft.com/office/drawing/2014/main" id="{F4C9B048-42AB-BC0F-686C-0F51E9999152}"/>
              </a:ext>
            </a:extLst>
          </p:cNvPr>
          <p:cNvSpPr>
            <a:spLocks noGrp="1" noChangeArrowheads="1"/>
          </p:cNvSpPr>
          <p:nvPr>
            <p:ph type="sldNum" sz="quarter" idx="4"/>
          </p:nvPr>
        </p:nvSpPr>
        <p:spPr bwMode="auto">
          <a:xfrm>
            <a:off x="6553200" y="6399213"/>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r">
              <a:defRPr sz="1400"/>
            </a:lvl1pPr>
          </a:lstStyle>
          <a:p>
            <a:fld id="{639B7B48-CCCD-41FC-B73C-1B4521C141CD}" type="slidenum">
              <a:rPr lang="en-US" altLang="en-US"/>
              <a:pPr/>
              <a:t>‹#›</a:t>
            </a:fld>
            <a:endParaRPr lang="en-US" altLang="en-US"/>
          </a:p>
        </p:txBody>
      </p:sp>
      <p:sp>
        <p:nvSpPr>
          <p:cNvPr id="1031" name="Rectangle 35">
            <a:extLst>
              <a:ext uri="{FF2B5EF4-FFF2-40B4-BE49-F238E27FC236}">
                <a16:creationId xmlns:a16="http://schemas.microsoft.com/office/drawing/2014/main" id="{FE083C83-FC86-B2CC-6D36-2378E277D426}"/>
              </a:ext>
            </a:extLst>
          </p:cNvPr>
          <p:cNvSpPr>
            <a:spLocks noChangeArrowheads="1"/>
          </p:cNvSpPr>
          <p:nvPr userDrawn="1"/>
        </p:nvSpPr>
        <p:spPr bwMode="auto">
          <a:xfrm>
            <a:off x="1676400" y="6438900"/>
            <a:ext cx="558165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defRPr/>
            </a:pPr>
            <a:r>
              <a:rPr lang="en-US" altLang="en-US" sz="1000">
                <a:latin typeface="Arial" pitchFamily="34" charset="0"/>
              </a:rPr>
              <a:t>Liang, Introduction to Java Programming, Tenth Edition, (c) 2013 Pearson Education, Inc. All rights reserved. </a:t>
            </a:r>
          </a:p>
        </p:txBody>
      </p:sp>
    </p:spTree>
  </p:cSld>
  <p:clrMap bg1="lt1" tx1="dk1" bg2="lt2" tx2="dk2" accent1="accent1" accent2="accent2" accent3="accent3" accent4="accent4" accent5="accent5" accent6="accent6" hlink="hlink" folHlink="folHlink"/>
  <p:sldLayoutIdLst>
    <p:sldLayoutId id="2147483803"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Lst>
  <p:hf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lr>
          <a:schemeClr val="tx2"/>
        </a:buClr>
        <a:buSzPct val="75000"/>
        <a:buFont typeface="Monotype Sorts"/>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www.cs.armstrong.edu/liang/animation/GraphLearningTool.html"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4.wmf"/><Relationship Id="rId4"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4.bin"/><Relationship Id="rId1" Type="http://schemas.openxmlformats.org/officeDocument/2006/relationships/slideLayout" Target="../slideLayouts/slideLayout2.xml"/><Relationship Id="rId5" Type="http://schemas.openxmlformats.org/officeDocument/2006/relationships/image" Target="../media/image7.wmf"/><Relationship Id="rId4" Type="http://schemas.openxmlformats.org/officeDocument/2006/relationships/oleObject" Target="../embeddings/oleObject5.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wmf"/></Relationships>
</file>

<file path=ppt/slides/_rels/slide15.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hyperlink" Target="http://www.cs.armstrong.edu/liang/intro10e/html/UnweightedGraph.html" TargetMode="External"/><Relationship Id="rId3" Type="http://schemas.openxmlformats.org/officeDocument/2006/relationships/hyperlink" Target="html/TestGraph.bat" TargetMode="External"/><Relationship Id="rId7" Type="http://schemas.openxmlformats.org/officeDocument/2006/relationships/hyperlink" Target="http://www.cs.armstrong.edu/liang/intro10e/html/TestGraph.html" TargetMode="External"/><Relationship Id="rId2" Type="http://schemas.openxmlformats.org/officeDocument/2006/relationships/hyperlink" Target="html/Graph.html" TargetMode="External"/><Relationship Id="rId1" Type="http://schemas.openxmlformats.org/officeDocument/2006/relationships/slideLayout" Target="../slideLayouts/slideLayout2.xml"/><Relationship Id="rId6" Type="http://schemas.openxmlformats.org/officeDocument/2006/relationships/hyperlink" Target="html/TestGraph.html" TargetMode="External"/><Relationship Id="rId11" Type="http://schemas.openxmlformats.org/officeDocument/2006/relationships/image" Target="../media/image11.png"/><Relationship Id="rId5" Type="http://schemas.openxmlformats.org/officeDocument/2006/relationships/hyperlink" Target="html/UnweightedGraph.html" TargetMode="External"/><Relationship Id="rId10" Type="http://schemas.openxmlformats.org/officeDocument/2006/relationships/hyperlink" Target="http://www.cs.armstrong.edu/liang/intro10e/html/Graph.html" TargetMode="External"/><Relationship Id="rId4" Type="http://schemas.openxmlformats.org/officeDocument/2006/relationships/hyperlink" Target="html/AbstractGraph.html" TargetMode="External"/><Relationship Id="rId9" Type="http://schemas.openxmlformats.org/officeDocument/2006/relationships/hyperlink" Target="http://www.cs.armstrong.edu/liang/intro10e/html/AbstractGraph.html" TargetMode="External"/></Relationships>
</file>

<file path=ppt/slides/_rels/slide19.xml.rels><?xml version="1.0" encoding="UTF-8" standalone="yes"?>
<Relationships xmlns="http://schemas.openxmlformats.org/package/2006/relationships"><Relationship Id="rId8" Type="http://schemas.openxmlformats.org/officeDocument/2006/relationships/hyperlink" Target="http://www.cs.armstrong.edu/liang/intro9e/html/DisplayableInterface.html" TargetMode="External"/><Relationship Id="rId3" Type="http://schemas.openxmlformats.org/officeDocument/2006/relationships/hyperlink" Target="html/DisplayUSMap.bat" TargetMode="External"/><Relationship Id="rId7" Type="http://schemas.openxmlformats.org/officeDocument/2006/relationships/hyperlink" Target="http://www.cs.armstrong.edu/liang/intro10e/html/GraphView.html" TargetMode="External"/><Relationship Id="rId2" Type="http://schemas.openxmlformats.org/officeDocument/2006/relationships/hyperlink" Target="html/GraphView.html" TargetMode="External"/><Relationship Id="rId1" Type="http://schemas.openxmlformats.org/officeDocument/2006/relationships/slideLayout" Target="../slideLayouts/slideLayout2.xml"/><Relationship Id="rId6" Type="http://schemas.openxmlformats.org/officeDocument/2006/relationships/hyperlink" Target="http://www.cs.armstrong.edu/liang/intro10e/html/DisplayUSMap.html" TargetMode="External"/><Relationship Id="rId5" Type="http://schemas.openxmlformats.org/officeDocument/2006/relationships/hyperlink" Target="html/DisplayUSMap.html" TargetMode="External"/><Relationship Id="rId4" Type="http://schemas.openxmlformats.org/officeDocument/2006/relationships/hyperlink" Target="html/Displayable.html" TargetMode="External"/><Relationship Id="rId9" Type="http://schemas.openxmlformats.org/officeDocument/2006/relationships/image" Target="../media/image12.png"/></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8.bin"/><Relationship Id="rId1" Type="http://schemas.openxmlformats.org/officeDocument/2006/relationships/slideLayout" Target="../slideLayouts/slideLayout2.xml"/><Relationship Id="rId6" Type="http://schemas.openxmlformats.org/officeDocument/2006/relationships/hyperlink" Target="http://www.cs.armstrong.edu/liang/intro10e/html/TestDFS.html" TargetMode="External"/><Relationship Id="rId5" Type="http://schemas.openxmlformats.org/officeDocument/2006/relationships/hyperlink" Target="html/TestDFS.html" TargetMode="External"/><Relationship Id="rId4" Type="http://schemas.openxmlformats.org/officeDocument/2006/relationships/hyperlink" Target="html/TestDFS.bat"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ml/ConnectedCircles.html" TargetMode="External"/><Relationship Id="rId2" Type="http://schemas.openxmlformats.org/officeDocument/2006/relationships/hyperlink" Target="html/ConnectedCIrcles.bat" TargetMode="Externa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hyperlink" Target="http://www.cs.armstrong.edu/liang/intro10e/html/ConnectedCircles.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ml/TestBFS.html" TargetMode="External"/><Relationship Id="rId2" Type="http://schemas.openxmlformats.org/officeDocument/2006/relationships/hyperlink" Target="html/TestBFS.bat" TargetMode="External"/><Relationship Id="rId1" Type="http://schemas.openxmlformats.org/officeDocument/2006/relationships/slideLayout" Target="../slideLayouts/slideLayout2.xml"/><Relationship Id="rId6" Type="http://schemas.openxmlformats.org/officeDocument/2006/relationships/hyperlink" Target="http://www.cs.armstrong.edu/liang/intro10e/html/TestBFS.html" TargetMode="External"/><Relationship Id="rId5" Type="http://schemas.openxmlformats.org/officeDocument/2006/relationships/image" Target="../media/image19.wmf"/><Relationship Id="rId4" Type="http://schemas.openxmlformats.org/officeDocument/2006/relationships/oleObject" Target="../embeddings/oleObject9.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13.bin"/><Relationship Id="rId13" Type="http://schemas.openxmlformats.org/officeDocument/2006/relationships/image" Target="../media/image27.wmf"/><Relationship Id="rId18" Type="http://schemas.openxmlformats.org/officeDocument/2006/relationships/oleObject" Target="../embeddings/oleObject18.bin"/><Relationship Id="rId26" Type="http://schemas.openxmlformats.org/officeDocument/2006/relationships/oleObject" Target="../embeddings/oleObject22.bin"/><Relationship Id="rId3" Type="http://schemas.openxmlformats.org/officeDocument/2006/relationships/image" Target="../media/image22.wmf"/><Relationship Id="rId21" Type="http://schemas.openxmlformats.org/officeDocument/2006/relationships/image" Target="../media/image31.wmf"/><Relationship Id="rId7" Type="http://schemas.openxmlformats.org/officeDocument/2006/relationships/image" Target="../media/image24.wmf"/><Relationship Id="rId12" Type="http://schemas.openxmlformats.org/officeDocument/2006/relationships/oleObject" Target="../embeddings/oleObject15.bin"/><Relationship Id="rId17" Type="http://schemas.openxmlformats.org/officeDocument/2006/relationships/image" Target="../media/image29.wmf"/><Relationship Id="rId25" Type="http://schemas.openxmlformats.org/officeDocument/2006/relationships/image" Target="../media/image33.wmf"/><Relationship Id="rId2" Type="http://schemas.openxmlformats.org/officeDocument/2006/relationships/oleObject" Target="../embeddings/oleObject10.bin"/><Relationship Id="rId16" Type="http://schemas.openxmlformats.org/officeDocument/2006/relationships/oleObject" Target="../embeddings/oleObject17.bin"/><Relationship Id="rId20" Type="http://schemas.openxmlformats.org/officeDocument/2006/relationships/oleObject" Target="../embeddings/oleObject19.bin"/><Relationship Id="rId1" Type="http://schemas.openxmlformats.org/officeDocument/2006/relationships/slideLayout" Target="../slideLayouts/slideLayout2.xml"/><Relationship Id="rId6" Type="http://schemas.openxmlformats.org/officeDocument/2006/relationships/oleObject" Target="../embeddings/oleObject12.bin"/><Relationship Id="rId11" Type="http://schemas.openxmlformats.org/officeDocument/2006/relationships/image" Target="../media/image26.wmf"/><Relationship Id="rId24" Type="http://schemas.openxmlformats.org/officeDocument/2006/relationships/oleObject" Target="../embeddings/oleObject21.bin"/><Relationship Id="rId5" Type="http://schemas.openxmlformats.org/officeDocument/2006/relationships/image" Target="../media/image23.wmf"/><Relationship Id="rId15" Type="http://schemas.openxmlformats.org/officeDocument/2006/relationships/image" Target="../media/image28.wmf"/><Relationship Id="rId23" Type="http://schemas.openxmlformats.org/officeDocument/2006/relationships/image" Target="../media/image32.wmf"/><Relationship Id="rId10" Type="http://schemas.openxmlformats.org/officeDocument/2006/relationships/oleObject" Target="../embeddings/oleObject14.bin"/><Relationship Id="rId19" Type="http://schemas.openxmlformats.org/officeDocument/2006/relationships/image" Target="../media/image30.wmf"/><Relationship Id="rId4" Type="http://schemas.openxmlformats.org/officeDocument/2006/relationships/oleObject" Target="../embeddings/oleObject11.bin"/><Relationship Id="rId9" Type="http://schemas.openxmlformats.org/officeDocument/2006/relationships/image" Target="../media/image25.wmf"/><Relationship Id="rId14" Type="http://schemas.openxmlformats.org/officeDocument/2006/relationships/oleObject" Target="../embeddings/oleObject16.bin"/><Relationship Id="rId22" Type="http://schemas.openxmlformats.org/officeDocument/2006/relationships/oleObject" Target="../embeddings/oleObject20.bin"/><Relationship Id="rId27" Type="http://schemas.openxmlformats.org/officeDocument/2006/relationships/image" Target="../media/image34.wmf"/></Relationships>
</file>

<file path=ppt/slides/_rels/slide34.xml.rels><?xml version="1.0" encoding="UTF-8" standalone="yes"?>
<Relationships xmlns="http://schemas.openxmlformats.org/package/2006/relationships"><Relationship Id="rId3" Type="http://schemas.openxmlformats.org/officeDocument/2006/relationships/hyperlink" Target="html/NineTailModel.html" TargetMode="External"/><Relationship Id="rId7" Type="http://schemas.openxmlformats.org/officeDocument/2006/relationships/image" Target="../media/image35.png"/><Relationship Id="rId2" Type="http://schemas.openxmlformats.org/officeDocument/2006/relationships/hyperlink" Target="html/NineTail.bat" TargetMode="External"/><Relationship Id="rId1" Type="http://schemas.openxmlformats.org/officeDocument/2006/relationships/slideLayout" Target="../slideLayouts/slideLayout2.xml"/><Relationship Id="rId6" Type="http://schemas.openxmlformats.org/officeDocument/2006/relationships/hyperlink" Target="http://www.cs.armstrong.edu/liang/intro10e/html/NineTail.html" TargetMode="External"/><Relationship Id="rId5" Type="http://schemas.openxmlformats.org/officeDocument/2006/relationships/hyperlink" Target="http://www.cs.armstrong.edu/liang/intro10e/html/NineTailModel.html" TargetMode="External"/><Relationship Id="rId4" Type="http://schemas.openxmlformats.org/officeDocument/2006/relationships/hyperlink" Target="html/NineTail.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Slide Number Placeholder 4">
            <a:extLst>
              <a:ext uri="{FF2B5EF4-FFF2-40B4-BE49-F238E27FC236}">
                <a16:creationId xmlns:a16="http://schemas.microsoft.com/office/drawing/2014/main" id="{7EDAB8D2-C588-7BD7-A2A0-E8E473128495}"/>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E683A4C-89A7-492E-8EB0-91B04DF3C583}" type="slidenum">
              <a:rPr lang="en-US" altLang="en-US" sz="1400"/>
              <a:pPr>
                <a:spcBef>
                  <a:spcPct val="0"/>
                </a:spcBef>
                <a:buClrTx/>
                <a:buSzTx/>
                <a:buFontTx/>
                <a:buNone/>
              </a:pPr>
              <a:t>1</a:t>
            </a:fld>
            <a:endParaRPr lang="en-US" altLang="en-US" sz="1400"/>
          </a:p>
        </p:txBody>
      </p:sp>
      <p:sp>
        <p:nvSpPr>
          <p:cNvPr id="3075" name="Rectangle 2">
            <a:extLst>
              <a:ext uri="{FF2B5EF4-FFF2-40B4-BE49-F238E27FC236}">
                <a16:creationId xmlns:a16="http://schemas.microsoft.com/office/drawing/2014/main" id="{B0EB915A-02AE-5400-6E1C-805572711FF1}"/>
              </a:ext>
            </a:extLst>
          </p:cNvPr>
          <p:cNvSpPr>
            <a:spLocks noGrp="1" noChangeArrowheads="1"/>
          </p:cNvSpPr>
          <p:nvPr>
            <p:ph type="title"/>
          </p:nvPr>
        </p:nvSpPr>
        <p:spPr>
          <a:xfrm>
            <a:off x="304800" y="1676400"/>
            <a:ext cx="8610600" cy="1524000"/>
          </a:xfrm>
        </p:spPr>
        <p:txBody>
          <a:bodyPr/>
          <a:lstStyle/>
          <a:p>
            <a:r>
              <a:rPr lang="en-US" altLang="en-US"/>
              <a:t>Chapter 28 Graphs and Applications</a:t>
            </a:r>
          </a:p>
        </p:txBody>
      </p:sp>
      <p:sp>
        <p:nvSpPr>
          <p:cNvPr id="3076" name="Rectangle 7">
            <a:extLst>
              <a:ext uri="{FF2B5EF4-FFF2-40B4-BE49-F238E27FC236}">
                <a16:creationId xmlns:a16="http://schemas.microsoft.com/office/drawing/2014/main" id="{22BEFFA7-704B-B36D-4E1F-3FA8C73DF50B}"/>
              </a:ext>
            </a:extLst>
          </p:cNvPr>
          <p:cNvSpPr>
            <a:spLocks noChangeArrowheads="1"/>
          </p:cNvSpPr>
          <p:nvPr/>
        </p:nvSpPr>
        <p:spPr bwMode="auto">
          <a:xfrm>
            <a:off x="2109788" y="23193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4">
            <a:extLst>
              <a:ext uri="{FF2B5EF4-FFF2-40B4-BE49-F238E27FC236}">
                <a16:creationId xmlns:a16="http://schemas.microsoft.com/office/drawing/2014/main" id="{745A9946-EF84-CAC8-21D1-69FF58134FED}"/>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79A4566-7939-4C78-A7ED-D42EDC0A59BF}" type="slidenum">
              <a:rPr lang="en-US" altLang="en-US" sz="1400"/>
              <a:pPr>
                <a:spcBef>
                  <a:spcPct val="0"/>
                </a:spcBef>
                <a:buClrTx/>
                <a:buSzTx/>
                <a:buFontTx/>
                <a:buNone/>
              </a:pPr>
              <a:t>2</a:t>
            </a:fld>
            <a:endParaRPr lang="en-US" altLang="en-US" sz="1400"/>
          </a:p>
        </p:txBody>
      </p:sp>
      <p:sp>
        <p:nvSpPr>
          <p:cNvPr id="4099" name="Rectangle 2">
            <a:extLst>
              <a:ext uri="{FF2B5EF4-FFF2-40B4-BE49-F238E27FC236}">
                <a16:creationId xmlns:a16="http://schemas.microsoft.com/office/drawing/2014/main" id="{9DEF209C-3AB7-1F73-CDD2-55F9D5DF6F6B}"/>
              </a:ext>
            </a:extLst>
          </p:cNvPr>
          <p:cNvSpPr>
            <a:spLocks noGrp="1" noChangeArrowheads="1"/>
          </p:cNvSpPr>
          <p:nvPr>
            <p:ph type="title"/>
          </p:nvPr>
        </p:nvSpPr>
        <p:spPr>
          <a:xfrm>
            <a:off x="685800" y="152400"/>
            <a:ext cx="7772400" cy="552450"/>
          </a:xfrm>
        </p:spPr>
        <p:txBody>
          <a:bodyPr/>
          <a:lstStyle/>
          <a:p>
            <a:r>
              <a:rPr lang="en-US" altLang="en-US"/>
              <a:t>Objectives</a:t>
            </a:r>
          </a:p>
        </p:txBody>
      </p:sp>
      <p:sp>
        <p:nvSpPr>
          <p:cNvPr id="4100" name="Rectangle 3">
            <a:extLst>
              <a:ext uri="{FF2B5EF4-FFF2-40B4-BE49-F238E27FC236}">
                <a16:creationId xmlns:a16="http://schemas.microsoft.com/office/drawing/2014/main" id="{C5486FC7-9E5A-4A83-D787-66F3D3BC149A}"/>
              </a:ext>
            </a:extLst>
          </p:cNvPr>
          <p:cNvSpPr>
            <a:spLocks noGrp="1" noChangeArrowheads="1"/>
          </p:cNvSpPr>
          <p:nvPr>
            <p:ph type="body" idx="1"/>
          </p:nvPr>
        </p:nvSpPr>
        <p:spPr>
          <a:xfrm>
            <a:off x="0" y="914400"/>
            <a:ext cx="9144000" cy="5638800"/>
          </a:xfrm>
        </p:spPr>
        <p:txBody>
          <a:bodyPr/>
          <a:lstStyle/>
          <a:p>
            <a:pPr marL="514350">
              <a:lnSpc>
                <a:spcPct val="115000"/>
              </a:lnSpc>
              <a:buFont typeface="Wingdings" panose="05000000000000000000" pitchFamily="2" charset="2"/>
              <a:buChar char="§"/>
            </a:pPr>
            <a:r>
              <a:rPr lang="en-US" altLang="en-US" sz="2000"/>
              <a:t>To model real-world problems using graphs and explain the Seven Bridges of Königsberg problem (§28.1).</a:t>
            </a:r>
          </a:p>
          <a:p>
            <a:pPr marL="514350">
              <a:lnSpc>
                <a:spcPct val="115000"/>
              </a:lnSpc>
              <a:buFont typeface="Wingdings" panose="05000000000000000000" pitchFamily="2" charset="2"/>
              <a:buChar char="§"/>
            </a:pPr>
            <a:r>
              <a:rPr lang="en-US" altLang="en-US" sz="2000"/>
              <a:t>To describe the graph terminologies: vertices, edges, simple graphs, weighted/unweighted graphs, and directed/undirected graphs (§28.2).</a:t>
            </a:r>
          </a:p>
          <a:p>
            <a:pPr marL="514350">
              <a:lnSpc>
                <a:spcPct val="115000"/>
              </a:lnSpc>
              <a:buFont typeface="Wingdings" panose="05000000000000000000" pitchFamily="2" charset="2"/>
              <a:buChar char="§"/>
            </a:pPr>
            <a:r>
              <a:rPr lang="en-US" altLang="en-US" sz="2000"/>
              <a:t>To represent vertices and edges using lists, edge arrays, edge objects, adjacency matrices, and adjacency lists (§28.3).</a:t>
            </a:r>
          </a:p>
          <a:p>
            <a:pPr marL="514350">
              <a:lnSpc>
                <a:spcPct val="115000"/>
              </a:lnSpc>
              <a:buFont typeface="Wingdings" panose="05000000000000000000" pitchFamily="2" charset="2"/>
              <a:buChar char="§"/>
            </a:pPr>
            <a:r>
              <a:rPr lang="en-US" altLang="en-US" sz="2000"/>
              <a:t>To model graphs using the </a:t>
            </a:r>
            <a:r>
              <a:rPr lang="en-US" altLang="en-US" sz="2000" b="1"/>
              <a:t>Graph</a:t>
            </a:r>
            <a:r>
              <a:rPr lang="en-US" altLang="en-US" sz="2000"/>
              <a:t> interface, the </a:t>
            </a:r>
            <a:r>
              <a:rPr lang="en-US" altLang="en-US" sz="2000" b="1"/>
              <a:t>AbstractGraph</a:t>
            </a:r>
            <a:r>
              <a:rPr lang="en-US" altLang="en-US" sz="2000"/>
              <a:t> class, and the </a:t>
            </a:r>
            <a:r>
              <a:rPr lang="en-US" altLang="en-US" sz="2000" b="1"/>
              <a:t>UnweightedGraph</a:t>
            </a:r>
            <a:r>
              <a:rPr lang="en-US" altLang="en-US" sz="2000"/>
              <a:t> class (§28.4).</a:t>
            </a:r>
          </a:p>
          <a:p>
            <a:pPr marL="514350">
              <a:lnSpc>
                <a:spcPct val="115000"/>
              </a:lnSpc>
              <a:buFont typeface="Wingdings" panose="05000000000000000000" pitchFamily="2" charset="2"/>
              <a:buChar char="§"/>
            </a:pPr>
            <a:r>
              <a:rPr lang="en-US" altLang="en-US" sz="2000"/>
              <a:t>To display graphs visually (§28.5).</a:t>
            </a:r>
          </a:p>
          <a:p>
            <a:pPr marL="514350">
              <a:lnSpc>
                <a:spcPct val="115000"/>
              </a:lnSpc>
              <a:buFont typeface="Wingdings" panose="05000000000000000000" pitchFamily="2" charset="2"/>
              <a:buChar char="§"/>
            </a:pPr>
            <a:r>
              <a:rPr lang="en-US" altLang="en-US" sz="2000"/>
              <a:t>To represent the traversal of a graph using the </a:t>
            </a:r>
            <a:r>
              <a:rPr lang="en-US" altLang="en-US" sz="2000" b="1"/>
              <a:t>AbstractGraph.Tree</a:t>
            </a:r>
            <a:r>
              <a:rPr lang="en-US" altLang="en-US" sz="2000"/>
              <a:t> class (§28.6).</a:t>
            </a:r>
          </a:p>
          <a:p>
            <a:pPr marL="514350">
              <a:lnSpc>
                <a:spcPct val="115000"/>
              </a:lnSpc>
              <a:buFont typeface="Wingdings" panose="05000000000000000000" pitchFamily="2" charset="2"/>
              <a:buChar char="§"/>
            </a:pPr>
            <a:r>
              <a:rPr lang="en-US" altLang="en-US" sz="2000"/>
              <a:t>To design and implement depth-first search (§28.7).</a:t>
            </a:r>
          </a:p>
          <a:p>
            <a:pPr marL="514350">
              <a:lnSpc>
                <a:spcPct val="115000"/>
              </a:lnSpc>
              <a:buFont typeface="Wingdings" panose="05000000000000000000" pitchFamily="2" charset="2"/>
              <a:buChar char="§"/>
            </a:pPr>
            <a:r>
              <a:rPr lang="en-US" altLang="en-US" sz="2000"/>
              <a:t>To solve the connected-circle problem using depth-first search (§28.8).</a:t>
            </a:r>
          </a:p>
          <a:p>
            <a:pPr marL="514350">
              <a:lnSpc>
                <a:spcPct val="115000"/>
              </a:lnSpc>
              <a:buFont typeface="Wingdings" panose="05000000000000000000" pitchFamily="2" charset="2"/>
              <a:buChar char="§"/>
            </a:pPr>
            <a:r>
              <a:rPr lang="en-US" altLang="en-US" sz="2000"/>
              <a:t>To design and implement breadth-first search (§28.9).</a:t>
            </a:r>
          </a:p>
          <a:p>
            <a:pPr marL="514350">
              <a:lnSpc>
                <a:spcPct val="115000"/>
              </a:lnSpc>
              <a:buFont typeface="Wingdings" panose="05000000000000000000" pitchFamily="2" charset="2"/>
              <a:buChar char="§"/>
            </a:pPr>
            <a:r>
              <a:rPr lang="en-US" altLang="en-US" sz="2000"/>
              <a:t>To solve the nine-tail problem using breadth-first search (§28.10).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4">
            <a:extLst>
              <a:ext uri="{FF2B5EF4-FFF2-40B4-BE49-F238E27FC236}">
                <a16:creationId xmlns:a16="http://schemas.microsoft.com/office/drawing/2014/main" id="{3BEA19F9-74D8-7A62-D809-459924E7A2B7}"/>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E7BEC7A6-BACE-4923-85DB-F68C0193732A}" type="slidenum">
              <a:rPr lang="en-US" altLang="en-US" sz="1400"/>
              <a:pPr>
                <a:spcBef>
                  <a:spcPct val="0"/>
                </a:spcBef>
                <a:buClrTx/>
                <a:buSzTx/>
                <a:buFontTx/>
                <a:buNone/>
              </a:pPr>
              <a:t>3</a:t>
            </a:fld>
            <a:endParaRPr lang="en-US" altLang="en-US" sz="1400"/>
          </a:p>
        </p:txBody>
      </p:sp>
      <p:sp>
        <p:nvSpPr>
          <p:cNvPr id="5123" name="Rectangle 2">
            <a:extLst>
              <a:ext uri="{FF2B5EF4-FFF2-40B4-BE49-F238E27FC236}">
                <a16:creationId xmlns:a16="http://schemas.microsoft.com/office/drawing/2014/main" id="{2F304A6F-132F-9853-F3C7-74E676E342B6}"/>
              </a:ext>
            </a:extLst>
          </p:cNvPr>
          <p:cNvSpPr>
            <a:spLocks noGrp="1" noChangeArrowheads="1"/>
          </p:cNvSpPr>
          <p:nvPr>
            <p:ph type="title"/>
          </p:nvPr>
        </p:nvSpPr>
        <p:spPr>
          <a:xfrm>
            <a:off x="685800" y="228600"/>
            <a:ext cx="7772400" cy="533400"/>
          </a:xfrm>
        </p:spPr>
        <p:txBody>
          <a:bodyPr/>
          <a:lstStyle/>
          <a:p>
            <a:r>
              <a:rPr lang="en-US" altLang="en-US"/>
              <a:t>Modeling Using Graphs</a:t>
            </a:r>
          </a:p>
        </p:txBody>
      </p:sp>
      <p:sp>
        <p:nvSpPr>
          <p:cNvPr id="5124" name="Rectangle 5">
            <a:extLst>
              <a:ext uri="{FF2B5EF4-FFF2-40B4-BE49-F238E27FC236}">
                <a16:creationId xmlns:a16="http://schemas.microsoft.com/office/drawing/2014/main" id="{7B642F2C-E3A3-129F-B828-BCC921171F19}"/>
              </a:ext>
            </a:extLst>
          </p:cNvPr>
          <p:cNvSpPr>
            <a:spLocks noChangeArrowheads="1"/>
          </p:cNvSpPr>
          <p:nvPr/>
        </p:nvSpPr>
        <p:spPr bwMode="auto">
          <a:xfrm>
            <a:off x="2028825" y="25431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5" name="Rectangle 7">
            <a:extLst>
              <a:ext uri="{FF2B5EF4-FFF2-40B4-BE49-F238E27FC236}">
                <a16:creationId xmlns:a16="http://schemas.microsoft.com/office/drawing/2014/main" id="{A3844DB7-7CEE-DC43-322A-8EB0DBE5E127}"/>
              </a:ext>
            </a:extLst>
          </p:cNvPr>
          <p:cNvSpPr>
            <a:spLocks noChangeArrowheads="1"/>
          </p:cNvSpPr>
          <p:nvPr/>
        </p:nvSpPr>
        <p:spPr bwMode="auto">
          <a:xfrm>
            <a:off x="2028825" y="25431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6" name="Rectangle 9">
            <a:extLst>
              <a:ext uri="{FF2B5EF4-FFF2-40B4-BE49-F238E27FC236}">
                <a16:creationId xmlns:a16="http://schemas.microsoft.com/office/drawing/2014/main" id="{4DECEC47-66ED-F603-B8A3-E461A3C86F3A}"/>
              </a:ext>
            </a:extLst>
          </p:cNvPr>
          <p:cNvSpPr>
            <a:spLocks noChangeArrowheads="1"/>
          </p:cNvSpPr>
          <p:nvPr/>
        </p:nvSpPr>
        <p:spPr bwMode="auto">
          <a:xfrm>
            <a:off x="0" y="19700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7" name="Rectangle 13">
            <a:extLst>
              <a:ext uri="{FF2B5EF4-FFF2-40B4-BE49-F238E27FC236}">
                <a16:creationId xmlns:a16="http://schemas.microsoft.com/office/drawing/2014/main" id="{0B54001B-C6B8-0A58-373B-32016A6AF444}"/>
              </a:ext>
            </a:extLst>
          </p:cNvPr>
          <p:cNvSpPr>
            <a:spLocks noChangeArrowheads="1"/>
          </p:cNvSpPr>
          <p:nvPr/>
        </p:nvSpPr>
        <p:spPr bwMode="auto">
          <a:xfrm>
            <a:off x="0" y="19716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8" name="Rectangle 15">
            <a:extLst>
              <a:ext uri="{FF2B5EF4-FFF2-40B4-BE49-F238E27FC236}">
                <a16:creationId xmlns:a16="http://schemas.microsoft.com/office/drawing/2014/main" id="{33025386-D27D-DEC5-033F-C17067ABF272}"/>
              </a:ext>
            </a:extLst>
          </p:cNvPr>
          <p:cNvSpPr>
            <a:spLocks noChangeArrowheads="1"/>
          </p:cNvSpPr>
          <p:nvPr/>
        </p:nvSpPr>
        <p:spPr bwMode="auto">
          <a:xfrm>
            <a:off x="0" y="19716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5129" name="Picture 10">
            <a:extLst>
              <a:ext uri="{FF2B5EF4-FFF2-40B4-BE49-F238E27FC236}">
                <a16:creationId xmlns:a16="http://schemas.microsoft.com/office/drawing/2014/main" id="{58C9D4C8-F983-72D5-C45C-CB1D28BCA23C}"/>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925" y="1196975"/>
            <a:ext cx="8489950" cy="4533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4">
            <a:extLst>
              <a:ext uri="{FF2B5EF4-FFF2-40B4-BE49-F238E27FC236}">
                <a16:creationId xmlns:a16="http://schemas.microsoft.com/office/drawing/2014/main" id="{9F99C44C-7FDB-297D-126E-70B06BE6C916}"/>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11079C9-14B3-49CF-A85C-254CDAE9862B}" type="slidenum">
              <a:rPr lang="en-US" altLang="en-US" sz="1400"/>
              <a:pPr>
                <a:spcBef>
                  <a:spcPct val="0"/>
                </a:spcBef>
                <a:buClrTx/>
                <a:buSzTx/>
                <a:buFontTx/>
                <a:buNone/>
              </a:pPr>
              <a:t>4</a:t>
            </a:fld>
            <a:endParaRPr lang="en-US" altLang="en-US" sz="1400"/>
          </a:p>
        </p:txBody>
      </p:sp>
      <p:sp>
        <p:nvSpPr>
          <p:cNvPr id="6147" name="Rectangle 2">
            <a:extLst>
              <a:ext uri="{FF2B5EF4-FFF2-40B4-BE49-F238E27FC236}">
                <a16:creationId xmlns:a16="http://schemas.microsoft.com/office/drawing/2014/main" id="{27AD232B-54DD-861B-F859-64B303F8AF26}"/>
              </a:ext>
            </a:extLst>
          </p:cNvPr>
          <p:cNvSpPr>
            <a:spLocks noGrp="1" noChangeArrowheads="1"/>
          </p:cNvSpPr>
          <p:nvPr>
            <p:ph type="title"/>
          </p:nvPr>
        </p:nvSpPr>
        <p:spPr>
          <a:xfrm>
            <a:off x="179388" y="152400"/>
            <a:ext cx="8659812" cy="533400"/>
          </a:xfrm>
          <a:noFill/>
        </p:spPr>
        <p:txBody>
          <a:bodyPr/>
          <a:lstStyle/>
          <a:p>
            <a:r>
              <a:rPr lang="en-US" altLang="en-US" sz="3600"/>
              <a:t>Graph Animation</a:t>
            </a:r>
          </a:p>
        </p:txBody>
      </p:sp>
      <p:sp>
        <p:nvSpPr>
          <p:cNvPr id="6148" name="Rectangle 3">
            <a:extLst>
              <a:ext uri="{FF2B5EF4-FFF2-40B4-BE49-F238E27FC236}">
                <a16:creationId xmlns:a16="http://schemas.microsoft.com/office/drawing/2014/main" id="{BCCFD368-D00D-C4CC-D6D7-339E04B2196A}"/>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6149" name="Rectangle 4">
            <a:extLst>
              <a:ext uri="{FF2B5EF4-FFF2-40B4-BE49-F238E27FC236}">
                <a16:creationId xmlns:a16="http://schemas.microsoft.com/office/drawing/2014/main" id="{440047A8-6BA6-9699-FF7E-D38C01BC186B}"/>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6150" name="Rectangle 5">
            <a:extLst>
              <a:ext uri="{FF2B5EF4-FFF2-40B4-BE49-F238E27FC236}">
                <a16:creationId xmlns:a16="http://schemas.microsoft.com/office/drawing/2014/main" id="{68F9183F-B31B-1CB6-1CD3-DDC2EA3F72D9}"/>
              </a:ext>
            </a:extLst>
          </p:cNvPr>
          <p:cNvSpPr>
            <a:spLocks noChangeArrowheads="1"/>
          </p:cNvSpPr>
          <p:nvPr/>
        </p:nvSpPr>
        <p:spPr bwMode="auto">
          <a:xfrm>
            <a:off x="3462338" y="3095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6151" name="Rectangle 6">
            <a:extLst>
              <a:ext uri="{FF2B5EF4-FFF2-40B4-BE49-F238E27FC236}">
                <a16:creationId xmlns:a16="http://schemas.microsoft.com/office/drawing/2014/main" id="{115B4ACF-6135-F5A9-C573-64EA52977571}"/>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6152" name="Picture 9">
            <a:extLst>
              <a:ext uri="{FF2B5EF4-FFF2-40B4-BE49-F238E27FC236}">
                <a16:creationId xmlns:a16="http://schemas.microsoft.com/office/drawing/2014/main" id="{7B881786-32CF-4F8F-94B0-E563ADB25F44}"/>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1435100"/>
            <a:ext cx="8839200" cy="491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3" name="Rounded Rectangle 1">
            <a:hlinkClick r:id="rId3"/>
            <a:extLst>
              <a:ext uri="{FF2B5EF4-FFF2-40B4-BE49-F238E27FC236}">
                <a16:creationId xmlns:a16="http://schemas.microsoft.com/office/drawing/2014/main" id="{EF685EE8-45F5-0578-F1CA-75EC86003253}"/>
              </a:ext>
            </a:extLst>
          </p:cNvPr>
          <p:cNvSpPr>
            <a:spLocks noChangeArrowheads="1"/>
          </p:cNvSpPr>
          <p:nvPr/>
        </p:nvSpPr>
        <p:spPr bwMode="auto">
          <a:xfrm>
            <a:off x="179388" y="685800"/>
            <a:ext cx="8431212" cy="685800"/>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 typeface="Monotype Sorts"/>
              <a:buNone/>
            </a:pPr>
            <a:r>
              <a:rPr lang="en-US" altLang="en-US" sz="2400" u="sng">
                <a:solidFill>
                  <a:srgbClr val="009C47"/>
                </a:solidFill>
              </a:rPr>
              <a:t>www.cs.armstrong.edu/liang/animation/GraphLearningTool.html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4">
            <a:extLst>
              <a:ext uri="{FF2B5EF4-FFF2-40B4-BE49-F238E27FC236}">
                <a16:creationId xmlns:a16="http://schemas.microsoft.com/office/drawing/2014/main" id="{828F1345-4A32-E15B-E9D7-47B7E7E27D2C}"/>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A6E4158-BCD5-4271-898D-20F836C3FE90}" type="slidenum">
              <a:rPr lang="en-US" altLang="en-US" sz="1400"/>
              <a:pPr>
                <a:spcBef>
                  <a:spcPct val="0"/>
                </a:spcBef>
                <a:buClrTx/>
                <a:buSzTx/>
                <a:buFontTx/>
                <a:buNone/>
              </a:pPr>
              <a:t>5</a:t>
            </a:fld>
            <a:endParaRPr lang="en-US" altLang="en-US" sz="1400"/>
          </a:p>
        </p:txBody>
      </p:sp>
      <p:sp>
        <p:nvSpPr>
          <p:cNvPr id="7171" name="Rectangle 2">
            <a:extLst>
              <a:ext uri="{FF2B5EF4-FFF2-40B4-BE49-F238E27FC236}">
                <a16:creationId xmlns:a16="http://schemas.microsoft.com/office/drawing/2014/main" id="{DB2513E7-11D7-7D7A-1ECF-27C52CE6C362}"/>
              </a:ext>
            </a:extLst>
          </p:cNvPr>
          <p:cNvSpPr>
            <a:spLocks noGrp="1" noChangeArrowheads="1"/>
          </p:cNvSpPr>
          <p:nvPr>
            <p:ph type="title"/>
          </p:nvPr>
        </p:nvSpPr>
        <p:spPr>
          <a:xfrm>
            <a:off x="685800" y="285750"/>
            <a:ext cx="7772400" cy="704850"/>
          </a:xfrm>
        </p:spPr>
        <p:txBody>
          <a:bodyPr/>
          <a:lstStyle/>
          <a:p>
            <a:r>
              <a:rPr lang="en-US" altLang="en-US"/>
              <a:t>Seven Bridges of Königsberg </a:t>
            </a:r>
          </a:p>
        </p:txBody>
      </p:sp>
      <p:sp>
        <p:nvSpPr>
          <p:cNvPr id="7172" name="Text Box 3">
            <a:extLst>
              <a:ext uri="{FF2B5EF4-FFF2-40B4-BE49-F238E27FC236}">
                <a16:creationId xmlns:a16="http://schemas.microsoft.com/office/drawing/2014/main" id="{3F889F30-392D-45BE-6563-DBBE855E1B36}"/>
              </a:ext>
            </a:extLst>
          </p:cNvPr>
          <p:cNvSpPr txBox="1">
            <a:spLocks noChangeArrowheads="1"/>
          </p:cNvSpPr>
          <p:nvPr/>
        </p:nvSpPr>
        <p:spPr bwMode="auto">
          <a:xfrm>
            <a:off x="609600" y="1447800"/>
            <a:ext cx="800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endParaRPr lang="en-US" altLang="en-US" sz="2400"/>
          </a:p>
        </p:txBody>
      </p:sp>
      <p:sp>
        <p:nvSpPr>
          <p:cNvPr id="7173" name="Rectangle 6">
            <a:extLst>
              <a:ext uri="{FF2B5EF4-FFF2-40B4-BE49-F238E27FC236}">
                <a16:creationId xmlns:a16="http://schemas.microsoft.com/office/drawing/2014/main" id="{BD98821C-4A44-C012-ED0C-89FA45C035FA}"/>
              </a:ext>
            </a:extLst>
          </p:cNvPr>
          <p:cNvSpPr>
            <a:spLocks noChangeArrowheads="1"/>
          </p:cNvSpPr>
          <p:nvPr/>
        </p:nvSpPr>
        <p:spPr bwMode="auto">
          <a:xfrm>
            <a:off x="0" y="29305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7174" name="Object 5">
            <a:extLst>
              <a:ext uri="{FF2B5EF4-FFF2-40B4-BE49-F238E27FC236}">
                <a16:creationId xmlns:a16="http://schemas.microsoft.com/office/drawing/2014/main" id="{07969A5B-E7CE-4672-AC39-28B662DD63EE}"/>
              </a:ext>
            </a:extLst>
          </p:cNvPr>
          <p:cNvGraphicFramePr>
            <a:graphicFrameLocks noChangeAspect="1"/>
          </p:cNvGraphicFramePr>
          <p:nvPr/>
        </p:nvGraphicFramePr>
        <p:xfrm>
          <a:off x="152400" y="1295400"/>
          <a:ext cx="5029200" cy="2098675"/>
        </p:xfrm>
        <a:graphic>
          <a:graphicData uri="http://schemas.openxmlformats.org/presentationml/2006/ole">
            <mc:AlternateContent xmlns:mc="http://schemas.openxmlformats.org/markup-compatibility/2006">
              <mc:Choice xmlns:v="urn:schemas-microsoft-com:vml" Requires="v">
                <p:oleObj name="Picture" r:id="rId2" imgW="4160520" imgH="1743456" progId="Word.Picture.8">
                  <p:embed/>
                </p:oleObj>
              </mc:Choice>
              <mc:Fallback>
                <p:oleObj name="Picture" r:id="rId2" imgW="4160520" imgH="1743456" progId="Word.Picture.8">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95400"/>
                        <a:ext cx="5029200" cy="209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75" name="Rectangle 8">
            <a:extLst>
              <a:ext uri="{FF2B5EF4-FFF2-40B4-BE49-F238E27FC236}">
                <a16:creationId xmlns:a16="http://schemas.microsoft.com/office/drawing/2014/main" id="{F5A16779-2D8E-B258-369A-6AF1097817DD}"/>
              </a:ext>
            </a:extLst>
          </p:cNvPr>
          <p:cNvSpPr>
            <a:spLocks noChangeArrowheads="1"/>
          </p:cNvSpPr>
          <p:nvPr/>
        </p:nvSpPr>
        <p:spPr bwMode="auto">
          <a:xfrm>
            <a:off x="0" y="29305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7176" name="Object 7">
            <a:extLst>
              <a:ext uri="{FF2B5EF4-FFF2-40B4-BE49-F238E27FC236}">
                <a16:creationId xmlns:a16="http://schemas.microsoft.com/office/drawing/2014/main" id="{776FB181-1AAA-C6AF-A894-66A860E389D4}"/>
              </a:ext>
            </a:extLst>
          </p:cNvPr>
          <p:cNvGraphicFramePr>
            <a:graphicFrameLocks noChangeAspect="1"/>
          </p:cNvGraphicFramePr>
          <p:nvPr/>
        </p:nvGraphicFramePr>
        <p:xfrm>
          <a:off x="5257800" y="3427413"/>
          <a:ext cx="3201988" cy="2855912"/>
        </p:xfrm>
        <a:graphic>
          <a:graphicData uri="http://schemas.openxmlformats.org/presentationml/2006/ole">
            <mc:AlternateContent xmlns:mc="http://schemas.openxmlformats.org/markup-compatibility/2006">
              <mc:Choice xmlns:v="urn:schemas-microsoft-com:vml" Requires="v">
                <p:oleObj name="Picture" r:id="rId4" imgW="1943100" imgH="1739900" progId="Word.Picture.8">
                  <p:embed/>
                </p:oleObj>
              </mc:Choice>
              <mc:Fallback>
                <p:oleObj name="Picture" r:id="rId4" imgW="1943100" imgH="1739900" progId="Word.Picture.8">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57800" y="3427413"/>
                        <a:ext cx="3201988" cy="285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4">
            <a:extLst>
              <a:ext uri="{FF2B5EF4-FFF2-40B4-BE49-F238E27FC236}">
                <a16:creationId xmlns:a16="http://schemas.microsoft.com/office/drawing/2014/main" id="{CD29F676-589C-EE54-F412-9E731ED772AA}"/>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48D228C-2A3D-445C-873B-F1F94D950399}" type="slidenum">
              <a:rPr lang="en-US" altLang="en-US" sz="1400"/>
              <a:pPr>
                <a:spcBef>
                  <a:spcPct val="0"/>
                </a:spcBef>
                <a:buClrTx/>
                <a:buSzTx/>
                <a:buFontTx/>
                <a:buNone/>
              </a:pPr>
              <a:t>6</a:t>
            </a:fld>
            <a:endParaRPr lang="en-US" altLang="en-US" sz="1400"/>
          </a:p>
        </p:txBody>
      </p:sp>
      <p:sp>
        <p:nvSpPr>
          <p:cNvPr id="8195" name="Rectangle 2">
            <a:extLst>
              <a:ext uri="{FF2B5EF4-FFF2-40B4-BE49-F238E27FC236}">
                <a16:creationId xmlns:a16="http://schemas.microsoft.com/office/drawing/2014/main" id="{992BA1BB-636E-C23C-1D6D-B80C8FBE4F9E}"/>
              </a:ext>
            </a:extLst>
          </p:cNvPr>
          <p:cNvSpPr>
            <a:spLocks noGrp="1" noChangeArrowheads="1"/>
          </p:cNvSpPr>
          <p:nvPr>
            <p:ph type="title"/>
          </p:nvPr>
        </p:nvSpPr>
        <p:spPr>
          <a:xfrm>
            <a:off x="685800" y="285750"/>
            <a:ext cx="7772400" cy="704850"/>
          </a:xfrm>
        </p:spPr>
        <p:txBody>
          <a:bodyPr/>
          <a:lstStyle/>
          <a:p>
            <a:r>
              <a:rPr lang="en-US" altLang="en-US"/>
              <a:t>Basic Graph Terminologies </a:t>
            </a:r>
          </a:p>
        </p:txBody>
      </p:sp>
      <p:sp>
        <p:nvSpPr>
          <p:cNvPr id="8196" name="Text Box 3">
            <a:extLst>
              <a:ext uri="{FF2B5EF4-FFF2-40B4-BE49-F238E27FC236}">
                <a16:creationId xmlns:a16="http://schemas.microsoft.com/office/drawing/2014/main" id="{1CFF62FE-C1A5-41A5-270B-BC4822E0CED8}"/>
              </a:ext>
            </a:extLst>
          </p:cNvPr>
          <p:cNvSpPr txBox="1">
            <a:spLocks noChangeArrowheads="1"/>
          </p:cNvSpPr>
          <p:nvPr/>
        </p:nvSpPr>
        <p:spPr bwMode="auto">
          <a:xfrm>
            <a:off x="609600" y="1447800"/>
            <a:ext cx="800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endParaRPr lang="en-US" altLang="en-US" sz="2400"/>
          </a:p>
        </p:txBody>
      </p:sp>
      <p:sp>
        <p:nvSpPr>
          <p:cNvPr id="8197" name="Text Box 4">
            <a:extLst>
              <a:ext uri="{FF2B5EF4-FFF2-40B4-BE49-F238E27FC236}">
                <a16:creationId xmlns:a16="http://schemas.microsoft.com/office/drawing/2014/main" id="{1A47551A-BBFE-ED21-C258-E08305D164D8}"/>
              </a:ext>
            </a:extLst>
          </p:cNvPr>
          <p:cNvSpPr txBox="1">
            <a:spLocks noChangeArrowheads="1"/>
          </p:cNvSpPr>
          <p:nvPr/>
        </p:nvSpPr>
        <p:spPr bwMode="auto">
          <a:xfrm>
            <a:off x="304800" y="1219200"/>
            <a:ext cx="8610600" cy="5154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spcAft>
                <a:spcPts val="1200"/>
              </a:spcAft>
              <a:buClrTx/>
              <a:buSzTx/>
              <a:buFontTx/>
              <a:buNone/>
            </a:pPr>
            <a:r>
              <a:rPr lang="en-US" altLang="en-US" sz="2800">
                <a:cs typeface="Times New Roman" panose="02020603050405020304" pitchFamily="18" charset="0"/>
              </a:rPr>
              <a:t>What is a graph?  G=(V, E)</a:t>
            </a:r>
          </a:p>
          <a:p>
            <a:pPr>
              <a:spcBef>
                <a:spcPct val="0"/>
              </a:spcBef>
              <a:spcAft>
                <a:spcPts val="1200"/>
              </a:spcAft>
              <a:buClrTx/>
              <a:buSzTx/>
              <a:buFontTx/>
              <a:buNone/>
            </a:pPr>
            <a:r>
              <a:rPr lang="en-US" altLang="en-US" sz="2800">
                <a:cs typeface="Times New Roman" panose="02020603050405020304" pitchFamily="18" charset="0"/>
              </a:rPr>
              <a:t>Define a graph</a:t>
            </a:r>
          </a:p>
          <a:p>
            <a:pPr>
              <a:spcBef>
                <a:spcPct val="0"/>
              </a:spcBef>
              <a:spcAft>
                <a:spcPts val="1200"/>
              </a:spcAft>
              <a:buClrTx/>
              <a:buSzTx/>
              <a:buFontTx/>
              <a:buNone/>
            </a:pPr>
            <a:r>
              <a:rPr lang="en-US" altLang="en-US" sz="2800">
                <a:cs typeface="Times New Roman" panose="02020603050405020304" pitchFamily="18" charset="0"/>
              </a:rPr>
              <a:t>Directed vs. undirected graphs</a:t>
            </a:r>
          </a:p>
          <a:p>
            <a:pPr>
              <a:spcBef>
                <a:spcPct val="0"/>
              </a:spcBef>
              <a:spcAft>
                <a:spcPts val="1200"/>
              </a:spcAft>
              <a:buClrTx/>
              <a:buSzTx/>
              <a:buFontTx/>
              <a:buNone/>
            </a:pPr>
            <a:r>
              <a:rPr lang="en-US" altLang="en-US" sz="2800">
                <a:cs typeface="Times New Roman" panose="02020603050405020304" pitchFamily="18" charset="0"/>
              </a:rPr>
              <a:t>Weighted vs. unweighted graphs</a:t>
            </a:r>
          </a:p>
          <a:p>
            <a:pPr>
              <a:spcBef>
                <a:spcPct val="0"/>
              </a:spcBef>
              <a:spcAft>
                <a:spcPts val="1200"/>
              </a:spcAft>
              <a:buClrTx/>
              <a:buSzTx/>
              <a:buFontTx/>
              <a:buNone/>
            </a:pPr>
            <a:r>
              <a:rPr lang="en-US" altLang="en-US" sz="2800">
                <a:cs typeface="Times New Roman" panose="02020603050405020304" pitchFamily="18" charset="0"/>
              </a:rPr>
              <a:t>Adjacent vertices</a:t>
            </a:r>
          </a:p>
          <a:p>
            <a:pPr>
              <a:spcBef>
                <a:spcPct val="0"/>
              </a:spcBef>
              <a:spcAft>
                <a:spcPts val="1200"/>
              </a:spcAft>
              <a:buClrTx/>
              <a:buSzTx/>
              <a:buFontTx/>
              <a:buNone/>
            </a:pPr>
            <a:r>
              <a:rPr lang="en-US" altLang="en-US" sz="2800">
                <a:cs typeface="Times New Roman" panose="02020603050405020304" pitchFamily="18" charset="0"/>
              </a:rPr>
              <a:t>Incident </a:t>
            </a:r>
          </a:p>
          <a:p>
            <a:pPr>
              <a:spcBef>
                <a:spcPct val="0"/>
              </a:spcBef>
              <a:spcAft>
                <a:spcPts val="1200"/>
              </a:spcAft>
              <a:buClrTx/>
              <a:buSzTx/>
              <a:buFontTx/>
              <a:buNone/>
            </a:pPr>
            <a:r>
              <a:rPr lang="en-US" altLang="en-US" sz="2800">
                <a:cs typeface="Times New Roman" panose="02020603050405020304" pitchFamily="18" charset="0"/>
              </a:rPr>
              <a:t>Degree</a:t>
            </a:r>
          </a:p>
          <a:p>
            <a:pPr>
              <a:spcBef>
                <a:spcPct val="0"/>
              </a:spcBef>
              <a:spcAft>
                <a:spcPts val="1200"/>
              </a:spcAft>
              <a:buClrTx/>
              <a:buSzTx/>
              <a:buFontTx/>
              <a:buNone/>
            </a:pPr>
            <a:r>
              <a:rPr lang="en-US" altLang="en-US" sz="2800">
                <a:cs typeface="Times New Roman" panose="02020603050405020304" pitchFamily="18" charset="0"/>
              </a:rPr>
              <a:t>Neighbor</a:t>
            </a:r>
          </a:p>
          <a:p>
            <a:pPr>
              <a:spcBef>
                <a:spcPct val="0"/>
              </a:spcBef>
              <a:spcAft>
                <a:spcPts val="1200"/>
              </a:spcAft>
              <a:buClrTx/>
              <a:buSzTx/>
              <a:buFontTx/>
              <a:buNone/>
            </a:pPr>
            <a:r>
              <a:rPr lang="en-US" altLang="en-US" sz="2800">
                <a:cs typeface="Times New Roman" panose="02020603050405020304" pitchFamily="18" charset="0"/>
              </a:rPr>
              <a:t>loop</a:t>
            </a:r>
            <a:endParaRPr lang="en-US" altLang="en-US" sz="2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4">
            <a:extLst>
              <a:ext uri="{FF2B5EF4-FFF2-40B4-BE49-F238E27FC236}">
                <a16:creationId xmlns:a16="http://schemas.microsoft.com/office/drawing/2014/main" id="{D9C0C15D-A2D9-45DC-F4E5-CE5BDB14D7B0}"/>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EBF013E1-EE53-4412-B5B8-9BF9ADEE1230}" type="slidenum">
              <a:rPr lang="en-US" altLang="en-US" sz="1400"/>
              <a:pPr>
                <a:spcBef>
                  <a:spcPct val="0"/>
                </a:spcBef>
                <a:buClrTx/>
                <a:buSzTx/>
                <a:buFontTx/>
                <a:buNone/>
              </a:pPr>
              <a:t>7</a:t>
            </a:fld>
            <a:endParaRPr lang="en-US" altLang="en-US" sz="1400"/>
          </a:p>
        </p:txBody>
      </p:sp>
      <p:sp>
        <p:nvSpPr>
          <p:cNvPr id="9219" name="Rectangle 2">
            <a:extLst>
              <a:ext uri="{FF2B5EF4-FFF2-40B4-BE49-F238E27FC236}">
                <a16:creationId xmlns:a16="http://schemas.microsoft.com/office/drawing/2014/main" id="{9022CA17-D6DF-6B36-7FA7-71DBF013D0A8}"/>
              </a:ext>
            </a:extLst>
          </p:cNvPr>
          <p:cNvSpPr>
            <a:spLocks noGrp="1" noChangeArrowheads="1"/>
          </p:cNvSpPr>
          <p:nvPr>
            <p:ph type="title"/>
          </p:nvPr>
        </p:nvSpPr>
        <p:spPr>
          <a:xfrm>
            <a:off x="685800" y="285750"/>
            <a:ext cx="7772400" cy="704850"/>
          </a:xfrm>
        </p:spPr>
        <p:txBody>
          <a:bodyPr/>
          <a:lstStyle/>
          <a:p>
            <a:r>
              <a:rPr lang="en-US" altLang="en-US"/>
              <a:t>Directed vs Undirected Graph </a:t>
            </a:r>
          </a:p>
        </p:txBody>
      </p:sp>
      <p:sp>
        <p:nvSpPr>
          <p:cNvPr id="9220" name="Text Box 3">
            <a:extLst>
              <a:ext uri="{FF2B5EF4-FFF2-40B4-BE49-F238E27FC236}">
                <a16:creationId xmlns:a16="http://schemas.microsoft.com/office/drawing/2014/main" id="{B92D9B1E-767C-70F6-791E-52DCAEEBC0D5}"/>
              </a:ext>
            </a:extLst>
          </p:cNvPr>
          <p:cNvSpPr txBox="1">
            <a:spLocks noChangeArrowheads="1"/>
          </p:cNvSpPr>
          <p:nvPr/>
        </p:nvSpPr>
        <p:spPr bwMode="auto">
          <a:xfrm>
            <a:off x="609600" y="1447800"/>
            <a:ext cx="800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endParaRPr lang="en-US" altLang="en-US" sz="2400"/>
          </a:p>
        </p:txBody>
      </p:sp>
      <p:sp>
        <p:nvSpPr>
          <p:cNvPr id="9221" name="Rectangle 6">
            <a:extLst>
              <a:ext uri="{FF2B5EF4-FFF2-40B4-BE49-F238E27FC236}">
                <a16:creationId xmlns:a16="http://schemas.microsoft.com/office/drawing/2014/main" id="{D3765BA7-DB3A-91EB-F438-3360E43CBFEF}"/>
              </a:ext>
            </a:extLst>
          </p:cNvPr>
          <p:cNvSpPr>
            <a:spLocks noChangeArrowheads="1"/>
          </p:cNvSpPr>
          <p:nvPr/>
        </p:nvSpPr>
        <p:spPr bwMode="auto">
          <a:xfrm>
            <a:off x="0" y="2711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9222" name="Object 5">
            <a:extLst>
              <a:ext uri="{FF2B5EF4-FFF2-40B4-BE49-F238E27FC236}">
                <a16:creationId xmlns:a16="http://schemas.microsoft.com/office/drawing/2014/main" id="{64D93E3C-45AE-A900-CBD3-9904C27ECF16}"/>
              </a:ext>
            </a:extLst>
          </p:cNvPr>
          <p:cNvGraphicFramePr>
            <a:graphicFrameLocks noChangeAspect="1"/>
          </p:cNvGraphicFramePr>
          <p:nvPr/>
        </p:nvGraphicFramePr>
        <p:xfrm>
          <a:off x="609600" y="1524000"/>
          <a:ext cx="3276600" cy="2287588"/>
        </p:xfrm>
        <a:graphic>
          <a:graphicData uri="http://schemas.openxmlformats.org/presentationml/2006/ole">
            <mc:AlternateContent xmlns:mc="http://schemas.openxmlformats.org/markup-compatibility/2006">
              <mc:Choice xmlns:v="urn:schemas-microsoft-com:vml" Requires="v">
                <p:oleObj name="Picture" r:id="rId2" imgW="2042160" imgH="1438656" progId="Word.Picture.8">
                  <p:embed/>
                </p:oleObj>
              </mc:Choice>
              <mc:Fallback>
                <p:oleObj name="Picture" r:id="rId2" imgW="2042160" imgH="1438656" progId="Word.Picture.8">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524000"/>
                        <a:ext cx="3276600" cy="2287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23" name="Rectangle 7">
            <a:extLst>
              <a:ext uri="{FF2B5EF4-FFF2-40B4-BE49-F238E27FC236}">
                <a16:creationId xmlns:a16="http://schemas.microsoft.com/office/drawing/2014/main" id="{561A30DB-802F-739D-C7FE-DDB90C6AC2CB}"/>
              </a:ext>
            </a:extLst>
          </p:cNvPr>
          <p:cNvSpPr>
            <a:spLocks noChangeArrowheads="1"/>
          </p:cNvSpPr>
          <p:nvPr/>
        </p:nvSpPr>
        <p:spPr bwMode="auto">
          <a:xfrm>
            <a:off x="0" y="3902075"/>
            <a:ext cx="2794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000">
                <a:ea typeface="Times New Roman" panose="02020603050405020304" pitchFamily="18" charset="0"/>
                <a:cs typeface="Courier New" panose="02070309020205020404" pitchFamily="49" charset="0"/>
              </a:rPr>
              <a:t>   </a:t>
            </a:r>
            <a:endParaRPr lang="en-US" altLang="en-US" sz="2400">
              <a:ea typeface="Times New Roman" panose="02020603050405020304" pitchFamily="18" charset="0"/>
              <a:cs typeface="Courier New" panose="02070309020205020404" pitchFamily="49"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4">
            <a:extLst>
              <a:ext uri="{FF2B5EF4-FFF2-40B4-BE49-F238E27FC236}">
                <a16:creationId xmlns:a16="http://schemas.microsoft.com/office/drawing/2014/main" id="{DF447460-5565-721B-C2D3-842FAE20CA7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830AFB7-34D8-470C-89F4-80F71E853DE0}" type="slidenum">
              <a:rPr lang="en-US" altLang="en-US" sz="1400"/>
              <a:pPr>
                <a:spcBef>
                  <a:spcPct val="0"/>
                </a:spcBef>
                <a:buClrTx/>
                <a:buSzTx/>
                <a:buFontTx/>
                <a:buNone/>
              </a:pPr>
              <a:t>8</a:t>
            </a:fld>
            <a:endParaRPr lang="en-US" altLang="en-US" sz="1400"/>
          </a:p>
        </p:txBody>
      </p:sp>
      <p:sp>
        <p:nvSpPr>
          <p:cNvPr id="10243" name="Rectangle 2">
            <a:extLst>
              <a:ext uri="{FF2B5EF4-FFF2-40B4-BE49-F238E27FC236}">
                <a16:creationId xmlns:a16="http://schemas.microsoft.com/office/drawing/2014/main" id="{2A2BC788-12FA-B836-3B84-376B659B6A48}"/>
              </a:ext>
            </a:extLst>
          </p:cNvPr>
          <p:cNvSpPr>
            <a:spLocks noGrp="1" noChangeArrowheads="1"/>
          </p:cNvSpPr>
          <p:nvPr>
            <p:ph type="title"/>
          </p:nvPr>
        </p:nvSpPr>
        <p:spPr>
          <a:xfrm>
            <a:off x="685800" y="285750"/>
            <a:ext cx="7772400" cy="704850"/>
          </a:xfrm>
        </p:spPr>
        <p:txBody>
          <a:bodyPr/>
          <a:lstStyle/>
          <a:p>
            <a:r>
              <a:rPr lang="en-US" altLang="en-US"/>
              <a:t>Basic Graph Terminologies </a:t>
            </a:r>
          </a:p>
        </p:txBody>
      </p:sp>
      <p:sp>
        <p:nvSpPr>
          <p:cNvPr id="10244" name="Text Box 3">
            <a:extLst>
              <a:ext uri="{FF2B5EF4-FFF2-40B4-BE49-F238E27FC236}">
                <a16:creationId xmlns:a16="http://schemas.microsoft.com/office/drawing/2014/main" id="{CB5606FB-B3AC-B2B9-22AE-0BA9FB929B95}"/>
              </a:ext>
            </a:extLst>
          </p:cNvPr>
          <p:cNvSpPr txBox="1">
            <a:spLocks noChangeArrowheads="1"/>
          </p:cNvSpPr>
          <p:nvPr/>
        </p:nvSpPr>
        <p:spPr bwMode="auto">
          <a:xfrm>
            <a:off x="609600" y="1447800"/>
            <a:ext cx="800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endParaRPr lang="en-US" altLang="en-US" sz="2400"/>
          </a:p>
        </p:txBody>
      </p:sp>
      <p:sp>
        <p:nvSpPr>
          <p:cNvPr id="10245" name="Text Box 4">
            <a:extLst>
              <a:ext uri="{FF2B5EF4-FFF2-40B4-BE49-F238E27FC236}">
                <a16:creationId xmlns:a16="http://schemas.microsoft.com/office/drawing/2014/main" id="{B7E9E856-8A6C-E646-4DDD-3875C62A23F5}"/>
              </a:ext>
            </a:extLst>
          </p:cNvPr>
          <p:cNvSpPr txBox="1">
            <a:spLocks noChangeArrowheads="1"/>
          </p:cNvSpPr>
          <p:nvPr/>
        </p:nvSpPr>
        <p:spPr bwMode="auto">
          <a:xfrm>
            <a:off x="533400" y="1219200"/>
            <a:ext cx="8610600" cy="2257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spcAft>
                <a:spcPts val="1200"/>
              </a:spcAft>
              <a:buClrTx/>
              <a:buSzTx/>
              <a:buFontTx/>
              <a:buNone/>
            </a:pPr>
            <a:r>
              <a:rPr lang="en-US" altLang="en-US" sz="2800">
                <a:cs typeface="Times New Roman" panose="02020603050405020304" pitchFamily="18" charset="0"/>
              </a:rPr>
              <a:t>Parallel edge</a:t>
            </a:r>
          </a:p>
          <a:p>
            <a:pPr>
              <a:spcBef>
                <a:spcPct val="0"/>
              </a:spcBef>
              <a:spcAft>
                <a:spcPts val="1200"/>
              </a:spcAft>
              <a:buClrTx/>
              <a:buSzTx/>
              <a:buFontTx/>
              <a:buNone/>
            </a:pPr>
            <a:r>
              <a:rPr lang="en-US" altLang="en-US" sz="2800">
                <a:cs typeface="Times New Roman" panose="02020603050405020304" pitchFamily="18" charset="0"/>
              </a:rPr>
              <a:t>Simple graph</a:t>
            </a:r>
          </a:p>
          <a:p>
            <a:pPr>
              <a:spcBef>
                <a:spcPct val="0"/>
              </a:spcBef>
              <a:spcAft>
                <a:spcPts val="1200"/>
              </a:spcAft>
              <a:buClrTx/>
              <a:buSzTx/>
              <a:buFontTx/>
              <a:buNone/>
            </a:pPr>
            <a:r>
              <a:rPr lang="en-US" altLang="en-US" sz="2800">
                <a:cs typeface="Times New Roman" panose="02020603050405020304" pitchFamily="18" charset="0"/>
              </a:rPr>
              <a:t>Complete graph</a:t>
            </a:r>
          </a:p>
          <a:p>
            <a:pPr>
              <a:spcBef>
                <a:spcPct val="0"/>
              </a:spcBef>
              <a:spcAft>
                <a:spcPts val="1200"/>
              </a:spcAft>
              <a:buClrTx/>
              <a:buSzTx/>
              <a:buFontTx/>
              <a:buNone/>
            </a:pPr>
            <a:r>
              <a:rPr lang="en-US" altLang="en-US" sz="2800">
                <a:cs typeface="Times New Roman" panose="02020603050405020304" pitchFamily="18" charset="0"/>
              </a:rPr>
              <a:t>Spanning tree</a:t>
            </a:r>
            <a:endParaRPr lang="en-US" altLang="en-US" sz="2800"/>
          </a:p>
        </p:txBody>
      </p:sp>
      <p:sp>
        <p:nvSpPr>
          <p:cNvPr id="10246" name="Rectangle 6">
            <a:extLst>
              <a:ext uri="{FF2B5EF4-FFF2-40B4-BE49-F238E27FC236}">
                <a16:creationId xmlns:a16="http://schemas.microsoft.com/office/drawing/2014/main" id="{877E4B45-5546-64FB-B5BD-4B82E05A9330}"/>
              </a:ext>
            </a:extLst>
          </p:cNvPr>
          <p:cNvSpPr>
            <a:spLocks noChangeArrowheads="1"/>
          </p:cNvSpPr>
          <p:nvPr/>
        </p:nvSpPr>
        <p:spPr bwMode="auto">
          <a:xfrm>
            <a:off x="0" y="2833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10247" name="Object 5">
            <a:extLst>
              <a:ext uri="{FF2B5EF4-FFF2-40B4-BE49-F238E27FC236}">
                <a16:creationId xmlns:a16="http://schemas.microsoft.com/office/drawing/2014/main" id="{72C0B890-588B-B00E-B39D-45B4B930CB1D}"/>
              </a:ext>
            </a:extLst>
          </p:cNvPr>
          <p:cNvGraphicFramePr>
            <a:graphicFrameLocks noChangeAspect="1"/>
          </p:cNvGraphicFramePr>
          <p:nvPr/>
        </p:nvGraphicFramePr>
        <p:xfrm>
          <a:off x="533400" y="3657600"/>
          <a:ext cx="3429000" cy="2393950"/>
        </p:xfrm>
        <a:graphic>
          <a:graphicData uri="http://schemas.openxmlformats.org/presentationml/2006/ole">
            <mc:AlternateContent xmlns:mc="http://schemas.openxmlformats.org/markup-compatibility/2006">
              <mc:Choice xmlns:v="urn:schemas-microsoft-com:vml" Requires="v">
                <p:oleObj name="Picture" r:id="rId2" imgW="2040636" imgH="1438656" progId="Word.Picture.8">
                  <p:embed/>
                </p:oleObj>
              </mc:Choice>
              <mc:Fallback>
                <p:oleObj name="Picture" r:id="rId2" imgW="2040636" imgH="1438656" progId="Word.Picture.8">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3657600"/>
                        <a:ext cx="3429000" cy="239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48" name="Rectangle 8">
            <a:extLst>
              <a:ext uri="{FF2B5EF4-FFF2-40B4-BE49-F238E27FC236}">
                <a16:creationId xmlns:a16="http://schemas.microsoft.com/office/drawing/2014/main" id="{83D36144-0CA5-28EE-971D-73B5FB0DACC4}"/>
              </a:ext>
            </a:extLst>
          </p:cNvPr>
          <p:cNvSpPr>
            <a:spLocks noChangeArrowheads="1"/>
          </p:cNvSpPr>
          <p:nvPr/>
        </p:nvSpPr>
        <p:spPr bwMode="auto">
          <a:xfrm>
            <a:off x="0" y="2833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10249" name="Object 7">
            <a:extLst>
              <a:ext uri="{FF2B5EF4-FFF2-40B4-BE49-F238E27FC236}">
                <a16:creationId xmlns:a16="http://schemas.microsoft.com/office/drawing/2014/main" id="{A35336C1-5CD5-45A0-B3FD-3CA4049D2B5E}"/>
              </a:ext>
            </a:extLst>
          </p:cNvPr>
          <p:cNvGraphicFramePr>
            <a:graphicFrameLocks noChangeAspect="1"/>
          </p:cNvGraphicFramePr>
          <p:nvPr/>
        </p:nvGraphicFramePr>
        <p:xfrm>
          <a:off x="4572000" y="3810000"/>
          <a:ext cx="3429000" cy="2393950"/>
        </p:xfrm>
        <a:graphic>
          <a:graphicData uri="http://schemas.openxmlformats.org/presentationml/2006/ole">
            <mc:AlternateContent xmlns:mc="http://schemas.openxmlformats.org/markup-compatibility/2006">
              <mc:Choice xmlns:v="urn:schemas-microsoft-com:vml" Requires="v">
                <p:oleObj name="Picture" r:id="rId4" imgW="2044700" imgH="1435100" progId="Word.Picture.8">
                  <p:embed/>
                </p:oleObj>
              </mc:Choice>
              <mc:Fallback>
                <p:oleObj name="Picture" r:id="rId4" imgW="2044700" imgH="1435100" progId="Word.Picture.8">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3810000"/>
                        <a:ext cx="3429000" cy="239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4">
            <a:extLst>
              <a:ext uri="{FF2B5EF4-FFF2-40B4-BE49-F238E27FC236}">
                <a16:creationId xmlns:a16="http://schemas.microsoft.com/office/drawing/2014/main" id="{13C9E203-0E32-AD31-47B3-726B42136D6C}"/>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53AD6B5-9295-4AAD-B208-463E826F3511}" type="slidenum">
              <a:rPr lang="en-US" altLang="en-US" sz="1400"/>
              <a:pPr>
                <a:spcBef>
                  <a:spcPct val="0"/>
                </a:spcBef>
                <a:buClrTx/>
                <a:buSzTx/>
                <a:buFontTx/>
                <a:buNone/>
              </a:pPr>
              <a:t>9</a:t>
            </a:fld>
            <a:endParaRPr lang="en-US" altLang="en-US" sz="1400"/>
          </a:p>
        </p:txBody>
      </p:sp>
      <p:sp>
        <p:nvSpPr>
          <p:cNvPr id="11267" name="Rectangle 2">
            <a:extLst>
              <a:ext uri="{FF2B5EF4-FFF2-40B4-BE49-F238E27FC236}">
                <a16:creationId xmlns:a16="http://schemas.microsoft.com/office/drawing/2014/main" id="{EA24C108-77A9-45D8-A8D7-995D73D125E5}"/>
              </a:ext>
            </a:extLst>
          </p:cNvPr>
          <p:cNvSpPr>
            <a:spLocks noGrp="1" noChangeArrowheads="1"/>
          </p:cNvSpPr>
          <p:nvPr>
            <p:ph type="title"/>
          </p:nvPr>
        </p:nvSpPr>
        <p:spPr>
          <a:xfrm>
            <a:off x="685800" y="285750"/>
            <a:ext cx="7772400" cy="704850"/>
          </a:xfrm>
        </p:spPr>
        <p:txBody>
          <a:bodyPr/>
          <a:lstStyle/>
          <a:p>
            <a:r>
              <a:rPr lang="en-US" altLang="en-US"/>
              <a:t>Representing Graphs </a:t>
            </a:r>
          </a:p>
        </p:txBody>
      </p:sp>
      <p:sp>
        <p:nvSpPr>
          <p:cNvPr id="11268" name="Text Box 3">
            <a:extLst>
              <a:ext uri="{FF2B5EF4-FFF2-40B4-BE49-F238E27FC236}">
                <a16:creationId xmlns:a16="http://schemas.microsoft.com/office/drawing/2014/main" id="{B4686A2D-FE0A-4192-F3A6-267C72428267}"/>
              </a:ext>
            </a:extLst>
          </p:cNvPr>
          <p:cNvSpPr txBox="1">
            <a:spLocks noChangeArrowheads="1"/>
          </p:cNvSpPr>
          <p:nvPr/>
        </p:nvSpPr>
        <p:spPr bwMode="auto">
          <a:xfrm>
            <a:off x="609600" y="1447800"/>
            <a:ext cx="800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endParaRPr lang="en-US" altLang="en-US" sz="2400"/>
          </a:p>
        </p:txBody>
      </p:sp>
      <p:sp>
        <p:nvSpPr>
          <p:cNvPr id="11269" name="Text Box 4">
            <a:extLst>
              <a:ext uri="{FF2B5EF4-FFF2-40B4-BE49-F238E27FC236}">
                <a16:creationId xmlns:a16="http://schemas.microsoft.com/office/drawing/2014/main" id="{7BBFAE7F-B067-A5A2-1C24-8B6712AFD142}"/>
              </a:ext>
            </a:extLst>
          </p:cNvPr>
          <p:cNvSpPr txBox="1">
            <a:spLocks noChangeArrowheads="1"/>
          </p:cNvSpPr>
          <p:nvPr/>
        </p:nvSpPr>
        <p:spPr bwMode="auto">
          <a:xfrm>
            <a:off x="304800" y="1219200"/>
            <a:ext cx="8610600" cy="2554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spcAft>
                <a:spcPts val="1200"/>
              </a:spcAft>
              <a:buClrTx/>
              <a:buSzTx/>
              <a:buFontTx/>
              <a:buNone/>
            </a:pPr>
            <a:r>
              <a:rPr lang="en-US" altLang="en-US" sz="2400"/>
              <a:t>Representing Vertices </a:t>
            </a:r>
          </a:p>
          <a:p>
            <a:pPr>
              <a:spcBef>
                <a:spcPct val="0"/>
              </a:spcBef>
              <a:spcAft>
                <a:spcPts val="1200"/>
              </a:spcAft>
              <a:buClrTx/>
              <a:buSzTx/>
              <a:buFontTx/>
              <a:buNone/>
            </a:pPr>
            <a:r>
              <a:rPr lang="en-US" altLang="en-US" sz="2400"/>
              <a:t>Representing Edges: Edge Array </a:t>
            </a:r>
          </a:p>
          <a:p>
            <a:pPr>
              <a:spcBef>
                <a:spcPct val="0"/>
              </a:spcBef>
              <a:spcAft>
                <a:spcPts val="1200"/>
              </a:spcAft>
              <a:buClrTx/>
              <a:buSzTx/>
              <a:buFontTx/>
              <a:buNone/>
            </a:pPr>
            <a:r>
              <a:rPr lang="en-US" altLang="en-US" sz="2400"/>
              <a:t>Representing Edges: Edge Objects </a:t>
            </a:r>
          </a:p>
          <a:p>
            <a:pPr>
              <a:spcBef>
                <a:spcPct val="0"/>
              </a:spcBef>
              <a:spcAft>
                <a:spcPts val="1200"/>
              </a:spcAft>
              <a:buClrTx/>
              <a:buSzTx/>
              <a:buFontTx/>
              <a:buNone/>
            </a:pPr>
            <a:r>
              <a:rPr lang="en-US" altLang="en-US" sz="2400"/>
              <a:t>Representing Edges: Adjacency Matrices </a:t>
            </a:r>
          </a:p>
          <a:p>
            <a:pPr>
              <a:spcBef>
                <a:spcPct val="0"/>
              </a:spcBef>
              <a:spcAft>
                <a:spcPts val="1200"/>
              </a:spcAft>
              <a:buClrTx/>
              <a:buSzTx/>
              <a:buFontTx/>
              <a:buNone/>
            </a:pPr>
            <a:r>
              <a:rPr lang="en-US" altLang="en-US" sz="2400"/>
              <a:t>Representing Edges: Adjacency Lists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4">
            <a:extLst>
              <a:ext uri="{FF2B5EF4-FFF2-40B4-BE49-F238E27FC236}">
                <a16:creationId xmlns:a16="http://schemas.microsoft.com/office/drawing/2014/main" id="{49EE54AE-5BBE-DF9E-4245-266E3AFD6160}"/>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5C48E900-CB44-47A5-9522-426C5C64AA12}" type="slidenum">
              <a:rPr lang="en-US" altLang="en-US" sz="1400"/>
              <a:pPr>
                <a:spcBef>
                  <a:spcPct val="0"/>
                </a:spcBef>
                <a:buClrTx/>
                <a:buSzTx/>
                <a:buFontTx/>
                <a:buNone/>
              </a:pPr>
              <a:t>10</a:t>
            </a:fld>
            <a:endParaRPr lang="en-US" altLang="en-US" sz="1400"/>
          </a:p>
        </p:txBody>
      </p:sp>
      <p:sp>
        <p:nvSpPr>
          <p:cNvPr id="12291" name="Rectangle 2">
            <a:extLst>
              <a:ext uri="{FF2B5EF4-FFF2-40B4-BE49-F238E27FC236}">
                <a16:creationId xmlns:a16="http://schemas.microsoft.com/office/drawing/2014/main" id="{227E5749-E086-CBCB-621C-9D4DA492DE31}"/>
              </a:ext>
            </a:extLst>
          </p:cNvPr>
          <p:cNvSpPr>
            <a:spLocks noGrp="1" noChangeArrowheads="1"/>
          </p:cNvSpPr>
          <p:nvPr>
            <p:ph type="title"/>
          </p:nvPr>
        </p:nvSpPr>
        <p:spPr>
          <a:xfrm>
            <a:off x="685800" y="285750"/>
            <a:ext cx="7772400" cy="704850"/>
          </a:xfrm>
        </p:spPr>
        <p:txBody>
          <a:bodyPr/>
          <a:lstStyle/>
          <a:p>
            <a:r>
              <a:rPr lang="en-US" altLang="en-US"/>
              <a:t>Representing Vertices </a:t>
            </a:r>
          </a:p>
        </p:txBody>
      </p:sp>
      <p:sp>
        <p:nvSpPr>
          <p:cNvPr id="12292" name="Text Box 3">
            <a:extLst>
              <a:ext uri="{FF2B5EF4-FFF2-40B4-BE49-F238E27FC236}">
                <a16:creationId xmlns:a16="http://schemas.microsoft.com/office/drawing/2014/main" id="{3B980082-897C-16A4-5AAB-8CE6E3AE972A}"/>
              </a:ext>
            </a:extLst>
          </p:cNvPr>
          <p:cNvSpPr txBox="1">
            <a:spLocks noChangeArrowheads="1"/>
          </p:cNvSpPr>
          <p:nvPr/>
        </p:nvSpPr>
        <p:spPr bwMode="auto">
          <a:xfrm>
            <a:off x="609600" y="1447800"/>
            <a:ext cx="800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endParaRPr lang="en-US" altLang="en-US" sz="2400"/>
          </a:p>
        </p:txBody>
      </p:sp>
      <p:sp>
        <p:nvSpPr>
          <p:cNvPr id="12293" name="Text Box 4">
            <a:extLst>
              <a:ext uri="{FF2B5EF4-FFF2-40B4-BE49-F238E27FC236}">
                <a16:creationId xmlns:a16="http://schemas.microsoft.com/office/drawing/2014/main" id="{530391C4-6A15-F8AE-76F1-B5A2FE69BE12}"/>
              </a:ext>
            </a:extLst>
          </p:cNvPr>
          <p:cNvSpPr txBox="1">
            <a:spLocks noChangeArrowheads="1"/>
          </p:cNvSpPr>
          <p:nvPr/>
        </p:nvSpPr>
        <p:spPr bwMode="auto">
          <a:xfrm>
            <a:off x="228600" y="1219200"/>
            <a:ext cx="89154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spcAft>
                <a:spcPts val="1200"/>
              </a:spcAft>
              <a:buClrTx/>
              <a:buSzTx/>
              <a:buFontTx/>
              <a:buNone/>
            </a:pPr>
            <a:r>
              <a:rPr lang="en-US" altLang="en-US" sz="2400"/>
              <a:t>String[] vertices = {“Seattle“, “San Francisco“, “Los Angles”, “Denver”, “Kansas City”, “Chicago”, … };</a:t>
            </a:r>
          </a:p>
        </p:txBody>
      </p:sp>
      <p:sp>
        <p:nvSpPr>
          <p:cNvPr id="12294" name="Text Box 5">
            <a:extLst>
              <a:ext uri="{FF2B5EF4-FFF2-40B4-BE49-F238E27FC236}">
                <a16:creationId xmlns:a16="http://schemas.microsoft.com/office/drawing/2014/main" id="{2035CC7E-13AC-DEE2-C32C-2FECB608E3DF}"/>
              </a:ext>
            </a:extLst>
          </p:cNvPr>
          <p:cNvSpPr txBox="1">
            <a:spLocks noChangeArrowheads="1"/>
          </p:cNvSpPr>
          <p:nvPr/>
        </p:nvSpPr>
        <p:spPr bwMode="auto">
          <a:xfrm>
            <a:off x="228600" y="2133600"/>
            <a:ext cx="861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spcAft>
                <a:spcPts val="1200"/>
              </a:spcAft>
              <a:buClrTx/>
              <a:buSzTx/>
              <a:buFontTx/>
              <a:buNone/>
            </a:pPr>
            <a:r>
              <a:rPr lang="en-US" altLang="en-US" sz="2400"/>
              <a:t>City[] vertices = {city0, city1, … };</a:t>
            </a:r>
          </a:p>
        </p:txBody>
      </p:sp>
      <p:sp>
        <p:nvSpPr>
          <p:cNvPr id="12295" name="Text Box 6">
            <a:extLst>
              <a:ext uri="{FF2B5EF4-FFF2-40B4-BE49-F238E27FC236}">
                <a16:creationId xmlns:a16="http://schemas.microsoft.com/office/drawing/2014/main" id="{98104040-3C5C-7970-70AC-9ACF11A74DEF}"/>
              </a:ext>
            </a:extLst>
          </p:cNvPr>
          <p:cNvSpPr txBox="1">
            <a:spLocks noChangeArrowheads="1"/>
          </p:cNvSpPr>
          <p:nvPr/>
        </p:nvSpPr>
        <p:spPr bwMode="auto">
          <a:xfrm>
            <a:off x="304800" y="2895600"/>
            <a:ext cx="8610600" cy="1492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spcAft>
                <a:spcPts val="1200"/>
              </a:spcAft>
              <a:buClrTx/>
              <a:buSzTx/>
              <a:buFontTx/>
              <a:buNone/>
            </a:pPr>
            <a:r>
              <a:rPr lang="en-US" altLang="en-US" sz="2400"/>
              <a:t>public class City {</a:t>
            </a:r>
          </a:p>
          <a:p>
            <a:pPr>
              <a:spcBef>
                <a:spcPct val="0"/>
              </a:spcBef>
              <a:spcAft>
                <a:spcPts val="1200"/>
              </a:spcAft>
              <a:buClrTx/>
              <a:buSzTx/>
              <a:buFontTx/>
              <a:buNone/>
            </a:pPr>
            <a:endParaRPr lang="en-US" altLang="en-US" sz="2400"/>
          </a:p>
          <a:p>
            <a:pPr>
              <a:spcBef>
                <a:spcPct val="0"/>
              </a:spcBef>
              <a:spcAft>
                <a:spcPts val="1200"/>
              </a:spcAft>
              <a:buClrTx/>
              <a:buSzTx/>
              <a:buFontTx/>
              <a:buNone/>
            </a:pPr>
            <a:r>
              <a:rPr lang="en-US" altLang="en-US" sz="2400"/>
              <a:t>}</a:t>
            </a:r>
          </a:p>
        </p:txBody>
      </p:sp>
      <p:sp>
        <p:nvSpPr>
          <p:cNvPr id="12296" name="Text Box 7">
            <a:extLst>
              <a:ext uri="{FF2B5EF4-FFF2-40B4-BE49-F238E27FC236}">
                <a16:creationId xmlns:a16="http://schemas.microsoft.com/office/drawing/2014/main" id="{6D3F8CA6-810E-6019-E98B-CAF93496C221}"/>
              </a:ext>
            </a:extLst>
          </p:cNvPr>
          <p:cNvSpPr txBox="1">
            <a:spLocks noChangeArrowheads="1"/>
          </p:cNvSpPr>
          <p:nvPr/>
        </p:nvSpPr>
        <p:spPr bwMode="auto">
          <a:xfrm>
            <a:off x="304800" y="4800600"/>
            <a:ext cx="861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spcAft>
                <a:spcPts val="1200"/>
              </a:spcAft>
              <a:buClrTx/>
              <a:buSzTx/>
              <a:buFontTx/>
              <a:buNone/>
            </a:pPr>
            <a:r>
              <a:rPr lang="en-US" altLang="en-US" sz="2400"/>
              <a:t>List&lt;String&gt; vertices;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4">
            <a:extLst>
              <a:ext uri="{FF2B5EF4-FFF2-40B4-BE49-F238E27FC236}">
                <a16:creationId xmlns:a16="http://schemas.microsoft.com/office/drawing/2014/main" id="{7EA81509-3C3B-2FC0-17AE-8EE94BAA4D5E}"/>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B9BECBC7-597C-47BE-B764-D9F51DE6CB18}" type="slidenum">
              <a:rPr lang="en-US" altLang="en-US" sz="1400"/>
              <a:pPr>
                <a:spcBef>
                  <a:spcPct val="0"/>
                </a:spcBef>
                <a:buClrTx/>
                <a:buSzTx/>
                <a:buFontTx/>
                <a:buNone/>
              </a:pPr>
              <a:t>11</a:t>
            </a:fld>
            <a:endParaRPr lang="en-US" altLang="en-US" sz="1400"/>
          </a:p>
        </p:txBody>
      </p:sp>
      <p:sp>
        <p:nvSpPr>
          <p:cNvPr id="13315" name="Rectangle 2">
            <a:extLst>
              <a:ext uri="{FF2B5EF4-FFF2-40B4-BE49-F238E27FC236}">
                <a16:creationId xmlns:a16="http://schemas.microsoft.com/office/drawing/2014/main" id="{3FA9FCFB-5192-75EF-086A-66E98C943B80}"/>
              </a:ext>
            </a:extLst>
          </p:cNvPr>
          <p:cNvSpPr>
            <a:spLocks noGrp="1" noChangeArrowheads="1"/>
          </p:cNvSpPr>
          <p:nvPr>
            <p:ph type="title"/>
          </p:nvPr>
        </p:nvSpPr>
        <p:spPr>
          <a:xfrm>
            <a:off x="685800" y="285750"/>
            <a:ext cx="7772400" cy="704850"/>
          </a:xfrm>
        </p:spPr>
        <p:txBody>
          <a:bodyPr/>
          <a:lstStyle/>
          <a:p>
            <a:r>
              <a:rPr lang="en-US" altLang="en-US"/>
              <a:t>Representing Edges: Edge Array </a:t>
            </a:r>
          </a:p>
        </p:txBody>
      </p:sp>
      <p:sp>
        <p:nvSpPr>
          <p:cNvPr id="13316" name="Text Box 3">
            <a:extLst>
              <a:ext uri="{FF2B5EF4-FFF2-40B4-BE49-F238E27FC236}">
                <a16:creationId xmlns:a16="http://schemas.microsoft.com/office/drawing/2014/main" id="{4F67339B-A100-95C5-F698-71AAC8FDAA2B}"/>
              </a:ext>
            </a:extLst>
          </p:cNvPr>
          <p:cNvSpPr txBox="1">
            <a:spLocks noChangeArrowheads="1"/>
          </p:cNvSpPr>
          <p:nvPr/>
        </p:nvSpPr>
        <p:spPr bwMode="auto">
          <a:xfrm>
            <a:off x="609600" y="1447800"/>
            <a:ext cx="800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endParaRPr lang="en-US" altLang="en-US" sz="2400"/>
          </a:p>
        </p:txBody>
      </p:sp>
      <p:sp>
        <p:nvSpPr>
          <p:cNvPr id="13317" name="Text Box 4">
            <a:extLst>
              <a:ext uri="{FF2B5EF4-FFF2-40B4-BE49-F238E27FC236}">
                <a16:creationId xmlns:a16="http://schemas.microsoft.com/office/drawing/2014/main" id="{6012A060-555A-6354-42D9-C8078150F364}"/>
              </a:ext>
            </a:extLst>
          </p:cNvPr>
          <p:cNvSpPr txBox="1">
            <a:spLocks noChangeArrowheads="1"/>
          </p:cNvSpPr>
          <p:nvPr/>
        </p:nvSpPr>
        <p:spPr bwMode="auto">
          <a:xfrm>
            <a:off x="228600" y="1219200"/>
            <a:ext cx="891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spcAft>
                <a:spcPts val="1200"/>
              </a:spcAft>
              <a:buClrTx/>
              <a:buSzTx/>
              <a:buFontTx/>
              <a:buNone/>
            </a:pPr>
            <a:r>
              <a:rPr lang="en-US" altLang="en-US" sz="2400"/>
              <a:t>int[][] edges = {{0, 1}, {0, 3} {0, 5}, {1, 0}, {1, 2}, …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4">
            <a:extLst>
              <a:ext uri="{FF2B5EF4-FFF2-40B4-BE49-F238E27FC236}">
                <a16:creationId xmlns:a16="http://schemas.microsoft.com/office/drawing/2014/main" id="{B6BFA825-AA9B-DBC7-48D5-10D9D0105A96}"/>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C7C30F6C-86E9-473D-88BE-30CC0A720180}" type="slidenum">
              <a:rPr lang="en-US" altLang="en-US" sz="1400"/>
              <a:pPr>
                <a:spcBef>
                  <a:spcPct val="0"/>
                </a:spcBef>
                <a:buClrTx/>
                <a:buSzTx/>
                <a:buFontTx/>
                <a:buNone/>
              </a:pPr>
              <a:t>12</a:t>
            </a:fld>
            <a:endParaRPr lang="en-US" altLang="en-US" sz="1400"/>
          </a:p>
        </p:txBody>
      </p:sp>
      <p:sp>
        <p:nvSpPr>
          <p:cNvPr id="14339" name="Rectangle 2">
            <a:extLst>
              <a:ext uri="{FF2B5EF4-FFF2-40B4-BE49-F238E27FC236}">
                <a16:creationId xmlns:a16="http://schemas.microsoft.com/office/drawing/2014/main" id="{7F38AAB9-542F-3B91-AFD7-9E16F48B2B88}"/>
              </a:ext>
            </a:extLst>
          </p:cNvPr>
          <p:cNvSpPr>
            <a:spLocks noGrp="1" noChangeArrowheads="1"/>
          </p:cNvSpPr>
          <p:nvPr>
            <p:ph type="title"/>
          </p:nvPr>
        </p:nvSpPr>
        <p:spPr>
          <a:xfrm>
            <a:off x="685800" y="285750"/>
            <a:ext cx="7772400" cy="704850"/>
          </a:xfrm>
        </p:spPr>
        <p:txBody>
          <a:bodyPr/>
          <a:lstStyle/>
          <a:p>
            <a:r>
              <a:rPr lang="en-US" altLang="en-US"/>
              <a:t>Representing Edges: Edge Object </a:t>
            </a:r>
          </a:p>
        </p:txBody>
      </p:sp>
      <p:sp>
        <p:nvSpPr>
          <p:cNvPr id="14340" name="Text Box 3">
            <a:extLst>
              <a:ext uri="{FF2B5EF4-FFF2-40B4-BE49-F238E27FC236}">
                <a16:creationId xmlns:a16="http://schemas.microsoft.com/office/drawing/2014/main" id="{5D9EE66E-6130-77EF-841E-72680DE6BD6C}"/>
              </a:ext>
            </a:extLst>
          </p:cNvPr>
          <p:cNvSpPr txBox="1">
            <a:spLocks noChangeArrowheads="1"/>
          </p:cNvSpPr>
          <p:nvPr/>
        </p:nvSpPr>
        <p:spPr bwMode="auto">
          <a:xfrm>
            <a:off x="609600" y="1447800"/>
            <a:ext cx="800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endParaRPr lang="en-US" altLang="en-US" sz="2400"/>
          </a:p>
        </p:txBody>
      </p:sp>
      <p:sp>
        <p:nvSpPr>
          <p:cNvPr id="14341" name="Text Box 4">
            <a:extLst>
              <a:ext uri="{FF2B5EF4-FFF2-40B4-BE49-F238E27FC236}">
                <a16:creationId xmlns:a16="http://schemas.microsoft.com/office/drawing/2014/main" id="{015724DB-FD39-52E8-069F-4B7E4908AE97}"/>
              </a:ext>
            </a:extLst>
          </p:cNvPr>
          <p:cNvSpPr txBox="1">
            <a:spLocks noChangeArrowheads="1"/>
          </p:cNvSpPr>
          <p:nvPr/>
        </p:nvSpPr>
        <p:spPr bwMode="auto">
          <a:xfrm>
            <a:off x="228600" y="1219200"/>
            <a:ext cx="8915400" cy="304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spcAft>
                <a:spcPts val="1200"/>
              </a:spcAft>
              <a:buClrTx/>
              <a:buSzTx/>
              <a:buFontTx/>
              <a:buNone/>
            </a:pPr>
            <a:r>
              <a:rPr lang="en-US" altLang="en-US" sz="2400"/>
              <a:t>public class Edge {</a:t>
            </a:r>
          </a:p>
          <a:p>
            <a:pPr>
              <a:spcBef>
                <a:spcPct val="0"/>
              </a:spcBef>
              <a:spcAft>
                <a:spcPts val="1200"/>
              </a:spcAft>
              <a:buClrTx/>
              <a:buSzTx/>
              <a:buFontTx/>
              <a:buNone/>
            </a:pPr>
            <a:r>
              <a:rPr lang="en-US" altLang="en-US" sz="2400"/>
              <a:t>  int u, v;</a:t>
            </a:r>
          </a:p>
          <a:p>
            <a:pPr>
              <a:spcBef>
                <a:spcPct val="0"/>
              </a:spcBef>
              <a:spcAft>
                <a:spcPts val="1200"/>
              </a:spcAft>
              <a:buClrTx/>
              <a:buSzTx/>
              <a:buFontTx/>
              <a:buNone/>
            </a:pPr>
            <a:r>
              <a:rPr lang="en-US" altLang="en-US" sz="2400"/>
              <a:t>  public Edge(int u, int v) {</a:t>
            </a:r>
          </a:p>
          <a:p>
            <a:pPr>
              <a:spcBef>
                <a:spcPct val="0"/>
              </a:spcBef>
              <a:spcAft>
                <a:spcPts val="1200"/>
              </a:spcAft>
              <a:buClrTx/>
              <a:buSzTx/>
              <a:buFontTx/>
              <a:buNone/>
            </a:pPr>
            <a:r>
              <a:rPr lang="en-US" altLang="en-US" sz="2400"/>
              <a:t>    this.u = u;</a:t>
            </a:r>
          </a:p>
          <a:p>
            <a:pPr>
              <a:spcBef>
                <a:spcPct val="0"/>
              </a:spcBef>
              <a:spcAft>
                <a:spcPts val="1200"/>
              </a:spcAft>
              <a:buClrTx/>
              <a:buSzTx/>
              <a:buFontTx/>
              <a:buNone/>
            </a:pPr>
            <a:r>
              <a:rPr lang="en-US" altLang="en-US" sz="2400"/>
              <a:t>    this.v = v;</a:t>
            </a:r>
          </a:p>
          <a:p>
            <a:pPr>
              <a:spcBef>
                <a:spcPct val="0"/>
              </a:spcBef>
              <a:spcAft>
                <a:spcPts val="1200"/>
              </a:spcAft>
              <a:buClrTx/>
              <a:buSzTx/>
              <a:buFontTx/>
              <a:buNone/>
            </a:pPr>
            <a:r>
              <a:rPr lang="en-US" altLang="en-US" sz="2400"/>
              <a:t>}</a:t>
            </a:r>
          </a:p>
        </p:txBody>
      </p:sp>
      <p:sp>
        <p:nvSpPr>
          <p:cNvPr id="14342" name="Text Box 5">
            <a:extLst>
              <a:ext uri="{FF2B5EF4-FFF2-40B4-BE49-F238E27FC236}">
                <a16:creationId xmlns:a16="http://schemas.microsoft.com/office/drawing/2014/main" id="{971A9F7F-5DC5-3727-A136-8EFF47FE4CE6}"/>
              </a:ext>
            </a:extLst>
          </p:cNvPr>
          <p:cNvSpPr txBox="1">
            <a:spLocks noChangeArrowheads="1"/>
          </p:cNvSpPr>
          <p:nvPr/>
        </p:nvSpPr>
        <p:spPr bwMode="auto">
          <a:xfrm>
            <a:off x="228600" y="4648200"/>
            <a:ext cx="8915400" cy="1508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spcAft>
                <a:spcPts val="1200"/>
              </a:spcAft>
              <a:buClrTx/>
              <a:buSzTx/>
              <a:buFontTx/>
              <a:buNone/>
            </a:pPr>
            <a:r>
              <a:rPr lang="en-US" altLang="en-US" sz="2400"/>
              <a:t>List&lt;Edge&gt; list = new ArrayList&lt;&gt;();</a:t>
            </a:r>
          </a:p>
          <a:p>
            <a:pPr>
              <a:spcBef>
                <a:spcPct val="0"/>
              </a:spcBef>
              <a:spcAft>
                <a:spcPts val="1200"/>
              </a:spcAft>
              <a:buClrTx/>
              <a:buSzTx/>
              <a:buFontTx/>
              <a:buNone/>
            </a:pPr>
            <a:r>
              <a:rPr lang="en-US" altLang="en-US" sz="2400"/>
              <a:t>list.add(new Edge(0, 1)); list.add(new Edge(0, 3)); …</a:t>
            </a:r>
          </a:p>
          <a:p>
            <a:pPr>
              <a:spcBef>
                <a:spcPct val="0"/>
              </a:spcBef>
              <a:spcAft>
                <a:spcPts val="1200"/>
              </a:spcAft>
              <a:buClrTx/>
              <a:buSzTx/>
              <a:buFontTx/>
              <a:buNone/>
            </a:pPr>
            <a:endParaRPr lang="en-US" altLang="en-US" sz="2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4">
            <a:extLst>
              <a:ext uri="{FF2B5EF4-FFF2-40B4-BE49-F238E27FC236}">
                <a16:creationId xmlns:a16="http://schemas.microsoft.com/office/drawing/2014/main" id="{7C2E1EC0-4A0D-6038-811A-B769831D979C}"/>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1524DE7F-3DD0-4B7F-A878-75E021E09646}" type="slidenum">
              <a:rPr lang="en-US" altLang="en-US" sz="1400"/>
              <a:pPr>
                <a:spcBef>
                  <a:spcPct val="0"/>
                </a:spcBef>
                <a:buClrTx/>
                <a:buSzTx/>
                <a:buFontTx/>
                <a:buNone/>
              </a:pPr>
              <a:t>13</a:t>
            </a:fld>
            <a:endParaRPr lang="en-US" altLang="en-US" sz="1400"/>
          </a:p>
        </p:txBody>
      </p:sp>
      <p:sp>
        <p:nvSpPr>
          <p:cNvPr id="15363" name="Rectangle 2">
            <a:extLst>
              <a:ext uri="{FF2B5EF4-FFF2-40B4-BE49-F238E27FC236}">
                <a16:creationId xmlns:a16="http://schemas.microsoft.com/office/drawing/2014/main" id="{C744DFC3-D791-671F-4050-EA019A121F2E}"/>
              </a:ext>
            </a:extLst>
          </p:cNvPr>
          <p:cNvSpPr>
            <a:spLocks noGrp="1" noChangeArrowheads="1"/>
          </p:cNvSpPr>
          <p:nvPr>
            <p:ph type="title"/>
          </p:nvPr>
        </p:nvSpPr>
        <p:spPr>
          <a:xfrm>
            <a:off x="685800" y="285750"/>
            <a:ext cx="7772400" cy="704850"/>
          </a:xfrm>
        </p:spPr>
        <p:txBody>
          <a:bodyPr/>
          <a:lstStyle/>
          <a:p>
            <a:r>
              <a:rPr lang="en-US" altLang="en-US"/>
              <a:t>Representing Edges: Adjacency Matrix </a:t>
            </a:r>
          </a:p>
        </p:txBody>
      </p:sp>
      <p:sp>
        <p:nvSpPr>
          <p:cNvPr id="15364" name="Text Box 3">
            <a:extLst>
              <a:ext uri="{FF2B5EF4-FFF2-40B4-BE49-F238E27FC236}">
                <a16:creationId xmlns:a16="http://schemas.microsoft.com/office/drawing/2014/main" id="{3B11C6D5-A2C2-7EF6-AF39-0E2351F6067A}"/>
              </a:ext>
            </a:extLst>
          </p:cNvPr>
          <p:cNvSpPr txBox="1">
            <a:spLocks noChangeArrowheads="1"/>
          </p:cNvSpPr>
          <p:nvPr/>
        </p:nvSpPr>
        <p:spPr bwMode="auto">
          <a:xfrm>
            <a:off x="609600" y="1447800"/>
            <a:ext cx="800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endParaRPr lang="en-US" altLang="en-US" sz="2400"/>
          </a:p>
        </p:txBody>
      </p:sp>
      <p:sp>
        <p:nvSpPr>
          <p:cNvPr id="15365" name="Text Box 4">
            <a:extLst>
              <a:ext uri="{FF2B5EF4-FFF2-40B4-BE49-F238E27FC236}">
                <a16:creationId xmlns:a16="http://schemas.microsoft.com/office/drawing/2014/main" id="{A05D86C2-1CE5-8DA6-15C9-CAA276040F2D}"/>
              </a:ext>
            </a:extLst>
          </p:cNvPr>
          <p:cNvSpPr txBox="1">
            <a:spLocks noChangeArrowheads="1"/>
          </p:cNvSpPr>
          <p:nvPr/>
        </p:nvSpPr>
        <p:spPr bwMode="auto">
          <a:xfrm>
            <a:off x="228600" y="1219200"/>
            <a:ext cx="8915400" cy="520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b="1"/>
              <a:t>int</a:t>
            </a:r>
            <a:r>
              <a:rPr lang="en-US" altLang="en-US" sz="2400"/>
              <a:t>[][] adjacencyMatrix = {</a:t>
            </a:r>
            <a:endParaRPr lang="en-US" altLang="en-US" sz="2400" b="1"/>
          </a:p>
          <a:p>
            <a:pPr>
              <a:spcBef>
                <a:spcPct val="0"/>
              </a:spcBef>
              <a:buClrTx/>
              <a:buSzTx/>
              <a:buFontTx/>
              <a:buNone/>
            </a:pPr>
            <a:r>
              <a:rPr lang="en-US" altLang="en-US" sz="2400" b="1"/>
              <a:t>  </a:t>
            </a:r>
            <a:r>
              <a:rPr lang="en-US" altLang="en-US" sz="2400"/>
              <a:t>{0, 1, 0, 1, 0, 1, 0, 0, 0, 0, 0, 0}, // Seattle</a:t>
            </a:r>
          </a:p>
          <a:p>
            <a:pPr>
              <a:spcBef>
                <a:spcPct val="0"/>
              </a:spcBef>
              <a:buClrTx/>
              <a:buSzTx/>
              <a:buFontTx/>
              <a:buNone/>
            </a:pPr>
            <a:r>
              <a:rPr lang="en-US" altLang="en-US" sz="2400"/>
              <a:t>  {1, 0, 1, 1, 0, 0, 0, 0, 0, 0, 0, 0}, // San Francisco</a:t>
            </a:r>
          </a:p>
          <a:p>
            <a:pPr>
              <a:spcBef>
                <a:spcPct val="0"/>
              </a:spcBef>
              <a:buClrTx/>
              <a:buSzTx/>
              <a:buFontTx/>
              <a:buNone/>
            </a:pPr>
            <a:r>
              <a:rPr lang="en-US" altLang="en-US" sz="2400"/>
              <a:t>  {0, 1, 0, 1, 1, 1, 0, 0, 0, 0, 0, 0}, // Los Angeles</a:t>
            </a:r>
          </a:p>
          <a:p>
            <a:pPr>
              <a:spcBef>
                <a:spcPct val="0"/>
              </a:spcBef>
              <a:buClrTx/>
              <a:buSzTx/>
              <a:buFontTx/>
              <a:buNone/>
            </a:pPr>
            <a:r>
              <a:rPr lang="en-US" altLang="en-US" sz="2400"/>
              <a:t>  {1, 1, 1, 0, 1, 1, 0, 0, 0, 0, 0, 0}, // Denver</a:t>
            </a:r>
          </a:p>
          <a:p>
            <a:pPr>
              <a:spcBef>
                <a:spcPct val="0"/>
              </a:spcBef>
              <a:buClrTx/>
              <a:buSzTx/>
              <a:buFontTx/>
              <a:buNone/>
            </a:pPr>
            <a:r>
              <a:rPr lang="en-US" altLang="en-US" sz="2400"/>
              <a:t>  {0, 0, 1, 1, 0, 1, 0, 1, 1, 0, 1, 0}, // Kansas City</a:t>
            </a:r>
          </a:p>
          <a:p>
            <a:pPr>
              <a:spcBef>
                <a:spcPct val="0"/>
              </a:spcBef>
              <a:buClrTx/>
              <a:buSzTx/>
              <a:buFontTx/>
              <a:buNone/>
            </a:pPr>
            <a:r>
              <a:rPr lang="en-US" altLang="en-US" sz="2400"/>
              <a:t>  {1, 0, 0, 1, 1, 0, 1, 1, 0, 0, 0, 0}, // Chicago</a:t>
            </a:r>
          </a:p>
          <a:p>
            <a:pPr>
              <a:spcBef>
                <a:spcPct val="0"/>
              </a:spcBef>
              <a:buClrTx/>
              <a:buSzTx/>
              <a:buFontTx/>
              <a:buNone/>
            </a:pPr>
            <a:r>
              <a:rPr lang="en-US" altLang="en-US" sz="2400"/>
              <a:t>  {0, 0, 0, 0, 0, 1, 0, 1, 0, 0, 0, 0}, // Boston</a:t>
            </a:r>
          </a:p>
          <a:p>
            <a:pPr>
              <a:spcBef>
                <a:spcPct val="0"/>
              </a:spcBef>
              <a:buClrTx/>
              <a:buSzTx/>
              <a:buFontTx/>
              <a:buNone/>
            </a:pPr>
            <a:r>
              <a:rPr lang="en-US" altLang="en-US" sz="2400"/>
              <a:t>  {0, 0, 0, 0, 1, 1, 1, 0, 1, 0, 0, 0}, // New York</a:t>
            </a:r>
          </a:p>
          <a:p>
            <a:pPr>
              <a:spcBef>
                <a:spcPct val="0"/>
              </a:spcBef>
              <a:buClrTx/>
              <a:buSzTx/>
              <a:buFontTx/>
              <a:buNone/>
            </a:pPr>
            <a:r>
              <a:rPr lang="en-US" altLang="en-US" sz="2400"/>
              <a:t>  {0, 0, 0, 1, 1, 0, 0, 1, 0, 1, 1, 1}, // Atlanta</a:t>
            </a:r>
          </a:p>
          <a:p>
            <a:pPr>
              <a:spcBef>
                <a:spcPct val="0"/>
              </a:spcBef>
              <a:buClrTx/>
              <a:buSzTx/>
              <a:buFontTx/>
              <a:buNone/>
            </a:pPr>
            <a:r>
              <a:rPr lang="en-US" altLang="en-US" sz="2400"/>
              <a:t>  {0, 0, 0, 0, 0, 0, 0, 0, 1, 0, 0, 1}, // Miami</a:t>
            </a:r>
          </a:p>
          <a:p>
            <a:pPr>
              <a:spcBef>
                <a:spcPct val="0"/>
              </a:spcBef>
              <a:buClrTx/>
              <a:buSzTx/>
              <a:buFontTx/>
              <a:buNone/>
            </a:pPr>
            <a:r>
              <a:rPr lang="en-US" altLang="en-US" sz="2400"/>
              <a:t>  {0, 0, 1, 0, 1, 0, 0, 0, 1, 0, 0, 1}, // Dallas</a:t>
            </a:r>
          </a:p>
          <a:p>
            <a:pPr>
              <a:spcBef>
                <a:spcPct val="0"/>
              </a:spcBef>
              <a:buClrTx/>
              <a:buSzTx/>
              <a:buFontTx/>
              <a:buNone/>
            </a:pPr>
            <a:r>
              <a:rPr lang="en-US" altLang="en-US" sz="2400"/>
              <a:t>  {0, 0, 0, 0, 0, 0, 0, 0, 1, 1, 1, 0}  // Houston</a:t>
            </a:r>
          </a:p>
          <a:p>
            <a:pPr>
              <a:spcBef>
                <a:spcPct val="0"/>
              </a:spcBef>
              <a:buClrTx/>
              <a:buSzTx/>
              <a:buFontTx/>
              <a:buNone/>
            </a:pPr>
            <a:r>
              <a:rPr lang="en-US" altLang="en-US" sz="240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4">
            <a:extLst>
              <a:ext uri="{FF2B5EF4-FFF2-40B4-BE49-F238E27FC236}">
                <a16:creationId xmlns:a16="http://schemas.microsoft.com/office/drawing/2014/main" id="{449C6950-66AF-B9F2-58DF-DA18C40153F2}"/>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ECA6E9A1-A04F-4EC8-8376-F7D995ACF74D}" type="slidenum">
              <a:rPr lang="en-US" altLang="en-US" sz="1400"/>
              <a:pPr>
                <a:spcBef>
                  <a:spcPct val="0"/>
                </a:spcBef>
                <a:buClrTx/>
                <a:buSzTx/>
                <a:buFontTx/>
                <a:buNone/>
              </a:pPr>
              <a:t>14</a:t>
            </a:fld>
            <a:endParaRPr lang="en-US" altLang="en-US" sz="1400"/>
          </a:p>
        </p:txBody>
      </p:sp>
      <p:sp>
        <p:nvSpPr>
          <p:cNvPr id="16387" name="Rectangle 2">
            <a:extLst>
              <a:ext uri="{FF2B5EF4-FFF2-40B4-BE49-F238E27FC236}">
                <a16:creationId xmlns:a16="http://schemas.microsoft.com/office/drawing/2014/main" id="{872D5EA7-25BF-53DC-DA56-1F7132A504DE}"/>
              </a:ext>
            </a:extLst>
          </p:cNvPr>
          <p:cNvSpPr>
            <a:spLocks noGrp="1" noChangeArrowheads="1"/>
          </p:cNvSpPr>
          <p:nvPr>
            <p:ph type="title"/>
          </p:nvPr>
        </p:nvSpPr>
        <p:spPr>
          <a:xfrm>
            <a:off x="0" y="285750"/>
            <a:ext cx="9067800" cy="552450"/>
          </a:xfrm>
        </p:spPr>
        <p:txBody>
          <a:bodyPr/>
          <a:lstStyle/>
          <a:p>
            <a:r>
              <a:rPr lang="en-US" altLang="en-US" sz="4000"/>
              <a:t>Representing Edges: Adjacency Vertex List </a:t>
            </a:r>
          </a:p>
        </p:txBody>
      </p:sp>
      <p:sp>
        <p:nvSpPr>
          <p:cNvPr id="16388" name="Text Box 3">
            <a:extLst>
              <a:ext uri="{FF2B5EF4-FFF2-40B4-BE49-F238E27FC236}">
                <a16:creationId xmlns:a16="http://schemas.microsoft.com/office/drawing/2014/main" id="{C47CA484-7F20-FEF7-0A75-5F0FB6E1A63E}"/>
              </a:ext>
            </a:extLst>
          </p:cNvPr>
          <p:cNvSpPr txBox="1">
            <a:spLocks noChangeArrowheads="1"/>
          </p:cNvSpPr>
          <p:nvPr/>
        </p:nvSpPr>
        <p:spPr bwMode="auto">
          <a:xfrm>
            <a:off x="609600" y="1447800"/>
            <a:ext cx="800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endParaRPr lang="en-US" altLang="en-US" sz="2400"/>
          </a:p>
        </p:txBody>
      </p:sp>
      <p:sp>
        <p:nvSpPr>
          <p:cNvPr id="16389" name="Rectangle 6">
            <a:extLst>
              <a:ext uri="{FF2B5EF4-FFF2-40B4-BE49-F238E27FC236}">
                <a16:creationId xmlns:a16="http://schemas.microsoft.com/office/drawing/2014/main" id="{53D48AE9-27B7-227A-838A-B07BB488BB89}"/>
              </a:ext>
            </a:extLst>
          </p:cNvPr>
          <p:cNvSpPr>
            <a:spLocks noChangeArrowheads="1"/>
          </p:cNvSpPr>
          <p:nvPr/>
        </p:nvSpPr>
        <p:spPr bwMode="auto">
          <a:xfrm>
            <a:off x="0" y="19145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390" name="Text Box 7">
            <a:extLst>
              <a:ext uri="{FF2B5EF4-FFF2-40B4-BE49-F238E27FC236}">
                <a16:creationId xmlns:a16="http://schemas.microsoft.com/office/drawing/2014/main" id="{0F3EB6A6-4A67-485F-D86C-C247C6202EBF}"/>
              </a:ext>
            </a:extLst>
          </p:cNvPr>
          <p:cNvSpPr txBox="1">
            <a:spLocks noChangeArrowheads="1"/>
          </p:cNvSpPr>
          <p:nvPr/>
        </p:nvSpPr>
        <p:spPr bwMode="auto">
          <a:xfrm>
            <a:off x="228600" y="1066800"/>
            <a:ext cx="891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List&lt;Integer&gt;[] neighbors = new List[12];</a:t>
            </a:r>
          </a:p>
        </p:txBody>
      </p:sp>
      <p:sp>
        <p:nvSpPr>
          <p:cNvPr id="16391" name="Rectangle 9">
            <a:extLst>
              <a:ext uri="{FF2B5EF4-FFF2-40B4-BE49-F238E27FC236}">
                <a16:creationId xmlns:a16="http://schemas.microsoft.com/office/drawing/2014/main" id="{951BEDCE-0640-D678-5803-1185FFDB72B0}"/>
              </a:ext>
            </a:extLst>
          </p:cNvPr>
          <p:cNvSpPr>
            <a:spLocks noChangeArrowheads="1"/>
          </p:cNvSpPr>
          <p:nvPr/>
        </p:nvSpPr>
        <p:spPr bwMode="auto">
          <a:xfrm>
            <a:off x="0" y="20685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392" name="Text Box 10">
            <a:extLst>
              <a:ext uri="{FF2B5EF4-FFF2-40B4-BE49-F238E27FC236}">
                <a16:creationId xmlns:a16="http://schemas.microsoft.com/office/drawing/2014/main" id="{11899F69-671B-604E-85F3-2336CAC648DB}"/>
              </a:ext>
            </a:extLst>
          </p:cNvPr>
          <p:cNvSpPr txBox="1">
            <a:spLocks noChangeArrowheads="1"/>
          </p:cNvSpPr>
          <p:nvPr/>
        </p:nvSpPr>
        <p:spPr bwMode="auto">
          <a:xfrm>
            <a:off x="0" y="6019800"/>
            <a:ext cx="891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List&lt;List&lt;Integer&gt;&gt; neighbors = new ArrayList&lt;&gt;();</a:t>
            </a:r>
          </a:p>
        </p:txBody>
      </p:sp>
      <p:sp>
        <p:nvSpPr>
          <p:cNvPr id="2" name="Rectangle 11">
            <a:extLst>
              <a:ext uri="{FF2B5EF4-FFF2-40B4-BE49-F238E27FC236}">
                <a16:creationId xmlns:a16="http://schemas.microsoft.com/office/drawing/2014/main" id="{62BB34A2-2726-5CD5-1774-1A8957C740FB}"/>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txBody>
          <a:bodyPr wrap="none" anchor="ctr">
            <a:spAutoFit/>
          </a:bodyPr>
          <a:lstStyle/>
          <a:p>
            <a:pPr>
              <a:defRPr/>
            </a:pPr>
            <a:endParaRPr lang="en-US"/>
          </a:p>
        </p:txBody>
      </p:sp>
      <p:graphicFrame>
        <p:nvGraphicFramePr>
          <p:cNvPr id="16394" name="Object 2">
            <a:extLst>
              <a:ext uri="{FF2B5EF4-FFF2-40B4-BE49-F238E27FC236}">
                <a16:creationId xmlns:a16="http://schemas.microsoft.com/office/drawing/2014/main" id="{08B38F56-3E21-6BFD-D9BB-17F5EDBCB232}"/>
              </a:ext>
            </a:extLst>
          </p:cNvPr>
          <p:cNvGraphicFramePr>
            <a:graphicFrameLocks noChangeAspect="1"/>
          </p:cNvGraphicFramePr>
          <p:nvPr/>
        </p:nvGraphicFramePr>
        <p:xfrm>
          <a:off x="1447800" y="1538288"/>
          <a:ext cx="5867400" cy="4476750"/>
        </p:xfrm>
        <a:graphic>
          <a:graphicData uri="http://schemas.openxmlformats.org/presentationml/2006/ole">
            <mc:AlternateContent xmlns:mc="http://schemas.openxmlformats.org/markup-compatibility/2006">
              <mc:Choice xmlns:v="urn:schemas-microsoft-com:vml" Requires="v">
                <p:oleObj name="Picture" r:id="rId3" imgW="3962906" imgH="3024203" progId="Word.Picture.8">
                  <p:embed/>
                </p:oleObj>
              </mc:Choice>
              <mc:Fallback>
                <p:oleObj name="Picture" r:id="rId3" imgW="3962906" imgH="3024203" progId="Word.Picture.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1538288"/>
                        <a:ext cx="5867400" cy="447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4">
            <a:extLst>
              <a:ext uri="{FF2B5EF4-FFF2-40B4-BE49-F238E27FC236}">
                <a16:creationId xmlns:a16="http://schemas.microsoft.com/office/drawing/2014/main" id="{A1EB5073-55BC-DBDC-85CD-7BC5AF526F87}"/>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BD54B00E-450C-407B-B1CC-7A6CC6BEBEB8}" type="slidenum">
              <a:rPr lang="en-US" altLang="en-US" sz="1400"/>
              <a:pPr>
                <a:spcBef>
                  <a:spcPct val="0"/>
                </a:spcBef>
                <a:buClrTx/>
                <a:buSzTx/>
                <a:buFontTx/>
                <a:buNone/>
              </a:pPr>
              <a:t>15</a:t>
            </a:fld>
            <a:endParaRPr lang="en-US" altLang="en-US" sz="1400"/>
          </a:p>
        </p:txBody>
      </p:sp>
      <p:sp>
        <p:nvSpPr>
          <p:cNvPr id="17411" name="Rectangle 2">
            <a:extLst>
              <a:ext uri="{FF2B5EF4-FFF2-40B4-BE49-F238E27FC236}">
                <a16:creationId xmlns:a16="http://schemas.microsoft.com/office/drawing/2014/main" id="{BF783704-5849-15DE-8932-45D31ACC7B61}"/>
              </a:ext>
            </a:extLst>
          </p:cNvPr>
          <p:cNvSpPr>
            <a:spLocks noGrp="1" noChangeArrowheads="1"/>
          </p:cNvSpPr>
          <p:nvPr>
            <p:ph type="title"/>
          </p:nvPr>
        </p:nvSpPr>
        <p:spPr>
          <a:xfrm>
            <a:off x="0" y="285750"/>
            <a:ext cx="9067800" cy="552450"/>
          </a:xfrm>
        </p:spPr>
        <p:txBody>
          <a:bodyPr/>
          <a:lstStyle/>
          <a:p>
            <a:r>
              <a:rPr lang="en-US" altLang="en-US" sz="4000"/>
              <a:t>Representing Edges: Adjacency Edge List </a:t>
            </a:r>
          </a:p>
        </p:txBody>
      </p:sp>
      <p:sp>
        <p:nvSpPr>
          <p:cNvPr id="17412" name="Text Box 3">
            <a:extLst>
              <a:ext uri="{FF2B5EF4-FFF2-40B4-BE49-F238E27FC236}">
                <a16:creationId xmlns:a16="http://schemas.microsoft.com/office/drawing/2014/main" id="{F2756EAB-067C-76CD-23DA-876CA958CAB0}"/>
              </a:ext>
            </a:extLst>
          </p:cNvPr>
          <p:cNvSpPr txBox="1">
            <a:spLocks noChangeArrowheads="1"/>
          </p:cNvSpPr>
          <p:nvPr/>
        </p:nvSpPr>
        <p:spPr bwMode="auto">
          <a:xfrm>
            <a:off x="609600" y="1447800"/>
            <a:ext cx="800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endParaRPr lang="en-US" altLang="en-US" sz="2400"/>
          </a:p>
        </p:txBody>
      </p:sp>
      <p:sp>
        <p:nvSpPr>
          <p:cNvPr id="17413" name="Rectangle 6">
            <a:extLst>
              <a:ext uri="{FF2B5EF4-FFF2-40B4-BE49-F238E27FC236}">
                <a16:creationId xmlns:a16="http://schemas.microsoft.com/office/drawing/2014/main" id="{070E703A-B2E2-950E-0816-7F2658F9D441}"/>
              </a:ext>
            </a:extLst>
          </p:cNvPr>
          <p:cNvSpPr>
            <a:spLocks noChangeArrowheads="1"/>
          </p:cNvSpPr>
          <p:nvPr/>
        </p:nvSpPr>
        <p:spPr bwMode="auto">
          <a:xfrm>
            <a:off x="0" y="19145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7414" name="Text Box 7">
            <a:extLst>
              <a:ext uri="{FF2B5EF4-FFF2-40B4-BE49-F238E27FC236}">
                <a16:creationId xmlns:a16="http://schemas.microsoft.com/office/drawing/2014/main" id="{E6A10953-07A6-B466-B921-F4AEE182C042}"/>
              </a:ext>
            </a:extLst>
          </p:cNvPr>
          <p:cNvSpPr txBox="1">
            <a:spLocks noChangeArrowheads="1"/>
          </p:cNvSpPr>
          <p:nvPr/>
        </p:nvSpPr>
        <p:spPr bwMode="auto">
          <a:xfrm>
            <a:off x="228600" y="1066800"/>
            <a:ext cx="891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List&lt;Edge&gt;[] neighbors = new List[12];</a:t>
            </a:r>
          </a:p>
        </p:txBody>
      </p:sp>
      <p:sp>
        <p:nvSpPr>
          <p:cNvPr id="17415" name="Rectangle 9">
            <a:extLst>
              <a:ext uri="{FF2B5EF4-FFF2-40B4-BE49-F238E27FC236}">
                <a16:creationId xmlns:a16="http://schemas.microsoft.com/office/drawing/2014/main" id="{8BFCAA9B-B79B-9339-410D-4279BDFFEF73}"/>
              </a:ext>
            </a:extLst>
          </p:cNvPr>
          <p:cNvSpPr>
            <a:spLocks noChangeArrowheads="1"/>
          </p:cNvSpPr>
          <p:nvPr/>
        </p:nvSpPr>
        <p:spPr bwMode="auto">
          <a:xfrm>
            <a:off x="0" y="20685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 name="Rectangle 2">
            <a:extLst>
              <a:ext uri="{FF2B5EF4-FFF2-40B4-BE49-F238E27FC236}">
                <a16:creationId xmlns:a16="http://schemas.microsoft.com/office/drawing/2014/main" id="{B1EBBF94-378E-0B07-4FED-40BA3635E5CE}"/>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txBody>
          <a:bodyPr wrap="none" anchor="ctr">
            <a:spAutoFit/>
          </a:bodyPr>
          <a:lstStyle/>
          <a:p>
            <a:pPr>
              <a:defRPr/>
            </a:pPr>
            <a:endParaRPr lang="en-US"/>
          </a:p>
        </p:txBody>
      </p:sp>
      <p:graphicFrame>
        <p:nvGraphicFramePr>
          <p:cNvPr id="17417" name="Object 2">
            <a:extLst>
              <a:ext uri="{FF2B5EF4-FFF2-40B4-BE49-F238E27FC236}">
                <a16:creationId xmlns:a16="http://schemas.microsoft.com/office/drawing/2014/main" id="{2CCB704C-8D5C-ABE2-A459-F3DCEA2BF476}"/>
              </a:ext>
            </a:extLst>
          </p:cNvPr>
          <p:cNvGraphicFramePr>
            <a:graphicFrameLocks noChangeAspect="1"/>
          </p:cNvGraphicFramePr>
          <p:nvPr/>
        </p:nvGraphicFramePr>
        <p:xfrm>
          <a:off x="377825" y="1528763"/>
          <a:ext cx="8464550" cy="4364037"/>
        </p:xfrm>
        <a:graphic>
          <a:graphicData uri="http://schemas.openxmlformats.org/presentationml/2006/ole">
            <mc:AlternateContent xmlns:mc="http://schemas.openxmlformats.org/markup-compatibility/2006">
              <mc:Choice xmlns:v="urn:schemas-microsoft-com:vml" Requires="v">
                <p:oleObj name="Picture" r:id="rId2" imgW="5866134" imgH="3024203" progId="Word.Picture.8">
                  <p:embed/>
                </p:oleObj>
              </mc:Choice>
              <mc:Fallback>
                <p:oleObj name="Picture" r:id="rId2" imgW="5866134" imgH="3024203" progId="Word.Picture.8">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825" y="1528763"/>
                        <a:ext cx="8464550" cy="436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4">
            <a:extLst>
              <a:ext uri="{FF2B5EF4-FFF2-40B4-BE49-F238E27FC236}">
                <a16:creationId xmlns:a16="http://schemas.microsoft.com/office/drawing/2014/main" id="{79FC90BA-FDD9-EA42-A0BC-DF1B1429CD20}"/>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EDDECCCA-A7C0-44BC-B782-6A1E3EEE8133}" type="slidenum">
              <a:rPr lang="en-US" altLang="en-US" sz="1400"/>
              <a:pPr>
                <a:spcBef>
                  <a:spcPct val="0"/>
                </a:spcBef>
                <a:buClrTx/>
                <a:buSzTx/>
                <a:buFontTx/>
                <a:buNone/>
              </a:pPr>
              <a:t>16</a:t>
            </a:fld>
            <a:endParaRPr lang="en-US" altLang="en-US" sz="1400"/>
          </a:p>
        </p:txBody>
      </p:sp>
      <p:sp>
        <p:nvSpPr>
          <p:cNvPr id="18435" name="Rectangle 2">
            <a:extLst>
              <a:ext uri="{FF2B5EF4-FFF2-40B4-BE49-F238E27FC236}">
                <a16:creationId xmlns:a16="http://schemas.microsoft.com/office/drawing/2014/main" id="{11214984-9265-E3BB-CC86-A9BCF69C2664}"/>
              </a:ext>
            </a:extLst>
          </p:cNvPr>
          <p:cNvSpPr>
            <a:spLocks noGrp="1" noChangeArrowheads="1"/>
          </p:cNvSpPr>
          <p:nvPr>
            <p:ph type="title"/>
          </p:nvPr>
        </p:nvSpPr>
        <p:spPr>
          <a:xfrm>
            <a:off x="0" y="285750"/>
            <a:ext cx="9067800" cy="552450"/>
          </a:xfrm>
        </p:spPr>
        <p:txBody>
          <a:bodyPr/>
          <a:lstStyle/>
          <a:p>
            <a:r>
              <a:rPr lang="en-US" altLang="en-US" sz="3200"/>
              <a:t>Representing Adjacency Edge List Using ArrayList</a:t>
            </a:r>
            <a:r>
              <a:rPr lang="en-US" altLang="en-US" sz="4000"/>
              <a:t> </a:t>
            </a:r>
          </a:p>
        </p:txBody>
      </p:sp>
      <p:sp>
        <p:nvSpPr>
          <p:cNvPr id="18436" name="Text Box 3">
            <a:extLst>
              <a:ext uri="{FF2B5EF4-FFF2-40B4-BE49-F238E27FC236}">
                <a16:creationId xmlns:a16="http://schemas.microsoft.com/office/drawing/2014/main" id="{E5777B85-4FE5-D9E2-7E75-85FFE2F60731}"/>
              </a:ext>
            </a:extLst>
          </p:cNvPr>
          <p:cNvSpPr txBox="1">
            <a:spLocks noChangeArrowheads="1"/>
          </p:cNvSpPr>
          <p:nvPr/>
        </p:nvSpPr>
        <p:spPr bwMode="auto">
          <a:xfrm>
            <a:off x="609600" y="1447800"/>
            <a:ext cx="800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endParaRPr lang="en-US" altLang="en-US" sz="2400"/>
          </a:p>
        </p:txBody>
      </p:sp>
      <p:sp>
        <p:nvSpPr>
          <p:cNvPr id="18437" name="Rectangle 6">
            <a:extLst>
              <a:ext uri="{FF2B5EF4-FFF2-40B4-BE49-F238E27FC236}">
                <a16:creationId xmlns:a16="http://schemas.microsoft.com/office/drawing/2014/main" id="{55C95E01-706C-064E-E69C-8C7050342A6C}"/>
              </a:ext>
            </a:extLst>
          </p:cNvPr>
          <p:cNvSpPr>
            <a:spLocks noChangeArrowheads="1"/>
          </p:cNvSpPr>
          <p:nvPr/>
        </p:nvSpPr>
        <p:spPr bwMode="auto">
          <a:xfrm>
            <a:off x="0" y="19145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8438" name="Text Box 7">
            <a:extLst>
              <a:ext uri="{FF2B5EF4-FFF2-40B4-BE49-F238E27FC236}">
                <a16:creationId xmlns:a16="http://schemas.microsoft.com/office/drawing/2014/main" id="{C9553DB3-E3F2-9B1F-F68C-66D9BE5BC286}"/>
              </a:ext>
            </a:extLst>
          </p:cNvPr>
          <p:cNvSpPr txBox="1">
            <a:spLocks noChangeArrowheads="1"/>
          </p:cNvSpPr>
          <p:nvPr/>
        </p:nvSpPr>
        <p:spPr bwMode="auto">
          <a:xfrm>
            <a:off x="152400" y="1066800"/>
            <a:ext cx="8915400" cy="563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List&lt;ArrayList&lt;Edge&gt;&gt; neighbors = </a:t>
            </a:r>
            <a:r>
              <a:rPr lang="en-US" altLang="en-US" sz="2400" b="1"/>
              <a:t>new</a:t>
            </a:r>
            <a:r>
              <a:rPr lang="en-US" altLang="en-US" sz="2400"/>
              <a:t> ArrayList&lt;&gt;();</a:t>
            </a:r>
          </a:p>
          <a:p>
            <a:pPr>
              <a:spcBef>
                <a:spcPct val="0"/>
              </a:spcBef>
              <a:buClrTx/>
              <a:buSzTx/>
              <a:buFontTx/>
              <a:buNone/>
            </a:pPr>
            <a:r>
              <a:rPr lang="en-US" altLang="en-US" sz="2400"/>
              <a:t>neighbors.add(</a:t>
            </a:r>
            <a:r>
              <a:rPr lang="en-US" altLang="en-US" sz="2400" b="1"/>
              <a:t>new</a:t>
            </a:r>
            <a:r>
              <a:rPr lang="en-US" altLang="en-US" sz="2400"/>
              <a:t> ArrayList&lt;Edge&gt;());</a:t>
            </a:r>
          </a:p>
          <a:p>
            <a:pPr>
              <a:spcBef>
                <a:spcPct val="0"/>
              </a:spcBef>
              <a:buClrTx/>
              <a:buSzTx/>
              <a:buFontTx/>
              <a:buNone/>
            </a:pPr>
            <a:r>
              <a:rPr lang="en-US" altLang="en-US" sz="2400"/>
              <a:t>neighbors.get(</a:t>
            </a:r>
            <a:r>
              <a:rPr lang="en-US" altLang="en-US" sz="2400" b="1"/>
              <a:t>0</a:t>
            </a:r>
            <a:r>
              <a:rPr lang="en-US" altLang="en-US" sz="2400"/>
              <a:t>).add(</a:t>
            </a:r>
            <a:r>
              <a:rPr lang="en-US" altLang="en-US" sz="2400" b="1"/>
              <a:t>new</a:t>
            </a:r>
            <a:r>
              <a:rPr lang="en-US" altLang="en-US" sz="2400"/>
              <a:t> Edge(</a:t>
            </a:r>
            <a:r>
              <a:rPr lang="en-US" altLang="en-US" sz="2400" b="1"/>
              <a:t>0</a:t>
            </a:r>
            <a:r>
              <a:rPr lang="en-US" altLang="en-US" sz="2400"/>
              <a:t>, </a:t>
            </a:r>
            <a:r>
              <a:rPr lang="en-US" altLang="en-US" sz="2400" b="1"/>
              <a:t>1</a:t>
            </a:r>
            <a:r>
              <a:rPr lang="en-US" altLang="en-US" sz="2400"/>
              <a:t>)); </a:t>
            </a:r>
          </a:p>
          <a:p>
            <a:pPr>
              <a:spcBef>
                <a:spcPct val="0"/>
              </a:spcBef>
              <a:buClrTx/>
              <a:buSzTx/>
              <a:buFontTx/>
              <a:buNone/>
            </a:pPr>
            <a:r>
              <a:rPr lang="en-US" altLang="en-US" sz="2400"/>
              <a:t>neighbors.get(</a:t>
            </a:r>
            <a:r>
              <a:rPr lang="en-US" altLang="en-US" sz="2400" b="1"/>
              <a:t>0</a:t>
            </a:r>
            <a:r>
              <a:rPr lang="en-US" altLang="en-US" sz="2400"/>
              <a:t>).add(</a:t>
            </a:r>
            <a:r>
              <a:rPr lang="en-US" altLang="en-US" sz="2400" b="1"/>
              <a:t>new</a:t>
            </a:r>
            <a:r>
              <a:rPr lang="en-US" altLang="en-US" sz="2400"/>
              <a:t> Edge(</a:t>
            </a:r>
            <a:r>
              <a:rPr lang="en-US" altLang="en-US" sz="2400" b="1"/>
              <a:t>0</a:t>
            </a:r>
            <a:r>
              <a:rPr lang="en-US" altLang="en-US" sz="2400"/>
              <a:t>, </a:t>
            </a:r>
            <a:r>
              <a:rPr lang="en-US" altLang="en-US" sz="2400" b="1"/>
              <a:t>3</a:t>
            </a:r>
            <a:r>
              <a:rPr lang="en-US" altLang="en-US" sz="2400"/>
              <a:t>)); </a:t>
            </a:r>
          </a:p>
          <a:p>
            <a:pPr>
              <a:spcBef>
                <a:spcPct val="0"/>
              </a:spcBef>
              <a:buClrTx/>
              <a:buSzTx/>
              <a:buFontTx/>
              <a:buNone/>
            </a:pPr>
            <a:r>
              <a:rPr lang="en-US" altLang="en-US" sz="2400"/>
              <a:t>neighbors.get(</a:t>
            </a:r>
            <a:r>
              <a:rPr lang="en-US" altLang="en-US" sz="2400" b="1"/>
              <a:t>0</a:t>
            </a:r>
            <a:r>
              <a:rPr lang="en-US" altLang="en-US" sz="2400"/>
              <a:t>).add(</a:t>
            </a:r>
            <a:r>
              <a:rPr lang="en-US" altLang="en-US" sz="2400" b="1"/>
              <a:t>new</a:t>
            </a:r>
            <a:r>
              <a:rPr lang="en-US" altLang="en-US" sz="2400"/>
              <a:t> Edge(</a:t>
            </a:r>
            <a:r>
              <a:rPr lang="en-US" altLang="en-US" sz="2400" b="1"/>
              <a:t>0</a:t>
            </a:r>
            <a:r>
              <a:rPr lang="en-US" altLang="en-US" sz="2400"/>
              <a:t>, </a:t>
            </a:r>
            <a:r>
              <a:rPr lang="en-US" altLang="en-US" sz="2400" b="1"/>
              <a:t>5</a:t>
            </a:r>
            <a:r>
              <a:rPr lang="en-US" altLang="en-US" sz="2400"/>
              <a:t>)); </a:t>
            </a:r>
          </a:p>
          <a:p>
            <a:pPr>
              <a:spcBef>
                <a:spcPct val="0"/>
              </a:spcBef>
              <a:buClrTx/>
              <a:buSzTx/>
              <a:buFontTx/>
              <a:buNone/>
            </a:pPr>
            <a:r>
              <a:rPr lang="en-US" altLang="en-US" sz="2400"/>
              <a:t>neighbors.add(</a:t>
            </a:r>
            <a:r>
              <a:rPr lang="en-US" altLang="en-US" sz="2400" b="1"/>
              <a:t>new</a:t>
            </a:r>
            <a:r>
              <a:rPr lang="en-US" altLang="en-US" sz="2400"/>
              <a:t> ArrayList&lt;Edge&gt;());</a:t>
            </a:r>
          </a:p>
          <a:p>
            <a:pPr>
              <a:spcBef>
                <a:spcPct val="0"/>
              </a:spcBef>
              <a:buClrTx/>
              <a:buSzTx/>
              <a:buFontTx/>
              <a:buNone/>
            </a:pPr>
            <a:r>
              <a:rPr lang="en-US" altLang="en-US" sz="2400"/>
              <a:t>neighbors.get(</a:t>
            </a:r>
            <a:r>
              <a:rPr lang="en-US" altLang="en-US" sz="2400" b="1"/>
              <a:t>1</a:t>
            </a:r>
            <a:r>
              <a:rPr lang="en-US" altLang="en-US" sz="2400"/>
              <a:t>).add(</a:t>
            </a:r>
            <a:r>
              <a:rPr lang="en-US" altLang="en-US" sz="2400" b="1"/>
              <a:t>new</a:t>
            </a:r>
            <a:r>
              <a:rPr lang="en-US" altLang="en-US" sz="2400"/>
              <a:t> Edge(</a:t>
            </a:r>
            <a:r>
              <a:rPr lang="en-US" altLang="en-US" sz="2400" b="1"/>
              <a:t>1</a:t>
            </a:r>
            <a:r>
              <a:rPr lang="en-US" altLang="en-US" sz="2400"/>
              <a:t>, </a:t>
            </a:r>
            <a:r>
              <a:rPr lang="en-US" altLang="en-US" sz="2400" b="1"/>
              <a:t>0</a:t>
            </a:r>
            <a:r>
              <a:rPr lang="en-US" altLang="en-US" sz="2400"/>
              <a:t>)); </a:t>
            </a:r>
          </a:p>
          <a:p>
            <a:pPr>
              <a:spcBef>
                <a:spcPct val="0"/>
              </a:spcBef>
              <a:buClrTx/>
              <a:buSzTx/>
              <a:buFontTx/>
              <a:buNone/>
            </a:pPr>
            <a:r>
              <a:rPr lang="en-US" altLang="en-US" sz="2400"/>
              <a:t>neighbors.get(</a:t>
            </a:r>
            <a:r>
              <a:rPr lang="en-US" altLang="en-US" sz="2400" b="1"/>
              <a:t>1</a:t>
            </a:r>
            <a:r>
              <a:rPr lang="en-US" altLang="en-US" sz="2400"/>
              <a:t>).add(</a:t>
            </a:r>
            <a:r>
              <a:rPr lang="en-US" altLang="en-US" sz="2400" b="1"/>
              <a:t>new</a:t>
            </a:r>
            <a:r>
              <a:rPr lang="en-US" altLang="en-US" sz="2400"/>
              <a:t> Edge(</a:t>
            </a:r>
            <a:r>
              <a:rPr lang="en-US" altLang="en-US" sz="2400" b="1"/>
              <a:t>1</a:t>
            </a:r>
            <a:r>
              <a:rPr lang="en-US" altLang="en-US" sz="2400"/>
              <a:t>, </a:t>
            </a:r>
            <a:r>
              <a:rPr lang="en-US" altLang="en-US" sz="2400" b="1"/>
              <a:t>2</a:t>
            </a:r>
            <a:r>
              <a:rPr lang="en-US" altLang="en-US" sz="2400"/>
              <a:t>)); </a:t>
            </a:r>
          </a:p>
          <a:p>
            <a:pPr>
              <a:spcBef>
                <a:spcPct val="0"/>
              </a:spcBef>
              <a:buClrTx/>
              <a:buSzTx/>
              <a:buFontTx/>
              <a:buNone/>
            </a:pPr>
            <a:r>
              <a:rPr lang="en-US" altLang="en-US" sz="2400"/>
              <a:t>neighbors.get(</a:t>
            </a:r>
            <a:r>
              <a:rPr lang="en-US" altLang="en-US" sz="2400" b="1"/>
              <a:t>1</a:t>
            </a:r>
            <a:r>
              <a:rPr lang="en-US" altLang="en-US" sz="2400"/>
              <a:t>).add(</a:t>
            </a:r>
            <a:r>
              <a:rPr lang="en-US" altLang="en-US" sz="2400" b="1"/>
              <a:t>new</a:t>
            </a:r>
            <a:r>
              <a:rPr lang="en-US" altLang="en-US" sz="2400"/>
              <a:t> Edge(</a:t>
            </a:r>
            <a:r>
              <a:rPr lang="en-US" altLang="en-US" sz="2400" b="1"/>
              <a:t>1</a:t>
            </a:r>
            <a:r>
              <a:rPr lang="en-US" altLang="en-US" sz="2400"/>
              <a:t>, </a:t>
            </a:r>
            <a:r>
              <a:rPr lang="en-US" altLang="en-US" sz="2400" b="1"/>
              <a:t>3</a:t>
            </a:r>
            <a:r>
              <a:rPr lang="en-US" altLang="en-US" sz="2400"/>
              <a:t>)); </a:t>
            </a:r>
          </a:p>
          <a:p>
            <a:pPr>
              <a:spcBef>
                <a:spcPct val="0"/>
              </a:spcBef>
              <a:buClrTx/>
              <a:buSzTx/>
              <a:buFontTx/>
              <a:buNone/>
            </a:pPr>
            <a:r>
              <a:rPr lang="en-US" altLang="en-US" sz="2400"/>
              <a:t>...</a:t>
            </a:r>
          </a:p>
          <a:p>
            <a:pPr>
              <a:spcBef>
                <a:spcPct val="0"/>
              </a:spcBef>
              <a:buClrTx/>
              <a:buSzTx/>
              <a:buFontTx/>
              <a:buNone/>
            </a:pPr>
            <a:r>
              <a:rPr lang="en-US" altLang="en-US" sz="2400"/>
              <a:t>...</a:t>
            </a:r>
          </a:p>
          <a:p>
            <a:pPr>
              <a:spcBef>
                <a:spcPct val="0"/>
              </a:spcBef>
              <a:buClrTx/>
              <a:buSzTx/>
              <a:buFontTx/>
              <a:buNone/>
            </a:pPr>
            <a:r>
              <a:rPr lang="en-US" altLang="en-US" sz="2400"/>
              <a:t>neighbors.get(</a:t>
            </a:r>
            <a:r>
              <a:rPr lang="en-US" altLang="en-US" sz="2400" b="1"/>
              <a:t>11</a:t>
            </a:r>
            <a:r>
              <a:rPr lang="en-US" altLang="en-US" sz="2400"/>
              <a:t>).add(</a:t>
            </a:r>
            <a:r>
              <a:rPr lang="en-US" altLang="en-US" sz="2400" b="1"/>
              <a:t>new</a:t>
            </a:r>
            <a:r>
              <a:rPr lang="en-US" altLang="en-US" sz="2400"/>
              <a:t> Edge(</a:t>
            </a:r>
            <a:r>
              <a:rPr lang="en-US" altLang="en-US" sz="2400" b="1"/>
              <a:t>11</a:t>
            </a:r>
            <a:r>
              <a:rPr lang="en-US" altLang="en-US" sz="2400"/>
              <a:t>, </a:t>
            </a:r>
            <a:r>
              <a:rPr lang="en-US" altLang="en-US" sz="2400" b="1"/>
              <a:t>8</a:t>
            </a:r>
            <a:r>
              <a:rPr lang="en-US" altLang="en-US" sz="2400"/>
              <a:t>)); </a:t>
            </a:r>
          </a:p>
          <a:p>
            <a:pPr>
              <a:spcBef>
                <a:spcPct val="0"/>
              </a:spcBef>
              <a:buClrTx/>
              <a:buSzTx/>
              <a:buFontTx/>
              <a:buNone/>
            </a:pPr>
            <a:r>
              <a:rPr lang="en-US" altLang="en-US" sz="2400"/>
              <a:t>neighbors.get(</a:t>
            </a:r>
            <a:r>
              <a:rPr lang="en-US" altLang="en-US" sz="2400" b="1"/>
              <a:t>11</a:t>
            </a:r>
            <a:r>
              <a:rPr lang="en-US" altLang="en-US" sz="2400"/>
              <a:t>).add(</a:t>
            </a:r>
            <a:r>
              <a:rPr lang="en-US" altLang="en-US" sz="2400" b="1"/>
              <a:t>new</a:t>
            </a:r>
            <a:r>
              <a:rPr lang="en-US" altLang="en-US" sz="2400"/>
              <a:t> Edge(</a:t>
            </a:r>
            <a:r>
              <a:rPr lang="en-US" altLang="en-US" sz="2400" b="1"/>
              <a:t>11</a:t>
            </a:r>
            <a:r>
              <a:rPr lang="en-US" altLang="en-US" sz="2400"/>
              <a:t>, </a:t>
            </a:r>
            <a:r>
              <a:rPr lang="en-US" altLang="en-US" sz="2400" b="1"/>
              <a:t>9</a:t>
            </a:r>
            <a:r>
              <a:rPr lang="en-US" altLang="en-US" sz="2400"/>
              <a:t>)); </a:t>
            </a:r>
          </a:p>
          <a:p>
            <a:pPr>
              <a:spcBef>
                <a:spcPct val="0"/>
              </a:spcBef>
              <a:buClrTx/>
              <a:buSzTx/>
              <a:buFontTx/>
              <a:buNone/>
            </a:pPr>
            <a:r>
              <a:rPr lang="en-US" altLang="en-US" sz="2400"/>
              <a:t>neighbors.get(</a:t>
            </a:r>
            <a:r>
              <a:rPr lang="en-US" altLang="en-US" sz="2400" b="1"/>
              <a:t>11</a:t>
            </a:r>
            <a:r>
              <a:rPr lang="en-US" altLang="en-US" sz="2400"/>
              <a:t>).add(</a:t>
            </a:r>
            <a:r>
              <a:rPr lang="en-US" altLang="en-US" sz="2400" b="1"/>
              <a:t>new</a:t>
            </a:r>
            <a:r>
              <a:rPr lang="en-US" altLang="en-US" sz="2400"/>
              <a:t> Edge(</a:t>
            </a:r>
            <a:r>
              <a:rPr lang="en-US" altLang="en-US" sz="2400" b="1"/>
              <a:t>11</a:t>
            </a:r>
            <a:r>
              <a:rPr lang="en-US" altLang="en-US" sz="2400"/>
              <a:t>, </a:t>
            </a:r>
            <a:r>
              <a:rPr lang="en-US" altLang="en-US" sz="2400" b="1"/>
              <a:t>10</a:t>
            </a:r>
            <a:r>
              <a:rPr lang="en-US" altLang="en-US" sz="2400"/>
              <a:t>)); </a:t>
            </a:r>
          </a:p>
          <a:p>
            <a:pPr>
              <a:spcBef>
                <a:spcPct val="0"/>
              </a:spcBef>
              <a:buClrTx/>
              <a:buSzTx/>
              <a:buFontTx/>
              <a:buNone/>
            </a:pPr>
            <a:endParaRPr lang="en-US" altLang="en-US" sz="2400"/>
          </a:p>
        </p:txBody>
      </p:sp>
      <p:sp>
        <p:nvSpPr>
          <p:cNvPr id="18439" name="Rectangle 9">
            <a:extLst>
              <a:ext uri="{FF2B5EF4-FFF2-40B4-BE49-F238E27FC236}">
                <a16:creationId xmlns:a16="http://schemas.microsoft.com/office/drawing/2014/main" id="{BF7A00C9-F69D-025E-BC6A-EFF943511A42}"/>
              </a:ext>
            </a:extLst>
          </p:cNvPr>
          <p:cNvSpPr>
            <a:spLocks noChangeArrowheads="1"/>
          </p:cNvSpPr>
          <p:nvPr/>
        </p:nvSpPr>
        <p:spPr bwMode="auto">
          <a:xfrm>
            <a:off x="0" y="20685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 name="Rectangle 2">
            <a:extLst>
              <a:ext uri="{FF2B5EF4-FFF2-40B4-BE49-F238E27FC236}">
                <a16:creationId xmlns:a16="http://schemas.microsoft.com/office/drawing/2014/main" id="{EC892576-D6C0-9447-916D-2F50FBACFFEB}"/>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txBody>
          <a:bodyPr wrap="none" anchor="ctr">
            <a:spAutoFit/>
          </a:bodyPr>
          <a:lstStyle/>
          <a:p>
            <a:pPr>
              <a:defRPr/>
            </a:pP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4">
            <a:extLst>
              <a:ext uri="{FF2B5EF4-FFF2-40B4-BE49-F238E27FC236}">
                <a16:creationId xmlns:a16="http://schemas.microsoft.com/office/drawing/2014/main" id="{7019BCFD-BFDE-3A1A-F5F8-59EE1B2F754A}"/>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F42EAF2-73BA-4A9A-985D-29BDB2761D3E}" type="slidenum">
              <a:rPr lang="en-US" altLang="en-US" sz="1400"/>
              <a:pPr>
                <a:spcBef>
                  <a:spcPct val="0"/>
                </a:spcBef>
                <a:buClrTx/>
                <a:buSzTx/>
                <a:buFontTx/>
                <a:buNone/>
              </a:pPr>
              <a:t>17</a:t>
            </a:fld>
            <a:endParaRPr lang="en-US" altLang="en-US" sz="1400"/>
          </a:p>
        </p:txBody>
      </p:sp>
      <p:sp>
        <p:nvSpPr>
          <p:cNvPr id="19459" name="Rectangle 2">
            <a:extLst>
              <a:ext uri="{FF2B5EF4-FFF2-40B4-BE49-F238E27FC236}">
                <a16:creationId xmlns:a16="http://schemas.microsoft.com/office/drawing/2014/main" id="{C50150E8-9CDE-088D-1248-A4CBAE607DAE}"/>
              </a:ext>
            </a:extLst>
          </p:cNvPr>
          <p:cNvSpPr>
            <a:spLocks noGrp="1" noChangeArrowheads="1"/>
          </p:cNvSpPr>
          <p:nvPr>
            <p:ph type="title"/>
          </p:nvPr>
        </p:nvSpPr>
        <p:spPr>
          <a:xfrm>
            <a:off x="685800" y="0"/>
            <a:ext cx="7772400" cy="1428750"/>
          </a:xfrm>
        </p:spPr>
        <p:txBody>
          <a:bodyPr/>
          <a:lstStyle/>
          <a:p>
            <a:r>
              <a:rPr lang="en-US" altLang="en-US" dirty="0"/>
              <a:t>Modeling Graphs </a:t>
            </a:r>
          </a:p>
        </p:txBody>
      </p:sp>
      <p:sp>
        <p:nvSpPr>
          <p:cNvPr id="19460" name="Rectangle 6">
            <a:extLst>
              <a:ext uri="{FF2B5EF4-FFF2-40B4-BE49-F238E27FC236}">
                <a16:creationId xmlns:a16="http://schemas.microsoft.com/office/drawing/2014/main" id="{0947B8E8-09F9-C268-D019-F13B965CFDFA}"/>
              </a:ext>
            </a:extLst>
          </p:cNvPr>
          <p:cNvSpPr>
            <a:spLocks noChangeArrowheads="1"/>
          </p:cNvSpPr>
          <p:nvPr/>
        </p:nvSpPr>
        <p:spPr bwMode="auto">
          <a:xfrm>
            <a:off x="0" y="2862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19461" name="Picture 6">
            <a:extLst>
              <a:ext uri="{FF2B5EF4-FFF2-40B4-BE49-F238E27FC236}">
                <a16:creationId xmlns:a16="http://schemas.microsoft.com/office/drawing/2014/main" id="{F0E9BE0E-8D4A-5DEF-B076-464AA30709E8}"/>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500" y="2203450"/>
            <a:ext cx="8509000" cy="2451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4">
            <a:extLst>
              <a:ext uri="{FF2B5EF4-FFF2-40B4-BE49-F238E27FC236}">
                <a16:creationId xmlns:a16="http://schemas.microsoft.com/office/drawing/2014/main" id="{C4029012-5EF2-EE36-8D1D-598D8429D5AB}"/>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C1ED5FD-B506-4763-BE2A-E3D11A0D9ED3}" type="slidenum">
              <a:rPr lang="en-US" altLang="en-US" sz="1400"/>
              <a:pPr>
                <a:spcBef>
                  <a:spcPct val="0"/>
                </a:spcBef>
                <a:buClrTx/>
                <a:buSzTx/>
                <a:buFontTx/>
                <a:buNone/>
              </a:pPr>
              <a:t>18</a:t>
            </a:fld>
            <a:endParaRPr lang="en-US" altLang="en-US" sz="1400"/>
          </a:p>
        </p:txBody>
      </p:sp>
      <p:sp>
        <p:nvSpPr>
          <p:cNvPr id="20483" name="Rectangle 2">
            <a:extLst>
              <a:ext uri="{FF2B5EF4-FFF2-40B4-BE49-F238E27FC236}">
                <a16:creationId xmlns:a16="http://schemas.microsoft.com/office/drawing/2014/main" id="{53468F85-23EA-6D95-0EEA-5673DA054C12}"/>
              </a:ext>
            </a:extLst>
          </p:cNvPr>
          <p:cNvSpPr>
            <a:spLocks noChangeArrowheads="1"/>
          </p:cNvSpPr>
          <p:nvPr/>
        </p:nvSpPr>
        <p:spPr bwMode="auto">
          <a:xfrm>
            <a:off x="0" y="2862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0484" name="Rectangle 3">
            <a:extLst>
              <a:ext uri="{FF2B5EF4-FFF2-40B4-BE49-F238E27FC236}">
                <a16:creationId xmlns:a16="http://schemas.microsoft.com/office/drawing/2014/main" id="{3F1D5268-6617-6C1F-690C-EA6BF7423D47}"/>
              </a:ext>
            </a:extLst>
          </p:cNvPr>
          <p:cNvSpPr>
            <a:spLocks noChangeArrowheads="1"/>
          </p:cNvSpPr>
          <p:nvPr/>
        </p:nvSpPr>
        <p:spPr bwMode="auto">
          <a:xfrm>
            <a:off x="0" y="342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8148" name="AutoShape 4">
            <a:hlinkClick r:id="" action="ppaction://noaction" highlightClick="1"/>
            <a:extLst>
              <a:ext uri="{FF2B5EF4-FFF2-40B4-BE49-F238E27FC236}">
                <a16:creationId xmlns:a16="http://schemas.microsoft.com/office/drawing/2014/main" id="{0B08E8B3-D80E-2581-13F4-00F39ED75B06}"/>
              </a:ext>
            </a:extLst>
          </p:cNvPr>
          <p:cNvSpPr>
            <a:spLocks noChangeArrowheads="1"/>
          </p:cNvSpPr>
          <p:nvPr/>
        </p:nvSpPr>
        <p:spPr bwMode="auto">
          <a:xfrm>
            <a:off x="6599238" y="1981200"/>
            <a:ext cx="152400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dirty="0">
                <a:solidFill>
                  <a:schemeClr val="accent4"/>
                </a:solidFill>
                <a:latin typeface="Book Antiqua" pitchFamily="18" charset="0"/>
                <a:hlinkClick r:id="rId2" action="ppaction://program">
                  <a:extLst>
                    <a:ext uri="{A12FA001-AC4F-418D-AE19-62706E023703}">
                      <ahyp:hlinkClr xmlns:ahyp="http://schemas.microsoft.com/office/drawing/2018/hyperlinkcolor" val="tx"/>
                    </a:ext>
                  </a:extLst>
                </a:hlinkClick>
              </a:rPr>
              <a:t>Graph</a:t>
            </a:r>
            <a:endParaRPr lang="en-US" dirty="0">
              <a:solidFill>
                <a:schemeClr val="accent4"/>
              </a:solidFill>
            </a:endParaRPr>
          </a:p>
        </p:txBody>
      </p:sp>
      <p:sp>
        <p:nvSpPr>
          <p:cNvPr id="20486" name="AutoShape 5">
            <a:hlinkClick r:id="rId3" action="ppaction://program" highlightClick="1"/>
            <a:extLst>
              <a:ext uri="{FF2B5EF4-FFF2-40B4-BE49-F238E27FC236}">
                <a16:creationId xmlns:a16="http://schemas.microsoft.com/office/drawing/2014/main" id="{5BEAAB3E-8860-1604-79DB-C2208ADC55E2}"/>
              </a:ext>
            </a:extLst>
          </p:cNvPr>
          <p:cNvSpPr>
            <a:spLocks noChangeArrowheads="1"/>
          </p:cNvSpPr>
          <p:nvPr/>
        </p:nvSpPr>
        <p:spPr bwMode="auto">
          <a:xfrm>
            <a:off x="6142038" y="5715000"/>
            <a:ext cx="2971800" cy="5334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solidFill>
                  <a:schemeClr val="accent4"/>
                </a:solidFill>
              </a:rPr>
              <a:t>TestGraph</a:t>
            </a:r>
          </a:p>
        </p:txBody>
      </p:sp>
      <p:sp>
        <p:nvSpPr>
          <p:cNvPr id="518150" name="AutoShape 6">
            <a:hlinkClick r:id="" action="ppaction://noaction" highlightClick="1"/>
            <a:extLst>
              <a:ext uri="{FF2B5EF4-FFF2-40B4-BE49-F238E27FC236}">
                <a16:creationId xmlns:a16="http://schemas.microsoft.com/office/drawing/2014/main" id="{8FF55AB0-F584-5073-F6CA-01DB0B16779A}"/>
              </a:ext>
            </a:extLst>
          </p:cNvPr>
          <p:cNvSpPr>
            <a:spLocks noChangeArrowheads="1"/>
          </p:cNvSpPr>
          <p:nvPr/>
        </p:nvSpPr>
        <p:spPr bwMode="auto">
          <a:xfrm>
            <a:off x="6065838" y="2743199"/>
            <a:ext cx="289560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dirty="0" err="1">
                <a:solidFill>
                  <a:schemeClr val="accent4"/>
                </a:solidFill>
                <a:latin typeface="Book Antiqua" pitchFamily="18" charset="0"/>
                <a:hlinkClick r:id="rId4" action="ppaction://program">
                  <a:extLst>
                    <a:ext uri="{A12FA001-AC4F-418D-AE19-62706E023703}">
                      <ahyp:hlinkClr xmlns:ahyp="http://schemas.microsoft.com/office/drawing/2018/hyperlinkcolor" val="tx"/>
                    </a:ext>
                  </a:extLst>
                </a:hlinkClick>
              </a:rPr>
              <a:t>AbstractGraph</a:t>
            </a:r>
            <a:endParaRPr lang="en-US" dirty="0">
              <a:solidFill>
                <a:schemeClr val="accent4"/>
              </a:solidFill>
            </a:endParaRPr>
          </a:p>
        </p:txBody>
      </p:sp>
      <p:sp>
        <p:nvSpPr>
          <p:cNvPr id="518151" name="AutoShape 7">
            <a:hlinkClick r:id="" action="ppaction://noaction" highlightClick="1"/>
            <a:extLst>
              <a:ext uri="{FF2B5EF4-FFF2-40B4-BE49-F238E27FC236}">
                <a16:creationId xmlns:a16="http://schemas.microsoft.com/office/drawing/2014/main" id="{F1AAF679-22C9-8307-F4D3-7FC22D3E9863}"/>
              </a:ext>
            </a:extLst>
          </p:cNvPr>
          <p:cNvSpPr>
            <a:spLocks noChangeArrowheads="1"/>
          </p:cNvSpPr>
          <p:nvPr/>
        </p:nvSpPr>
        <p:spPr bwMode="auto">
          <a:xfrm>
            <a:off x="6065838" y="3733800"/>
            <a:ext cx="289560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dirty="0" err="1">
                <a:solidFill>
                  <a:schemeClr val="accent4"/>
                </a:solidFill>
                <a:latin typeface="Book Antiqua" pitchFamily="18" charset="0"/>
                <a:hlinkClick r:id="rId5" action="ppaction://program">
                  <a:extLst>
                    <a:ext uri="{A12FA001-AC4F-418D-AE19-62706E023703}">
                      <ahyp:hlinkClr xmlns:ahyp="http://schemas.microsoft.com/office/drawing/2018/hyperlinkcolor" val="tx"/>
                    </a:ext>
                  </a:extLst>
                </a:hlinkClick>
              </a:rPr>
              <a:t>UnweightedGraph</a:t>
            </a:r>
            <a:endParaRPr lang="en-US" dirty="0">
              <a:solidFill>
                <a:schemeClr val="accent4"/>
              </a:solidFill>
            </a:endParaRPr>
          </a:p>
        </p:txBody>
      </p:sp>
      <p:sp>
        <p:nvSpPr>
          <p:cNvPr id="518152" name="AutoShape 8">
            <a:hlinkClick r:id="" action="ppaction://noaction" highlightClick="1"/>
            <a:extLst>
              <a:ext uri="{FF2B5EF4-FFF2-40B4-BE49-F238E27FC236}">
                <a16:creationId xmlns:a16="http://schemas.microsoft.com/office/drawing/2014/main" id="{BADB5AA2-D585-437F-DAB9-5CE3D584E73D}"/>
              </a:ext>
            </a:extLst>
          </p:cNvPr>
          <p:cNvSpPr>
            <a:spLocks noChangeArrowheads="1"/>
          </p:cNvSpPr>
          <p:nvPr/>
        </p:nvSpPr>
        <p:spPr bwMode="auto">
          <a:xfrm>
            <a:off x="6065838" y="4724400"/>
            <a:ext cx="289560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dirty="0" err="1">
                <a:solidFill>
                  <a:schemeClr val="accent4"/>
                </a:solidFill>
                <a:latin typeface="Book Antiqua" pitchFamily="18" charset="0"/>
                <a:hlinkClick r:id="rId6" action="ppaction://program">
                  <a:extLst>
                    <a:ext uri="{A12FA001-AC4F-418D-AE19-62706E023703}">
                      <ahyp:hlinkClr xmlns:ahyp="http://schemas.microsoft.com/office/drawing/2018/hyperlinkcolor" val="tx"/>
                    </a:ext>
                  </a:extLst>
                </a:hlinkClick>
              </a:rPr>
              <a:t>TestGraph</a:t>
            </a:r>
            <a:endParaRPr lang="en-US" dirty="0">
              <a:solidFill>
                <a:schemeClr val="accent4"/>
              </a:solidFill>
            </a:endParaRPr>
          </a:p>
        </p:txBody>
      </p:sp>
      <p:sp>
        <p:nvSpPr>
          <p:cNvPr id="20490" name="Rectangle 9">
            <a:extLst>
              <a:ext uri="{FF2B5EF4-FFF2-40B4-BE49-F238E27FC236}">
                <a16:creationId xmlns:a16="http://schemas.microsoft.com/office/drawing/2014/main" id="{8F432639-B909-83F6-2BF9-9295414EB8FC}"/>
              </a:ext>
            </a:extLst>
          </p:cNvPr>
          <p:cNvSpPr>
            <a:spLocks noChangeArrowheads="1"/>
          </p:cNvSpPr>
          <p:nvPr/>
        </p:nvSpPr>
        <p:spPr bwMode="auto">
          <a:xfrm>
            <a:off x="0" y="381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0491" name="AutoShape 11">
            <a:hlinkClick r:id="rId7" highlightClick="1"/>
            <a:extLst>
              <a:ext uri="{FF2B5EF4-FFF2-40B4-BE49-F238E27FC236}">
                <a16:creationId xmlns:a16="http://schemas.microsoft.com/office/drawing/2014/main" id="{57E114F9-01F6-A8F3-B130-04EB06BABAF4}"/>
              </a:ext>
            </a:extLst>
          </p:cNvPr>
          <p:cNvSpPr>
            <a:spLocks noChangeArrowheads="1"/>
          </p:cNvSpPr>
          <p:nvPr/>
        </p:nvSpPr>
        <p:spPr bwMode="auto">
          <a:xfrm>
            <a:off x="5532438" y="4724400"/>
            <a:ext cx="468312" cy="576262"/>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0492" name="AutoShape 12">
            <a:hlinkClick r:id="rId8" highlightClick="1"/>
            <a:extLst>
              <a:ext uri="{FF2B5EF4-FFF2-40B4-BE49-F238E27FC236}">
                <a16:creationId xmlns:a16="http://schemas.microsoft.com/office/drawing/2014/main" id="{F53229AE-7841-E6DA-E904-40872C9D81BA}"/>
              </a:ext>
            </a:extLst>
          </p:cNvPr>
          <p:cNvSpPr>
            <a:spLocks noChangeArrowheads="1"/>
          </p:cNvSpPr>
          <p:nvPr/>
        </p:nvSpPr>
        <p:spPr bwMode="auto">
          <a:xfrm>
            <a:off x="5532438" y="3733800"/>
            <a:ext cx="468312" cy="576262"/>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0493" name="AutoShape 13">
            <a:hlinkClick r:id="rId9" highlightClick="1"/>
            <a:extLst>
              <a:ext uri="{FF2B5EF4-FFF2-40B4-BE49-F238E27FC236}">
                <a16:creationId xmlns:a16="http://schemas.microsoft.com/office/drawing/2014/main" id="{671C4F01-AB3E-4A6B-7D58-7A5A0FE330E1}"/>
              </a:ext>
            </a:extLst>
          </p:cNvPr>
          <p:cNvSpPr>
            <a:spLocks noChangeArrowheads="1"/>
          </p:cNvSpPr>
          <p:nvPr/>
        </p:nvSpPr>
        <p:spPr bwMode="auto">
          <a:xfrm>
            <a:off x="5532438" y="2743199"/>
            <a:ext cx="468312" cy="576262"/>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0494" name="AutoShape 14">
            <a:hlinkClick r:id="rId10" highlightClick="1"/>
            <a:extLst>
              <a:ext uri="{FF2B5EF4-FFF2-40B4-BE49-F238E27FC236}">
                <a16:creationId xmlns:a16="http://schemas.microsoft.com/office/drawing/2014/main" id="{519EA867-8A3B-52A5-3ECA-C52F276577CB}"/>
              </a:ext>
            </a:extLst>
          </p:cNvPr>
          <p:cNvSpPr>
            <a:spLocks noChangeArrowheads="1"/>
          </p:cNvSpPr>
          <p:nvPr/>
        </p:nvSpPr>
        <p:spPr bwMode="auto">
          <a:xfrm>
            <a:off x="6065838" y="1938338"/>
            <a:ext cx="468312" cy="576262"/>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0495" name="Rectangle 16">
            <a:extLst>
              <a:ext uri="{FF2B5EF4-FFF2-40B4-BE49-F238E27FC236}">
                <a16:creationId xmlns:a16="http://schemas.microsoft.com/office/drawing/2014/main" id="{6E7D8961-268D-9114-63F0-9BE8CF212780}"/>
              </a:ext>
            </a:extLst>
          </p:cNvPr>
          <p:cNvSpPr>
            <a:spLocks noChangeArrowheads="1"/>
          </p:cNvSpPr>
          <p:nvPr/>
        </p:nvSpPr>
        <p:spPr bwMode="auto">
          <a:xfrm>
            <a:off x="0" y="171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20496" name="Picture 17">
            <a:extLst>
              <a:ext uri="{FF2B5EF4-FFF2-40B4-BE49-F238E27FC236}">
                <a16:creationId xmlns:a16="http://schemas.microsoft.com/office/drawing/2014/main" id="{BA9B23BC-E124-7E7A-964B-A99C07C1F190}"/>
              </a:ext>
              <a:ext uri="{C183D7F6-B498-43B3-948B-1728B52AA6E4}">
                <adec:decorative xmlns:adec="http://schemas.microsoft.com/office/drawing/2017/decorative" val="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6200" y="82550"/>
            <a:ext cx="5270500" cy="63865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2" name="Rectangle 2">
            <a:extLst>
              <a:ext uri="{FF2B5EF4-FFF2-40B4-BE49-F238E27FC236}">
                <a16:creationId xmlns:a16="http://schemas.microsoft.com/office/drawing/2014/main" id="{78235657-7DF7-72BA-D03B-CC6C1F4A5DFA}"/>
              </a:ext>
            </a:extLst>
          </p:cNvPr>
          <p:cNvSpPr>
            <a:spLocks noGrp="1" noChangeArrowheads="1"/>
          </p:cNvSpPr>
          <p:nvPr>
            <p:ph type="title"/>
          </p:nvPr>
        </p:nvSpPr>
        <p:spPr>
          <a:xfrm>
            <a:off x="5422900" y="201134"/>
            <a:ext cx="3416300" cy="1428750"/>
          </a:xfrm>
        </p:spPr>
        <p:txBody>
          <a:bodyPr/>
          <a:lstStyle/>
          <a:p>
            <a:r>
              <a:rPr lang="en-US" altLang="en-US" dirty="0"/>
              <a:t>Modeling Graphs </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4">
            <a:extLst>
              <a:ext uri="{FF2B5EF4-FFF2-40B4-BE49-F238E27FC236}">
                <a16:creationId xmlns:a16="http://schemas.microsoft.com/office/drawing/2014/main" id="{EC31C142-23FB-CE8A-063F-AFEB0E38EC1E}"/>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0E92F50-8E57-4173-8272-847A833D6823}" type="slidenum">
              <a:rPr lang="en-US" altLang="en-US" sz="1400"/>
              <a:pPr>
                <a:spcBef>
                  <a:spcPct val="0"/>
                </a:spcBef>
                <a:buClrTx/>
                <a:buSzTx/>
                <a:buFontTx/>
                <a:buNone/>
              </a:pPr>
              <a:t>19</a:t>
            </a:fld>
            <a:endParaRPr lang="en-US" altLang="en-US" sz="1400"/>
          </a:p>
        </p:txBody>
      </p:sp>
      <p:sp>
        <p:nvSpPr>
          <p:cNvPr id="21507" name="Rectangle 2">
            <a:extLst>
              <a:ext uri="{FF2B5EF4-FFF2-40B4-BE49-F238E27FC236}">
                <a16:creationId xmlns:a16="http://schemas.microsoft.com/office/drawing/2014/main" id="{6BC1F047-59F4-CCD6-507B-CDE9C85336F6}"/>
              </a:ext>
            </a:extLst>
          </p:cNvPr>
          <p:cNvSpPr>
            <a:spLocks noGrp="1" noChangeArrowheads="1"/>
          </p:cNvSpPr>
          <p:nvPr>
            <p:ph type="title"/>
          </p:nvPr>
        </p:nvSpPr>
        <p:spPr>
          <a:xfrm>
            <a:off x="0" y="152400"/>
            <a:ext cx="9144000" cy="609600"/>
          </a:xfrm>
          <a:noFill/>
        </p:spPr>
        <p:txBody>
          <a:bodyPr/>
          <a:lstStyle/>
          <a:p>
            <a:r>
              <a:rPr lang="en-US" altLang="en-US" sz="4000"/>
              <a:t>Graph Visualization</a:t>
            </a:r>
          </a:p>
        </p:txBody>
      </p:sp>
      <p:sp>
        <p:nvSpPr>
          <p:cNvPr id="21508" name="Rectangle 3">
            <a:extLst>
              <a:ext uri="{FF2B5EF4-FFF2-40B4-BE49-F238E27FC236}">
                <a16:creationId xmlns:a16="http://schemas.microsoft.com/office/drawing/2014/main" id="{98ADE46C-2511-C36A-F964-CC455AD07BE0}"/>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1509" name="Rectangle 4">
            <a:extLst>
              <a:ext uri="{FF2B5EF4-FFF2-40B4-BE49-F238E27FC236}">
                <a16:creationId xmlns:a16="http://schemas.microsoft.com/office/drawing/2014/main" id="{66F569E1-4A07-2A04-7970-5904A875CB88}"/>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1510" name="Rectangle 5">
            <a:extLst>
              <a:ext uri="{FF2B5EF4-FFF2-40B4-BE49-F238E27FC236}">
                <a16:creationId xmlns:a16="http://schemas.microsoft.com/office/drawing/2014/main" id="{75EED6C9-221D-77E7-A742-47F04B99EE44}"/>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1511" name="Rectangle 6">
            <a:extLst>
              <a:ext uri="{FF2B5EF4-FFF2-40B4-BE49-F238E27FC236}">
                <a16:creationId xmlns:a16="http://schemas.microsoft.com/office/drawing/2014/main" id="{89E977F3-8D30-F4D9-763C-69A3CA16BFF3}"/>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1512" name="Rectangle 7">
            <a:extLst>
              <a:ext uri="{FF2B5EF4-FFF2-40B4-BE49-F238E27FC236}">
                <a16:creationId xmlns:a16="http://schemas.microsoft.com/office/drawing/2014/main" id="{AE338E4D-590A-2E4E-A9E1-B0DDED24E127}"/>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1513" name="Rectangle 8">
            <a:extLst>
              <a:ext uri="{FF2B5EF4-FFF2-40B4-BE49-F238E27FC236}">
                <a16:creationId xmlns:a16="http://schemas.microsoft.com/office/drawing/2014/main" id="{460D6859-0EAB-58C9-71C1-EDE58853D3C0}"/>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1514" name="Rectangle 9">
            <a:extLst>
              <a:ext uri="{FF2B5EF4-FFF2-40B4-BE49-F238E27FC236}">
                <a16:creationId xmlns:a16="http://schemas.microsoft.com/office/drawing/2014/main" id="{E86463FF-6986-D8F9-C722-CD7AB10936CE}"/>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1515" name="Rectangle 10">
            <a:extLst>
              <a:ext uri="{FF2B5EF4-FFF2-40B4-BE49-F238E27FC236}">
                <a16:creationId xmlns:a16="http://schemas.microsoft.com/office/drawing/2014/main" id="{9C66770C-3225-D5BB-41C0-0F4305578AC4}"/>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1516" name="Rectangle 11">
            <a:extLst>
              <a:ext uri="{FF2B5EF4-FFF2-40B4-BE49-F238E27FC236}">
                <a16:creationId xmlns:a16="http://schemas.microsoft.com/office/drawing/2014/main" id="{5CA538EA-855F-F43A-F1B7-1D69040BDC67}"/>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1517" name="Rectangle 12">
            <a:extLst>
              <a:ext uri="{FF2B5EF4-FFF2-40B4-BE49-F238E27FC236}">
                <a16:creationId xmlns:a16="http://schemas.microsoft.com/office/drawing/2014/main" id="{6F40BEC4-17AA-695A-3250-92A685A46E2C}"/>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1518" name="Rectangle 13">
            <a:extLst>
              <a:ext uri="{FF2B5EF4-FFF2-40B4-BE49-F238E27FC236}">
                <a16:creationId xmlns:a16="http://schemas.microsoft.com/office/drawing/2014/main" id="{B0D8CF64-4B4A-FCAB-0784-27AE6969B5A8}"/>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1519" name="Rectangle 14">
            <a:extLst>
              <a:ext uri="{FF2B5EF4-FFF2-40B4-BE49-F238E27FC236}">
                <a16:creationId xmlns:a16="http://schemas.microsoft.com/office/drawing/2014/main" id="{96B9F127-AE40-BDD1-2759-392FDAA66C68}"/>
              </a:ext>
            </a:extLst>
          </p:cNvPr>
          <p:cNvSpPr>
            <a:spLocks noChangeArrowheads="1"/>
          </p:cNvSpPr>
          <p:nvPr/>
        </p:nvSpPr>
        <p:spPr bwMode="auto">
          <a:xfrm>
            <a:off x="33147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1520" name="Rectangle 15">
            <a:extLst>
              <a:ext uri="{FF2B5EF4-FFF2-40B4-BE49-F238E27FC236}">
                <a16:creationId xmlns:a16="http://schemas.microsoft.com/office/drawing/2014/main" id="{3F4478FB-92E1-2E3C-AD72-300E31E0F6B7}"/>
              </a:ext>
            </a:extLst>
          </p:cNvPr>
          <p:cNvSpPr>
            <a:spLocks noChangeArrowheads="1"/>
          </p:cNvSpPr>
          <p:nvPr/>
        </p:nvSpPr>
        <p:spPr bwMode="auto">
          <a:xfrm>
            <a:off x="3314700" y="2428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1521" name="Rectangle 16">
            <a:extLst>
              <a:ext uri="{FF2B5EF4-FFF2-40B4-BE49-F238E27FC236}">
                <a16:creationId xmlns:a16="http://schemas.microsoft.com/office/drawing/2014/main" id="{E4AA1B81-B8C7-438D-6BA7-4A15FA52FC27}"/>
              </a:ext>
            </a:extLst>
          </p:cNvPr>
          <p:cNvSpPr>
            <a:spLocks noChangeArrowheads="1"/>
          </p:cNvSpPr>
          <p:nvPr/>
        </p:nvSpPr>
        <p:spPr bwMode="auto">
          <a:xfrm>
            <a:off x="0" y="25257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1522" name="Rectangle 17">
            <a:extLst>
              <a:ext uri="{FF2B5EF4-FFF2-40B4-BE49-F238E27FC236}">
                <a16:creationId xmlns:a16="http://schemas.microsoft.com/office/drawing/2014/main" id="{BE922383-A57B-36C0-4C45-8CCE5D1C223D}"/>
              </a:ext>
            </a:extLst>
          </p:cNvPr>
          <p:cNvSpPr>
            <a:spLocks noChangeArrowheads="1"/>
          </p:cNvSpPr>
          <p:nvPr/>
        </p:nvSpPr>
        <p:spPr bwMode="auto">
          <a:xfrm>
            <a:off x="0" y="2419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1523" name="Rectangle 18">
            <a:extLst>
              <a:ext uri="{FF2B5EF4-FFF2-40B4-BE49-F238E27FC236}">
                <a16:creationId xmlns:a16="http://schemas.microsoft.com/office/drawing/2014/main" id="{2FF81A8A-D51C-3027-B0C5-D17943CE2713}"/>
              </a:ext>
            </a:extLst>
          </p:cNvPr>
          <p:cNvSpPr>
            <a:spLocks noChangeArrowheads="1"/>
          </p:cNvSpPr>
          <p:nvPr/>
        </p:nvSpPr>
        <p:spPr bwMode="auto">
          <a:xfrm>
            <a:off x="0" y="24272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1524" name="Rectangle 19">
            <a:extLst>
              <a:ext uri="{FF2B5EF4-FFF2-40B4-BE49-F238E27FC236}">
                <a16:creationId xmlns:a16="http://schemas.microsoft.com/office/drawing/2014/main" id="{E7774068-0A04-313B-C9ED-9172D2F0602E}"/>
              </a:ext>
            </a:extLst>
          </p:cNvPr>
          <p:cNvSpPr>
            <a:spLocks noChangeArrowheads="1"/>
          </p:cNvSpPr>
          <p:nvPr/>
        </p:nvSpPr>
        <p:spPr bwMode="auto">
          <a:xfrm>
            <a:off x="0" y="24272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1525" name="Rectangle 20">
            <a:extLst>
              <a:ext uri="{FF2B5EF4-FFF2-40B4-BE49-F238E27FC236}">
                <a16:creationId xmlns:a16="http://schemas.microsoft.com/office/drawing/2014/main" id="{47F40CAB-9BF0-0BEE-3A94-821375308E0C}"/>
              </a:ext>
            </a:extLst>
          </p:cNvPr>
          <p:cNvSpPr>
            <a:spLocks noChangeArrowheads="1"/>
          </p:cNvSpPr>
          <p:nvPr/>
        </p:nvSpPr>
        <p:spPr bwMode="auto">
          <a:xfrm>
            <a:off x="0" y="24272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1526" name="Rectangle 21">
            <a:extLst>
              <a:ext uri="{FF2B5EF4-FFF2-40B4-BE49-F238E27FC236}">
                <a16:creationId xmlns:a16="http://schemas.microsoft.com/office/drawing/2014/main" id="{44A6215E-11AF-4750-BCDB-C012A1C3F3DC}"/>
              </a:ext>
            </a:extLst>
          </p:cNvPr>
          <p:cNvSpPr>
            <a:spLocks noChangeArrowheads="1"/>
          </p:cNvSpPr>
          <p:nvPr/>
        </p:nvSpPr>
        <p:spPr bwMode="auto">
          <a:xfrm>
            <a:off x="0" y="24272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1527" name="Rectangle 22">
            <a:extLst>
              <a:ext uri="{FF2B5EF4-FFF2-40B4-BE49-F238E27FC236}">
                <a16:creationId xmlns:a16="http://schemas.microsoft.com/office/drawing/2014/main" id="{66FB6C63-68C5-BA5A-652A-4F68D4D8ECAF}"/>
              </a:ext>
            </a:extLst>
          </p:cNvPr>
          <p:cNvSpPr>
            <a:spLocks noChangeArrowheads="1"/>
          </p:cNvSpPr>
          <p:nvPr/>
        </p:nvSpPr>
        <p:spPr bwMode="auto">
          <a:xfrm>
            <a:off x="0" y="24272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1528" name="Rectangle 23">
            <a:extLst>
              <a:ext uri="{FF2B5EF4-FFF2-40B4-BE49-F238E27FC236}">
                <a16:creationId xmlns:a16="http://schemas.microsoft.com/office/drawing/2014/main" id="{588ABD48-816A-99F5-7802-577BFF61E112}"/>
              </a:ext>
            </a:extLst>
          </p:cNvPr>
          <p:cNvSpPr>
            <a:spLocks noChangeArrowheads="1"/>
          </p:cNvSpPr>
          <p:nvPr/>
        </p:nvSpPr>
        <p:spPr bwMode="auto">
          <a:xfrm>
            <a:off x="0" y="24272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1000" name="AutoShape 24">
            <a:hlinkClick r:id="" action="ppaction://noaction" highlightClick="1"/>
            <a:extLst>
              <a:ext uri="{FF2B5EF4-FFF2-40B4-BE49-F238E27FC236}">
                <a16:creationId xmlns:a16="http://schemas.microsoft.com/office/drawing/2014/main" id="{3ED9AE96-8B35-921E-F833-C13B2891F2CF}"/>
              </a:ext>
            </a:extLst>
          </p:cNvPr>
          <p:cNvSpPr>
            <a:spLocks noChangeArrowheads="1"/>
          </p:cNvSpPr>
          <p:nvPr/>
        </p:nvSpPr>
        <p:spPr bwMode="auto">
          <a:xfrm>
            <a:off x="1058863" y="5870575"/>
            <a:ext cx="3271837" cy="574675"/>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dirty="0" err="1">
                <a:solidFill>
                  <a:schemeClr val="accent4"/>
                </a:solidFill>
                <a:latin typeface="Book Antiqua" pitchFamily="18" charset="0"/>
                <a:hlinkClick r:id="rId2" action="ppaction://program">
                  <a:extLst>
                    <a:ext uri="{A12FA001-AC4F-418D-AE19-62706E023703}">
                      <ahyp:hlinkClr xmlns:ahyp="http://schemas.microsoft.com/office/drawing/2018/hyperlinkcolor" val="tx"/>
                    </a:ext>
                  </a:extLst>
                </a:hlinkClick>
              </a:rPr>
              <a:t>GraphView</a:t>
            </a:r>
            <a:endParaRPr lang="en-US" dirty="0">
              <a:solidFill>
                <a:schemeClr val="accent4"/>
              </a:solidFill>
            </a:endParaRPr>
          </a:p>
        </p:txBody>
      </p:sp>
      <p:sp>
        <p:nvSpPr>
          <p:cNvPr id="21530" name="AutoShape 25">
            <a:hlinkClick r:id="rId3" action="ppaction://program" highlightClick="1"/>
            <a:extLst>
              <a:ext uri="{FF2B5EF4-FFF2-40B4-BE49-F238E27FC236}">
                <a16:creationId xmlns:a16="http://schemas.microsoft.com/office/drawing/2014/main" id="{38A70A95-DF5F-E2C8-68DF-5294C70A0066}"/>
              </a:ext>
            </a:extLst>
          </p:cNvPr>
          <p:cNvSpPr>
            <a:spLocks noChangeArrowheads="1"/>
          </p:cNvSpPr>
          <p:nvPr/>
        </p:nvSpPr>
        <p:spPr bwMode="auto">
          <a:xfrm>
            <a:off x="5156200" y="5848350"/>
            <a:ext cx="1828800" cy="5334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solidFill>
                  <a:schemeClr val="accent4"/>
                </a:solidFill>
              </a:rPr>
              <a:t>Run</a:t>
            </a:r>
          </a:p>
        </p:txBody>
      </p:sp>
      <p:sp>
        <p:nvSpPr>
          <p:cNvPr id="511004" name="AutoShape 28">
            <a:hlinkClick r:id="" action="ppaction://noaction" highlightClick="1"/>
            <a:extLst>
              <a:ext uri="{FF2B5EF4-FFF2-40B4-BE49-F238E27FC236}">
                <a16:creationId xmlns:a16="http://schemas.microsoft.com/office/drawing/2014/main" id="{72104A7A-DEAF-F059-CD84-15CC7B5D8C41}"/>
              </a:ext>
            </a:extLst>
          </p:cNvPr>
          <p:cNvSpPr>
            <a:spLocks noChangeArrowheads="1"/>
          </p:cNvSpPr>
          <p:nvPr/>
        </p:nvSpPr>
        <p:spPr bwMode="auto">
          <a:xfrm>
            <a:off x="1038225" y="5199063"/>
            <a:ext cx="3271838" cy="574675"/>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a:solidFill>
                  <a:schemeClr val="accent4"/>
                </a:solidFill>
                <a:latin typeface="Book Antiqua" pitchFamily="18" charset="0"/>
                <a:hlinkClick r:id="rId4" action="ppaction://program">
                  <a:extLst>
                    <a:ext uri="{A12FA001-AC4F-418D-AE19-62706E023703}">
                      <ahyp:hlinkClr xmlns:ahyp="http://schemas.microsoft.com/office/drawing/2018/hyperlinkcolor" val="tx"/>
                    </a:ext>
                  </a:extLst>
                </a:hlinkClick>
              </a:rPr>
              <a:t>Displayable</a:t>
            </a:r>
            <a:endParaRPr lang="en-US">
              <a:solidFill>
                <a:schemeClr val="accent4"/>
              </a:solidFill>
            </a:endParaRPr>
          </a:p>
        </p:txBody>
      </p:sp>
      <p:sp>
        <p:nvSpPr>
          <p:cNvPr id="511005" name="AutoShape 29">
            <a:hlinkClick r:id="" action="ppaction://noaction" highlightClick="1"/>
            <a:extLst>
              <a:ext uri="{FF2B5EF4-FFF2-40B4-BE49-F238E27FC236}">
                <a16:creationId xmlns:a16="http://schemas.microsoft.com/office/drawing/2014/main" id="{F128927B-4D4F-524A-856E-B45F3D1E6A26}"/>
              </a:ext>
            </a:extLst>
          </p:cNvPr>
          <p:cNvSpPr>
            <a:spLocks noChangeArrowheads="1"/>
          </p:cNvSpPr>
          <p:nvPr/>
        </p:nvSpPr>
        <p:spPr bwMode="auto">
          <a:xfrm>
            <a:off x="5135563" y="5162550"/>
            <a:ext cx="3271837" cy="574675"/>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dirty="0" err="1">
                <a:solidFill>
                  <a:schemeClr val="accent4"/>
                </a:solidFill>
                <a:latin typeface="Book Antiqua" pitchFamily="18" charset="0"/>
                <a:hlinkClick r:id="rId5" action="ppaction://program">
                  <a:extLst>
                    <a:ext uri="{A12FA001-AC4F-418D-AE19-62706E023703}">
                      <ahyp:hlinkClr xmlns:ahyp="http://schemas.microsoft.com/office/drawing/2018/hyperlinkcolor" val="tx"/>
                    </a:ext>
                  </a:extLst>
                </a:hlinkClick>
              </a:rPr>
              <a:t>DisplayUSMap</a:t>
            </a:r>
            <a:endParaRPr lang="en-US" dirty="0">
              <a:solidFill>
                <a:schemeClr val="accent4"/>
              </a:solidFill>
            </a:endParaRPr>
          </a:p>
        </p:txBody>
      </p:sp>
      <p:sp>
        <p:nvSpPr>
          <p:cNvPr id="21533" name="AutoShape 31">
            <a:hlinkClick r:id="rId6" highlightClick="1"/>
            <a:extLst>
              <a:ext uri="{FF2B5EF4-FFF2-40B4-BE49-F238E27FC236}">
                <a16:creationId xmlns:a16="http://schemas.microsoft.com/office/drawing/2014/main" id="{78DCE6EB-2CDE-DF44-203B-14FA067DA8B0}"/>
              </a:ext>
            </a:extLst>
          </p:cNvPr>
          <p:cNvSpPr>
            <a:spLocks noChangeArrowheads="1"/>
          </p:cNvSpPr>
          <p:nvPr/>
        </p:nvSpPr>
        <p:spPr bwMode="auto">
          <a:xfrm>
            <a:off x="4602163" y="5162550"/>
            <a:ext cx="468312"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1534" name="AutoShape 32">
            <a:hlinkClick r:id="rId7" highlightClick="1"/>
            <a:extLst>
              <a:ext uri="{FF2B5EF4-FFF2-40B4-BE49-F238E27FC236}">
                <a16:creationId xmlns:a16="http://schemas.microsoft.com/office/drawing/2014/main" id="{5A6BACBF-2E83-721A-890C-64984923DDF6}"/>
              </a:ext>
            </a:extLst>
          </p:cNvPr>
          <p:cNvSpPr>
            <a:spLocks noChangeArrowheads="1"/>
          </p:cNvSpPr>
          <p:nvPr/>
        </p:nvSpPr>
        <p:spPr bwMode="auto">
          <a:xfrm>
            <a:off x="508000" y="584835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1535" name="AutoShape 33">
            <a:hlinkClick r:id="rId8" highlightClick="1"/>
            <a:extLst>
              <a:ext uri="{FF2B5EF4-FFF2-40B4-BE49-F238E27FC236}">
                <a16:creationId xmlns:a16="http://schemas.microsoft.com/office/drawing/2014/main" id="{E95BE4BB-0CD8-762E-E894-58269572CAD7}"/>
              </a:ext>
            </a:extLst>
          </p:cNvPr>
          <p:cNvSpPr>
            <a:spLocks noChangeArrowheads="1"/>
          </p:cNvSpPr>
          <p:nvPr/>
        </p:nvSpPr>
        <p:spPr bwMode="auto">
          <a:xfrm>
            <a:off x="487363" y="5162550"/>
            <a:ext cx="468312"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21536" name="Picture 33">
            <a:extLst>
              <a:ext uri="{FF2B5EF4-FFF2-40B4-BE49-F238E27FC236}">
                <a16:creationId xmlns:a16="http://schemas.microsoft.com/office/drawing/2014/main" id="{5F7FBEAB-1146-82B8-A70F-C618B480C726}"/>
              </a:ext>
              <a:ext uri="{C183D7F6-B498-43B3-948B-1728B52AA6E4}">
                <adec:decorative xmlns:adec="http://schemas.microsoft.com/office/drawing/2017/decorative" val="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06450" y="762000"/>
            <a:ext cx="7080250" cy="426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4">
            <a:extLst>
              <a:ext uri="{FF2B5EF4-FFF2-40B4-BE49-F238E27FC236}">
                <a16:creationId xmlns:a16="http://schemas.microsoft.com/office/drawing/2014/main" id="{10D65B5A-9AD9-8383-2782-D471492D8B09}"/>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A63CE494-3059-4964-BE3D-2791CA57BA6A}" type="slidenum">
              <a:rPr lang="en-US" altLang="en-US" sz="1400"/>
              <a:pPr>
                <a:spcBef>
                  <a:spcPct val="0"/>
                </a:spcBef>
                <a:buClrTx/>
                <a:buSzTx/>
                <a:buFontTx/>
                <a:buNone/>
              </a:pPr>
              <a:t>20</a:t>
            </a:fld>
            <a:endParaRPr lang="en-US" altLang="en-US" sz="1400"/>
          </a:p>
        </p:txBody>
      </p:sp>
      <p:sp>
        <p:nvSpPr>
          <p:cNvPr id="22531" name="Rectangle 2">
            <a:extLst>
              <a:ext uri="{FF2B5EF4-FFF2-40B4-BE49-F238E27FC236}">
                <a16:creationId xmlns:a16="http://schemas.microsoft.com/office/drawing/2014/main" id="{AB52B53E-C135-FCE2-6CBB-37E2AF35AC1C}"/>
              </a:ext>
            </a:extLst>
          </p:cNvPr>
          <p:cNvSpPr>
            <a:spLocks noGrp="1" noChangeArrowheads="1"/>
          </p:cNvSpPr>
          <p:nvPr>
            <p:ph type="title"/>
          </p:nvPr>
        </p:nvSpPr>
        <p:spPr>
          <a:xfrm>
            <a:off x="685800" y="304800"/>
            <a:ext cx="7772400" cy="685800"/>
          </a:xfrm>
        </p:spPr>
        <p:txBody>
          <a:bodyPr/>
          <a:lstStyle/>
          <a:p>
            <a:r>
              <a:rPr lang="en-US" altLang="en-US"/>
              <a:t>Graph Traversals </a:t>
            </a:r>
          </a:p>
        </p:txBody>
      </p:sp>
      <p:sp>
        <p:nvSpPr>
          <p:cNvPr id="22532" name="Rectangle 3">
            <a:extLst>
              <a:ext uri="{FF2B5EF4-FFF2-40B4-BE49-F238E27FC236}">
                <a16:creationId xmlns:a16="http://schemas.microsoft.com/office/drawing/2014/main" id="{0A013AF2-4E6F-38C0-0A44-B69AB6CAF6DD}"/>
              </a:ext>
            </a:extLst>
          </p:cNvPr>
          <p:cNvSpPr>
            <a:spLocks noGrp="1" noChangeArrowheads="1"/>
          </p:cNvSpPr>
          <p:nvPr>
            <p:ph type="body" idx="1"/>
          </p:nvPr>
        </p:nvSpPr>
        <p:spPr>
          <a:xfrm>
            <a:off x="304800" y="1066800"/>
            <a:ext cx="8610600" cy="1752600"/>
          </a:xfrm>
        </p:spPr>
        <p:txBody>
          <a:bodyPr/>
          <a:lstStyle/>
          <a:p>
            <a:pPr marL="0" indent="0">
              <a:lnSpc>
                <a:spcPct val="80000"/>
              </a:lnSpc>
              <a:buFont typeface="Monotype Sorts"/>
              <a:buNone/>
            </a:pPr>
            <a:r>
              <a:rPr lang="en-US" altLang="en-US" sz="2800">
                <a:cs typeface="Times New Roman" panose="02020603050405020304" pitchFamily="18" charset="0"/>
              </a:rPr>
              <a:t>Depth-first search and breadth-first search</a:t>
            </a:r>
          </a:p>
          <a:p>
            <a:pPr marL="0" indent="0">
              <a:lnSpc>
                <a:spcPct val="80000"/>
              </a:lnSpc>
              <a:buFont typeface="Monotype Sorts"/>
              <a:buNone/>
            </a:pPr>
            <a:endParaRPr lang="en-US" altLang="en-US" sz="2800">
              <a:cs typeface="Times New Roman" panose="02020603050405020304" pitchFamily="18" charset="0"/>
            </a:endParaRPr>
          </a:p>
          <a:p>
            <a:pPr marL="0" indent="0">
              <a:lnSpc>
                <a:spcPct val="80000"/>
              </a:lnSpc>
              <a:buFont typeface="Monotype Sorts"/>
              <a:buNone/>
            </a:pPr>
            <a:r>
              <a:rPr lang="en-US" altLang="en-US" sz="2800"/>
              <a:t>Both traversals result in a spanning tree, which can be modeled using a class.</a:t>
            </a:r>
          </a:p>
        </p:txBody>
      </p:sp>
      <p:sp>
        <p:nvSpPr>
          <p:cNvPr id="22533" name="Rectangle 5">
            <a:extLst>
              <a:ext uri="{FF2B5EF4-FFF2-40B4-BE49-F238E27FC236}">
                <a16:creationId xmlns:a16="http://schemas.microsoft.com/office/drawing/2014/main" id="{B5F05F16-AA2E-6A36-363C-AF507705E604}"/>
              </a:ext>
            </a:extLst>
          </p:cNvPr>
          <p:cNvSpPr>
            <a:spLocks noChangeArrowheads="1"/>
          </p:cNvSpPr>
          <p:nvPr/>
        </p:nvSpPr>
        <p:spPr bwMode="auto">
          <a:xfrm>
            <a:off x="0" y="2133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22534" name="Picture 7">
            <a:extLst>
              <a:ext uri="{FF2B5EF4-FFF2-40B4-BE49-F238E27FC236}">
                <a16:creationId xmlns:a16="http://schemas.microsoft.com/office/drawing/2014/main" id="{CF2667E1-B7CF-F5B1-5780-F0E1BE062A82}"/>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800" y="2895600"/>
            <a:ext cx="8280400" cy="3575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4">
            <a:extLst>
              <a:ext uri="{FF2B5EF4-FFF2-40B4-BE49-F238E27FC236}">
                <a16:creationId xmlns:a16="http://schemas.microsoft.com/office/drawing/2014/main" id="{D9E91241-C859-A5D9-F68B-9E455FD3BDC6}"/>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EA201042-2A2B-4ABA-AF86-8F09095FB3B1}" type="slidenum">
              <a:rPr lang="en-US" altLang="en-US" sz="1400"/>
              <a:pPr>
                <a:spcBef>
                  <a:spcPct val="0"/>
                </a:spcBef>
                <a:buClrTx/>
                <a:buSzTx/>
                <a:buFontTx/>
                <a:buNone/>
              </a:pPr>
              <a:t>21</a:t>
            </a:fld>
            <a:endParaRPr lang="en-US" altLang="en-US" sz="1400"/>
          </a:p>
        </p:txBody>
      </p:sp>
      <p:sp>
        <p:nvSpPr>
          <p:cNvPr id="23555" name="Rectangle 2">
            <a:extLst>
              <a:ext uri="{FF2B5EF4-FFF2-40B4-BE49-F238E27FC236}">
                <a16:creationId xmlns:a16="http://schemas.microsoft.com/office/drawing/2014/main" id="{27A84DB7-BD86-24D4-91EE-E9FDC00B5EE3}"/>
              </a:ext>
            </a:extLst>
          </p:cNvPr>
          <p:cNvSpPr>
            <a:spLocks noGrp="1" noChangeArrowheads="1"/>
          </p:cNvSpPr>
          <p:nvPr>
            <p:ph type="title"/>
          </p:nvPr>
        </p:nvSpPr>
        <p:spPr>
          <a:xfrm>
            <a:off x="685800" y="228600"/>
            <a:ext cx="7772400" cy="609600"/>
          </a:xfrm>
        </p:spPr>
        <p:txBody>
          <a:bodyPr/>
          <a:lstStyle/>
          <a:p>
            <a:r>
              <a:rPr lang="en-US" altLang="en-US"/>
              <a:t>Depth-First Search </a:t>
            </a:r>
          </a:p>
        </p:txBody>
      </p:sp>
      <p:sp>
        <p:nvSpPr>
          <p:cNvPr id="23556" name="Rectangle 3">
            <a:extLst>
              <a:ext uri="{FF2B5EF4-FFF2-40B4-BE49-F238E27FC236}">
                <a16:creationId xmlns:a16="http://schemas.microsoft.com/office/drawing/2014/main" id="{DA0BC6ED-1ED5-C7FD-3B3E-71C92FF4683A}"/>
              </a:ext>
            </a:extLst>
          </p:cNvPr>
          <p:cNvSpPr>
            <a:spLocks noGrp="1" noChangeArrowheads="1"/>
          </p:cNvSpPr>
          <p:nvPr>
            <p:ph type="body" idx="1"/>
          </p:nvPr>
        </p:nvSpPr>
        <p:spPr>
          <a:xfrm>
            <a:off x="304800" y="914400"/>
            <a:ext cx="8686800" cy="1828800"/>
          </a:xfrm>
        </p:spPr>
        <p:txBody>
          <a:bodyPr/>
          <a:lstStyle/>
          <a:p>
            <a:pPr marL="0" indent="0">
              <a:spcBef>
                <a:spcPct val="0"/>
              </a:spcBef>
              <a:buFont typeface="Monotype Sorts"/>
              <a:buNone/>
            </a:pPr>
            <a:r>
              <a:rPr lang="en-US" altLang="en-US" sz="2400"/>
              <a:t>The depth-first search of a graph is like the depth-first search of a tree discussed in §25.2.3, “Tree Traversal.” In the case of a tree, the search starts from the root. In a graph, the search can start from any vertex. </a:t>
            </a:r>
          </a:p>
        </p:txBody>
      </p:sp>
      <p:sp>
        <p:nvSpPr>
          <p:cNvPr id="23557" name="Rectangle 4">
            <a:extLst>
              <a:ext uri="{FF2B5EF4-FFF2-40B4-BE49-F238E27FC236}">
                <a16:creationId xmlns:a16="http://schemas.microsoft.com/office/drawing/2014/main" id="{12921CF3-80F2-3C1D-1D67-A2A490813887}"/>
              </a:ext>
            </a:extLst>
          </p:cNvPr>
          <p:cNvSpPr>
            <a:spLocks noChangeArrowheads="1"/>
          </p:cNvSpPr>
          <p:nvPr/>
        </p:nvSpPr>
        <p:spPr bwMode="auto">
          <a:xfrm>
            <a:off x="0" y="2133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3558" name="Rectangle 6">
            <a:extLst>
              <a:ext uri="{FF2B5EF4-FFF2-40B4-BE49-F238E27FC236}">
                <a16:creationId xmlns:a16="http://schemas.microsoft.com/office/drawing/2014/main" id="{5D7B854B-4BC1-E603-2C3E-DD6B824D8082}"/>
              </a:ext>
            </a:extLst>
          </p:cNvPr>
          <p:cNvSpPr>
            <a:spLocks noChangeArrowheads="1"/>
          </p:cNvSpPr>
          <p:nvPr/>
        </p:nvSpPr>
        <p:spPr bwMode="auto">
          <a:xfrm>
            <a:off x="914400" y="2514600"/>
            <a:ext cx="7696200"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Input: G = (V, E) and a starting vertex v</a:t>
            </a:r>
            <a:endParaRPr lang="en-US" altLang="en-US" sz="2400" u="sng"/>
          </a:p>
          <a:p>
            <a:pPr>
              <a:spcBef>
                <a:spcPct val="0"/>
              </a:spcBef>
              <a:buClrTx/>
              <a:buSzTx/>
              <a:buFontTx/>
              <a:buNone/>
            </a:pPr>
            <a:r>
              <a:rPr lang="en-US" altLang="en-US" sz="2400"/>
              <a:t>Output: a DFS tree rooted at v</a:t>
            </a:r>
            <a:endParaRPr lang="en-US" altLang="en-US" sz="2400" u="sng"/>
          </a:p>
          <a:p>
            <a:pPr>
              <a:buFont typeface="Monotype Sorts"/>
              <a:buNone/>
            </a:pPr>
            <a:r>
              <a:rPr lang="en-US" altLang="en-US" sz="2400"/>
              <a:t>Tree dfs(vertex v) {</a:t>
            </a:r>
          </a:p>
          <a:p>
            <a:pPr>
              <a:buFont typeface="Monotype Sorts"/>
              <a:buNone/>
            </a:pPr>
            <a:r>
              <a:rPr lang="en-US" altLang="en-US" sz="2400"/>
              <a:t>  visit v;</a:t>
            </a:r>
          </a:p>
          <a:p>
            <a:pPr>
              <a:buFont typeface="Monotype Sorts"/>
              <a:buNone/>
            </a:pPr>
            <a:r>
              <a:rPr lang="en-US" altLang="en-US" sz="2400"/>
              <a:t>  for each neighbor w of v</a:t>
            </a:r>
          </a:p>
          <a:p>
            <a:pPr>
              <a:buFont typeface="Monotype Sorts"/>
              <a:buNone/>
            </a:pPr>
            <a:r>
              <a:rPr lang="en-US" altLang="en-US" sz="2400"/>
              <a:t>    if (w has not been visited) {</a:t>
            </a:r>
          </a:p>
          <a:p>
            <a:pPr>
              <a:buFont typeface="Monotype Sorts"/>
              <a:buNone/>
            </a:pPr>
            <a:r>
              <a:rPr lang="en-US" altLang="en-US" sz="2400"/>
              <a:t>      set v as the parent for w;</a:t>
            </a:r>
          </a:p>
          <a:p>
            <a:pPr>
              <a:buFont typeface="Monotype Sorts"/>
              <a:buNone/>
            </a:pPr>
            <a:r>
              <a:rPr lang="en-US" altLang="en-US" sz="2400"/>
              <a:t>      dfs(w);</a:t>
            </a:r>
          </a:p>
          <a:p>
            <a:pPr>
              <a:buFont typeface="Monotype Sorts"/>
              <a:buNone/>
            </a:pPr>
            <a:r>
              <a:rPr lang="en-US" altLang="en-US" sz="2400"/>
              <a:t>    }</a:t>
            </a:r>
          </a:p>
          <a:p>
            <a:pPr>
              <a:buFont typeface="Monotype Sorts"/>
              <a:buNone/>
            </a:pPr>
            <a:r>
              <a:rPr lang="en-US" altLang="en-US" sz="2400"/>
              <a:t>}</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4">
            <a:extLst>
              <a:ext uri="{FF2B5EF4-FFF2-40B4-BE49-F238E27FC236}">
                <a16:creationId xmlns:a16="http://schemas.microsoft.com/office/drawing/2014/main" id="{E20F629F-2070-3609-10A1-026CF27CD654}"/>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3934FEAB-ABB1-4F25-BB45-2E78646341BD}" type="slidenum">
              <a:rPr lang="en-US" altLang="en-US" sz="1400"/>
              <a:pPr>
                <a:spcBef>
                  <a:spcPct val="0"/>
                </a:spcBef>
                <a:buClrTx/>
                <a:buSzTx/>
                <a:buFontTx/>
                <a:buNone/>
              </a:pPr>
              <a:t>22</a:t>
            </a:fld>
            <a:endParaRPr lang="en-US" altLang="en-US" sz="1400"/>
          </a:p>
        </p:txBody>
      </p:sp>
      <p:sp>
        <p:nvSpPr>
          <p:cNvPr id="24579" name="Rectangle 2">
            <a:extLst>
              <a:ext uri="{FF2B5EF4-FFF2-40B4-BE49-F238E27FC236}">
                <a16:creationId xmlns:a16="http://schemas.microsoft.com/office/drawing/2014/main" id="{034D92EA-EC15-786E-BD8B-124FB39183DD}"/>
              </a:ext>
            </a:extLst>
          </p:cNvPr>
          <p:cNvSpPr>
            <a:spLocks noGrp="1" noChangeArrowheads="1"/>
          </p:cNvSpPr>
          <p:nvPr>
            <p:ph type="title"/>
          </p:nvPr>
        </p:nvSpPr>
        <p:spPr>
          <a:xfrm>
            <a:off x="685800" y="285750"/>
            <a:ext cx="7772400" cy="628650"/>
          </a:xfrm>
        </p:spPr>
        <p:txBody>
          <a:bodyPr/>
          <a:lstStyle/>
          <a:p>
            <a:r>
              <a:rPr lang="en-US" altLang="en-US" sz="4000"/>
              <a:t>Depth-First Search Example</a:t>
            </a:r>
            <a:endParaRPr lang="en-US" altLang="en-US"/>
          </a:p>
        </p:txBody>
      </p:sp>
      <p:sp>
        <p:nvSpPr>
          <p:cNvPr id="24580" name="Rectangle 6">
            <a:extLst>
              <a:ext uri="{FF2B5EF4-FFF2-40B4-BE49-F238E27FC236}">
                <a16:creationId xmlns:a16="http://schemas.microsoft.com/office/drawing/2014/main" id="{9B5664E7-DACC-2CE3-C7ED-F7FE12D96D06}"/>
              </a:ext>
            </a:extLst>
          </p:cNvPr>
          <p:cNvSpPr>
            <a:spLocks noChangeArrowheads="1"/>
          </p:cNvSpPr>
          <p:nvPr/>
        </p:nvSpPr>
        <p:spPr bwMode="auto">
          <a:xfrm>
            <a:off x="0" y="26400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4581" name="Rectangle 8">
            <a:extLst>
              <a:ext uri="{FF2B5EF4-FFF2-40B4-BE49-F238E27FC236}">
                <a16:creationId xmlns:a16="http://schemas.microsoft.com/office/drawing/2014/main" id="{1A774B92-72DF-359C-BCC4-71431C157831}"/>
              </a:ext>
            </a:extLst>
          </p:cNvPr>
          <p:cNvSpPr>
            <a:spLocks noChangeArrowheads="1"/>
          </p:cNvSpPr>
          <p:nvPr/>
        </p:nvSpPr>
        <p:spPr bwMode="auto">
          <a:xfrm>
            <a:off x="0" y="26336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4582" name="Rectangle 10">
            <a:extLst>
              <a:ext uri="{FF2B5EF4-FFF2-40B4-BE49-F238E27FC236}">
                <a16:creationId xmlns:a16="http://schemas.microsoft.com/office/drawing/2014/main" id="{9DEF8BCC-33F9-18AC-E7BC-A9B0B0A1B88F}"/>
              </a:ext>
            </a:extLst>
          </p:cNvPr>
          <p:cNvSpPr>
            <a:spLocks noChangeArrowheads="1"/>
          </p:cNvSpPr>
          <p:nvPr/>
        </p:nvSpPr>
        <p:spPr bwMode="auto">
          <a:xfrm>
            <a:off x="0" y="26447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4583" name="Rectangle 12">
            <a:extLst>
              <a:ext uri="{FF2B5EF4-FFF2-40B4-BE49-F238E27FC236}">
                <a16:creationId xmlns:a16="http://schemas.microsoft.com/office/drawing/2014/main" id="{ED37AEDF-D191-7262-D022-DCA23E53E107}"/>
              </a:ext>
            </a:extLst>
          </p:cNvPr>
          <p:cNvSpPr>
            <a:spLocks noChangeArrowheads="1"/>
          </p:cNvSpPr>
          <p:nvPr/>
        </p:nvSpPr>
        <p:spPr bwMode="auto">
          <a:xfrm>
            <a:off x="0" y="26447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4584" name="Rectangle 14">
            <a:extLst>
              <a:ext uri="{FF2B5EF4-FFF2-40B4-BE49-F238E27FC236}">
                <a16:creationId xmlns:a16="http://schemas.microsoft.com/office/drawing/2014/main" id="{290CF048-612B-556F-792D-AC0A24B52BC0}"/>
              </a:ext>
            </a:extLst>
          </p:cNvPr>
          <p:cNvSpPr>
            <a:spLocks noChangeArrowheads="1"/>
          </p:cNvSpPr>
          <p:nvPr/>
        </p:nvSpPr>
        <p:spPr bwMode="auto">
          <a:xfrm>
            <a:off x="0" y="26447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24585" name="Picture 14">
            <a:extLst>
              <a:ext uri="{FF2B5EF4-FFF2-40B4-BE49-F238E27FC236}">
                <a16:creationId xmlns:a16="http://schemas.microsoft.com/office/drawing/2014/main" id="{19E93B0F-9564-566D-BCBD-37AF8588B6FC}"/>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3200" y="1524000"/>
            <a:ext cx="6197600" cy="4578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4">
            <a:extLst>
              <a:ext uri="{FF2B5EF4-FFF2-40B4-BE49-F238E27FC236}">
                <a16:creationId xmlns:a16="http://schemas.microsoft.com/office/drawing/2014/main" id="{C9D1BFF0-2EBD-F691-C24B-2BBA38ECE0B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3D3F387-391A-4F8F-AA56-D29657EE6340}" type="slidenum">
              <a:rPr lang="en-US" altLang="en-US" sz="1400"/>
              <a:pPr>
                <a:spcBef>
                  <a:spcPct val="0"/>
                </a:spcBef>
                <a:buClrTx/>
                <a:buSzTx/>
                <a:buFontTx/>
                <a:buNone/>
              </a:pPr>
              <a:t>23</a:t>
            </a:fld>
            <a:endParaRPr lang="en-US" altLang="en-US" sz="1400"/>
          </a:p>
        </p:txBody>
      </p:sp>
      <p:sp>
        <p:nvSpPr>
          <p:cNvPr id="25603" name="Rectangle 2">
            <a:extLst>
              <a:ext uri="{FF2B5EF4-FFF2-40B4-BE49-F238E27FC236}">
                <a16:creationId xmlns:a16="http://schemas.microsoft.com/office/drawing/2014/main" id="{1B1907EA-631D-FCB4-2B8E-CC635E811515}"/>
              </a:ext>
            </a:extLst>
          </p:cNvPr>
          <p:cNvSpPr>
            <a:spLocks noGrp="1" noChangeArrowheads="1"/>
          </p:cNvSpPr>
          <p:nvPr>
            <p:ph type="title"/>
          </p:nvPr>
        </p:nvSpPr>
        <p:spPr>
          <a:xfrm>
            <a:off x="685800" y="285750"/>
            <a:ext cx="7772400" cy="628650"/>
          </a:xfrm>
        </p:spPr>
        <p:txBody>
          <a:bodyPr/>
          <a:lstStyle/>
          <a:p>
            <a:r>
              <a:rPr lang="en-US" altLang="en-US" sz="4000"/>
              <a:t>Depth-First Search Example</a:t>
            </a:r>
            <a:endParaRPr lang="en-US" altLang="en-US"/>
          </a:p>
        </p:txBody>
      </p:sp>
      <p:sp>
        <p:nvSpPr>
          <p:cNvPr id="25604" name="Rectangle 3">
            <a:extLst>
              <a:ext uri="{FF2B5EF4-FFF2-40B4-BE49-F238E27FC236}">
                <a16:creationId xmlns:a16="http://schemas.microsoft.com/office/drawing/2014/main" id="{DE0F90E9-36A0-96B6-0632-17C4CC859722}"/>
              </a:ext>
            </a:extLst>
          </p:cNvPr>
          <p:cNvSpPr>
            <a:spLocks noChangeArrowheads="1"/>
          </p:cNvSpPr>
          <p:nvPr/>
        </p:nvSpPr>
        <p:spPr bwMode="auto">
          <a:xfrm>
            <a:off x="0" y="26400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5605" name="Rectangle 5">
            <a:extLst>
              <a:ext uri="{FF2B5EF4-FFF2-40B4-BE49-F238E27FC236}">
                <a16:creationId xmlns:a16="http://schemas.microsoft.com/office/drawing/2014/main" id="{939E0A96-2066-496E-8C27-F4BC85331422}"/>
              </a:ext>
            </a:extLst>
          </p:cNvPr>
          <p:cNvSpPr>
            <a:spLocks noChangeArrowheads="1"/>
          </p:cNvSpPr>
          <p:nvPr/>
        </p:nvSpPr>
        <p:spPr bwMode="auto">
          <a:xfrm>
            <a:off x="0" y="26336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5606" name="Rectangle 7">
            <a:extLst>
              <a:ext uri="{FF2B5EF4-FFF2-40B4-BE49-F238E27FC236}">
                <a16:creationId xmlns:a16="http://schemas.microsoft.com/office/drawing/2014/main" id="{592A8A91-47D9-D9C9-C231-FDCFF134819E}"/>
              </a:ext>
            </a:extLst>
          </p:cNvPr>
          <p:cNvSpPr>
            <a:spLocks noChangeArrowheads="1"/>
          </p:cNvSpPr>
          <p:nvPr/>
        </p:nvSpPr>
        <p:spPr bwMode="auto">
          <a:xfrm>
            <a:off x="0" y="26447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5607" name="Rectangle 9">
            <a:extLst>
              <a:ext uri="{FF2B5EF4-FFF2-40B4-BE49-F238E27FC236}">
                <a16:creationId xmlns:a16="http://schemas.microsoft.com/office/drawing/2014/main" id="{DFB55CC0-997D-56CD-4E6E-719565C69ACF}"/>
              </a:ext>
            </a:extLst>
          </p:cNvPr>
          <p:cNvSpPr>
            <a:spLocks noChangeArrowheads="1"/>
          </p:cNvSpPr>
          <p:nvPr/>
        </p:nvSpPr>
        <p:spPr bwMode="auto">
          <a:xfrm>
            <a:off x="0" y="26447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5608" name="Rectangle 11">
            <a:extLst>
              <a:ext uri="{FF2B5EF4-FFF2-40B4-BE49-F238E27FC236}">
                <a16:creationId xmlns:a16="http://schemas.microsoft.com/office/drawing/2014/main" id="{832462BC-9D98-0360-F95A-4A6CA8121930}"/>
              </a:ext>
            </a:extLst>
          </p:cNvPr>
          <p:cNvSpPr>
            <a:spLocks noChangeArrowheads="1"/>
          </p:cNvSpPr>
          <p:nvPr/>
        </p:nvSpPr>
        <p:spPr bwMode="auto">
          <a:xfrm>
            <a:off x="0" y="26447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5609" name="Rectangle 14">
            <a:extLst>
              <a:ext uri="{FF2B5EF4-FFF2-40B4-BE49-F238E27FC236}">
                <a16:creationId xmlns:a16="http://schemas.microsoft.com/office/drawing/2014/main" id="{C494C05B-2ADC-4F03-FA80-F0333551EEC4}"/>
              </a:ext>
            </a:extLst>
          </p:cNvPr>
          <p:cNvSpPr>
            <a:spLocks noChangeArrowheads="1"/>
          </p:cNvSpPr>
          <p:nvPr/>
        </p:nvSpPr>
        <p:spPr bwMode="auto">
          <a:xfrm>
            <a:off x="0" y="19700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25610" name="Object 13">
            <a:extLst>
              <a:ext uri="{FF2B5EF4-FFF2-40B4-BE49-F238E27FC236}">
                <a16:creationId xmlns:a16="http://schemas.microsoft.com/office/drawing/2014/main" id="{E9C587AC-284C-BFF4-6E87-1F75E1331EC7}"/>
              </a:ext>
            </a:extLst>
          </p:cNvPr>
          <p:cNvGraphicFramePr>
            <a:graphicFrameLocks noChangeAspect="1"/>
          </p:cNvGraphicFramePr>
          <p:nvPr/>
        </p:nvGraphicFramePr>
        <p:xfrm>
          <a:off x="228600" y="1066800"/>
          <a:ext cx="6858000" cy="4384675"/>
        </p:xfrm>
        <a:graphic>
          <a:graphicData uri="http://schemas.openxmlformats.org/presentationml/2006/ole">
            <mc:AlternateContent xmlns:mc="http://schemas.openxmlformats.org/markup-compatibility/2006">
              <mc:Choice xmlns:v="urn:schemas-microsoft-com:vml" Requires="v">
                <p:oleObj name="Picture" r:id="rId2" imgW="6256020" imgH="3994404" progId="Word.Picture.8">
                  <p:embed/>
                </p:oleObj>
              </mc:Choice>
              <mc:Fallback>
                <p:oleObj name="Picture" r:id="rId2" imgW="6256020" imgH="3994404" progId="Word.Picture.8">
                  <p:embed/>
                  <p:pic>
                    <p:nvPicPr>
                      <p:cNvPr id="0" name="Object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066800"/>
                        <a:ext cx="6858000" cy="438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611" name="AutoShape 15">
            <a:hlinkClick r:id="rId4" action="ppaction://program" highlightClick="1"/>
            <a:extLst>
              <a:ext uri="{FF2B5EF4-FFF2-40B4-BE49-F238E27FC236}">
                <a16:creationId xmlns:a16="http://schemas.microsoft.com/office/drawing/2014/main" id="{C94010D1-F308-E869-D21F-7567C2A4CAE8}"/>
              </a:ext>
            </a:extLst>
          </p:cNvPr>
          <p:cNvSpPr>
            <a:spLocks noChangeArrowheads="1"/>
          </p:cNvSpPr>
          <p:nvPr/>
        </p:nvSpPr>
        <p:spPr bwMode="auto">
          <a:xfrm>
            <a:off x="5943600" y="5715000"/>
            <a:ext cx="1905000" cy="5334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solidFill>
                  <a:schemeClr val="accent4"/>
                </a:solidFill>
              </a:rPr>
              <a:t>TestDFS</a:t>
            </a:r>
          </a:p>
        </p:txBody>
      </p:sp>
      <p:sp>
        <p:nvSpPr>
          <p:cNvPr id="500752" name="AutoShape 16">
            <a:hlinkClick r:id="" action="ppaction://noaction" highlightClick="1"/>
            <a:extLst>
              <a:ext uri="{FF2B5EF4-FFF2-40B4-BE49-F238E27FC236}">
                <a16:creationId xmlns:a16="http://schemas.microsoft.com/office/drawing/2014/main" id="{FDC4D56B-1BF6-B146-0B08-2B70E44E1E04}"/>
              </a:ext>
            </a:extLst>
          </p:cNvPr>
          <p:cNvSpPr>
            <a:spLocks noChangeArrowheads="1"/>
          </p:cNvSpPr>
          <p:nvPr/>
        </p:nvSpPr>
        <p:spPr bwMode="auto">
          <a:xfrm>
            <a:off x="3733800" y="5715000"/>
            <a:ext cx="190500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dirty="0" err="1">
                <a:solidFill>
                  <a:schemeClr val="accent4"/>
                </a:solidFill>
                <a:latin typeface="Book Antiqua" pitchFamily="18" charset="0"/>
                <a:hlinkClick r:id="rId5" action="ppaction://program">
                  <a:extLst>
                    <a:ext uri="{A12FA001-AC4F-418D-AE19-62706E023703}">
                      <ahyp:hlinkClr xmlns:ahyp="http://schemas.microsoft.com/office/drawing/2018/hyperlinkcolor" val="tx"/>
                    </a:ext>
                  </a:extLst>
                </a:hlinkClick>
              </a:rPr>
              <a:t>TestDFS</a:t>
            </a:r>
            <a:endParaRPr lang="en-US" dirty="0">
              <a:solidFill>
                <a:schemeClr val="accent4"/>
              </a:solidFill>
            </a:endParaRPr>
          </a:p>
        </p:txBody>
      </p:sp>
      <p:sp>
        <p:nvSpPr>
          <p:cNvPr id="25613" name="AutoShape 17">
            <a:hlinkClick r:id="rId6" highlightClick="1"/>
            <a:extLst>
              <a:ext uri="{FF2B5EF4-FFF2-40B4-BE49-F238E27FC236}">
                <a16:creationId xmlns:a16="http://schemas.microsoft.com/office/drawing/2014/main" id="{796A3DA6-8BD1-F6C5-B52B-1A8FBE6064BE}"/>
              </a:ext>
            </a:extLst>
          </p:cNvPr>
          <p:cNvSpPr>
            <a:spLocks noChangeArrowheads="1"/>
          </p:cNvSpPr>
          <p:nvPr/>
        </p:nvSpPr>
        <p:spPr bwMode="auto">
          <a:xfrm>
            <a:off x="3200400" y="56388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4">
            <a:extLst>
              <a:ext uri="{FF2B5EF4-FFF2-40B4-BE49-F238E27FC236}">
                <a16:creationId xmlns:a16="http://schemas.microsoft.com/office/drawing/2014/main" id="{59359BB8-D782-8262-8644-82E587D911A8}"/>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B865884-784C-4E6C-A038-20BEA15F8AC6}" type="slidenum">
              <a:rPr lang="en-US" altLang="en-US" sz="1400"/>
              <a:pPr>
                <a:spcBef>
                  <a:spcPct val="0"/>
                </a:spcBef>
                <a:buClrTx/>
                <a:buSzTx/>
                <a:buFontTx/>
                <a:buNone/>
              </a:pPr>
              <a:t>24</a:t>
            </a:fld>
            <a:endParaRPr lang="en-US" altLang="en-US" sz="1400"/>
          </a:p>
        </p:txBody>
      </p:sp>
      <p:sp>
        <p:nvSpPr>
          <p:cNvPr id="26627" name="Rectangle 2">
            <a:extLst>
              <a:ext uri="{FF2B5EF4-FFF2-40B4-BE49-F238E27FC236}">
                <a16:creationId xmlns:a16="http://schemas.microsoft.com/office/drawing/2014/main" id="{A4C601AA-3460-3CBA-2E44-133D91A5629D}"/>
              </a:ext>
            </a:extLst>
          </p:cNvPr>
          <p:cNvSpPr>
            <a:spLocks noGrp="1" noChangeArrowheads="1"/>
          </p:cNvSpPr>
          <p:nvPr>
            <p:ph type="title"/>
          </p:nvPr>
        </p:nvSpPr>
        <p:spPr>
          <a:xfrm>
            <a:off x="685800" y="228600"/>
            <a:ext cx="7772400" cy="533400"/>
          </a:xfrm>
          <a:noFill/>
        </p:spPr>
        <p:txBody>
          <a:bodyPr/>
          <a:lstStyle/>
          <a:p>
            <a:r>
              <a:rPr lang="en-US" altLang="en-US"/>
              <a:t>Applications of the DFS </a:t>
            </a:r>
          </a:p>
        </p:txBody>
      </p:sp>
      <p:sp>
        <p:nvSpPr>
          <p:cNvPr id="26628" name="Text Box 3">
            <a:extLst>
              <a:ext uri="{FF2B5EF4-FFF2-40B4-BE49-F238E27FC236}">
                <a16:creationId xmlns:a16="http://schemas.microsoft.com/office/drawing/2014/main" id="{6C5AE461-1F41-4ADF-6F44-9D7379670244}"/>
              </a:ext>
            </a:extLst>
          </p:cNvPr>
          <p:cNvSpPr txBox="1">
            <a:spLocks noChangeArrowheads="1"/>
          </p:cNvSpPr>
          <p:nvPr/>
        </p:nvSpPr>
        <p:spPr bwMode="auto">
          <a:xfrm>
            <a:off x="228600" y="914400"/>
            <a:ext cx="8763000" cy="550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 typeface="Wingdings" panose="05000000000000000000" pitchFamily="2" charset="2"/>
              <a:buChar char="v"/>
            </a:pPr>
            <a:r>
              <a:rPr lang="en-US" altLang="en-US" sz="2200"/>
              <a:t>Detecting whether a graph is connected. Search the graph starting from any vertex. If the number of vertices searched is the same as the number of vertices in the graph, the graph is connected. Otherwise, the graph is not connected.</a:t>
            </a:r>
          </a:p>
          <a:p>
            <a:pPr>
              <a:spcBef>
                <a:spcPct val="0"/>
              </a:spcBef>
              <a:buClrTx/>
              <a:buSzTx/>
              <a:buFont typeface="Wingdings" panose="05000000000000000000" pitchFamily="2" charset="2"/>
              <a:buChar char="v"/>
            </a:pPr>
            <a:endParaRPr lang="en-US" altLang="en-US" sz="2200"/>
          </a:p>
          <a:p>
            <a:pPr>
              <a:spcBef>
                <a:spcPct val="0"/>
              </a:spcBef>
              <a:buClrTx/>
              <a:buSzTx/>
              <a:buFont typeface="Wingdings" panose="05000000000000000000" pitchFamily="2" charset="2"/>
              <a:buChar char="v"/>
            </a:pPr>
            <a:r>
              <a:rPr lang="en-US" altLang="en-US" sz="2200"/>
              <a:t>Detecting whether there is a path between two vertices. </a:t>
            </a:r>
          </a:p>
          <a:p>
            <a:pPr>
              <a:spcBef>
                <a:spcPct val="0"/>
              </a:spcBef>
              <a:buClrTx/>
              <a:buSzTx/>
              <a:buFont typeface="Wingdings" panose="05000000000000000000" pitchFamily="2" charset="2"/>
              <a:buChar char="v"/>
            </a:pPr>
            <a:endParaRPr lang="en-US" altLang="en-US" sz="2200"/>
          </a:p>
          <a:p>
            <a:pPr>
              <a:spcBef>
                <a:spcPct val="0"/>
              </a:spcBef>
              <a:buClrTx/>
              <a:buSzTx/>
              <a:buFont typeface="Wingdings" panose="05000000000000000000" pitchFamily="2" charset="2"/>
              <a:buChar char="v"/>
            </a:pPr>
            <a:r>
              <a:rPr lang="en-US" altLang="en-US" sz="2200"/>
              <a:t>Finding a path between two vertices. </a:t>
            </a:r>
          </a:p>
          <a:p>
            <a:pPr>
              <a:spcBef>
                <a:spcPct val="0"/>
              </a:spcBef>
              <a:buClrTx/>
              <a:buSzTx/>
              <a:buFont typeface="Wingdings" panose="05000000000000000000" pitchFamily="2" charset="2"/>
              <a:buChar char="v"/>
            </a:pPr>
            <a:endParaRPr lang="en-US" altLang="en-US" sz="2200"/>
          </a:p>
          <a:p>
            <a:pPr>
              <a:spcBef>
                <a:spcPct val="0"/>
              </a:spcBef>
              <a:buClrTx/>
              <a:buSzTx/>
              <a:buFont typeface="Wingdings" panose="05000000000000000000" pitchFamily="2" charset="2"/>
              <a:buChar char="v"/>
            </a:pPr>
            <a:r>
              <a:rPr lang="en-US" altLang="en-US" sz="2200"/>
              <a:t>Finding all connected components. A connected component is a maximal connected subgraph in which every pair of vertices are connected by a path. </a:t>
            </a:r>
          </a:p>
          <a:p>
            <a:pPr>
              <a:spcBef>
                <a:spcPct val="0"/>
              </a:spcBef>
              <a:buClrTx/>
              <a:buSzTx/>
              <a:buFont typeface="Wingdings" panose="05000000000000000000" pitchFamily="2" charset="2"/>
              <a:buChar char="v"/>
            </a:pPr>
            <a:endParaRPr lang="en-US" altLang="en-US" sz="2200"/>
          </a:p>
          <a:p>
            <a:pPr>
              <a:spcBef>
                <a:spcPct val="0"/>
              </a:spcBef>
              <a:buClrTx/>
              <a:buSzTx/>
              <a:buFont typeface="Wingdings" panose="05000000000000000000" pitchFamily="2" charset="2"/>
              <a:buChar char="v"/>
            </a:pPr>
            <a:r>
              <a:rPr lang="en-US" altLang="en-US" sz="2200"/>
              <a:t>Detecting whether there is a cycle in the graph.</a:t>
            </a:r>
          </a:p>
          <a:p>
            <a:pPr>
              <a:spcBef>
                <a:spcPct val="0"/>
              </a:spcBef>
              <a:buClrTx/>
              <a:buSzTx/>
              <a:buFont typeface="Wingdings" panose="05000000000000000000" pitchFamily="2" charset="2"/>
              <a:buChar char="v"/>
            </a:pPr>
            <a:endParaRPr lang="en-US" altLang="en-US" sz="2200"/>
          </a:p>
          <a:p>
            <a:pPr>
              <a:spcBef>
                <a:spcPct val="0"/>
              </a:spcBef>
              <a:buClrTx/>
              <a:buSzTx/>
              <a:buFont typeface="Wingdings" panose="05000000000000000000" pitchFamily="2" charset="2"/>
              <a:buChar char="v"/>
            </a:pPr>
            <a:r>
              <a:rPr lang="en-US" altLang="en-US" sz="2200"/>
              <a:t>Finding a cycle in the graph. </a:t>
            </a:r>
          </a:p>
        </p:txBody>
      </p:sp>
      <p:sp>
        <p:nvSpPr>
          <p:cNvPr id="26629" name="Rectangle 4">
            <a:extLst>
              <a:ext uri="{FF2B5EF4-FFF2-40B4-BE49-F238E27FC236}">
                <a16:creationId xmlns:a16="http://schemas.microsoft.com/office/drawing/2014/main" id="{2AF07627-847D-015C-CF3C-C9997F7F1B4A}"/>
              </a:ext>
            </a:extLst>
          </p:cNvPr>
          <p:cNvSpPr>
            <a:spLocks noChangeArrowheads="1"/>
          </p:cNvSpPr>
          <p:nvPr/>
        </p:nvSpPr>
        <p:spPr bwMode="auto">
          <a:xfrm>
            <a:off x="2000250"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4">
            <a:extLst>
              <a:ext uri="{FF2B5EF4-FFF2-40B4-BE49-F238E27FC236}">
                <a16:creationId xmlns:a16="http://schemas.microsoft.com/office/drawing/2014/main" id="{533D3B85-56C9-88A0-F497-4C5E0BA90D31}"/>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133943A2-85F5-4DD3-8FA5-61294F1AEE69}" type="slidenum">
              <a:rPr lang="en-US" altLang="en-US" sz="1400"/>
              <a:pPr>
                <a:spcBef>
                  <a:spcPct val="0"/>
                </a:spcBef>
                <a:buClrTx/>
                <a:buSzTx/>
                <a:buFontTx/>
                <a:buNone/>
              </a:pPr>
              <a:t>25</a:t>
            </a:fld>
            <a:endParaRPr lang="en-US" altLang="en-US" sz="1400"/>
          </a:p>
        </p:txBody>
      </p:sp>
      <p:sp>
        <p:nvSpPr>
          <p:cNvPr id="27651" name="Rectangle 2">
            <a:extLst>
              <a:ext uri="{FF2B5EF4-FFF2-40B4-BE49-F238E27FC236}">
                <a16:creationId xmlns:a16="http://schemas.microsoft.com/office/drawing/2014/main" id="{264EEBC5-F152-CD02-28FD-91472428D03C}"/>
              </a:ext>
            </a:extLst>
          </p:cNvPr>
          <p:cNvSpPr>
            <a:spLocks noGrp="1" noChangeArrowheads="1"/>
          </p:cNvSpPr>
          <p:nvPr>
            <p:ph type="title"/>
          </p:nvPr>
        </p:nvSpPr>
        <p:spPr>
          <a:xfrm>
            <a:off x="0" y="152400"/>
            <a:ext cx="9144000" cy="609600"/>
          </a:xfrm>
          <a:noFill/>
        </p:spPr>
        <p:txBody>
          <a:bodyPr/>
          <a:lstStyle/>
          <a:p>
            <a:r>
              <a:rPr lang="en-US" altLang="en-US" sz="4000"/>
              <a:t>The Connected Circles Problem</a:t>
            </a:r>
          </a:p>
        </p:txBody>
      </p:sp>
      <p:sp>
        <p:nvSpPr>
          <p:cNvPr id="27652" name="Rectangle 3">
            <a:extLst>
              <a:ext uri="{FF2B5EF4-FFF2-40B4-BE49-F238E27FC236}">
                <a16:creationId xmlns:a16="http://schemas.microsoft.com/office/drawing/2014/main" id="{08F93B5A-2896-DE99-5D51-FD778FB87579}"/>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53" name="Rectangle 4">
            <a:extLst>
              <a:ext uri="{FF2B5EF4-FFF2-40B4-BE49-F238E27FC236}">
                <a16:creationId xmlns:a16="http://schemas.microsoft.com/office/drawing/2014/main" id="{000E1985-3380-8DFA-F751-1A90C1CE061F}"/>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54" name="Rectangle 5">
            <a:extLst>
              <a:ext uri="{FF2B5EF4-FFF2-40B4-BE49-F238E27FC236}">
                <a16:creationId xmlns:a16="http://schemas.microsoft.com/office/drawing/2014/main" id="{C21CD139-D95B-1C56-6E4B-5E5898CE3F16}"/>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55" name="Rectangle 6">
            <a:extLst>
              <a:ext uri="{FF2B5EF4-FFF2-40B4-BE49-F238E27FC236}">
                <a16:creationId xmlns:a16="http://schemas.microsoft.com/office/drawing/2014/main" id="{6C3830FF-51F6-9AD1-9355-E28459C4B29A}"/>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56" name="Rectangle 7">
            <a:extLst>
              <a:ext uri="{FF2B5EF4-FFF2-40B4-BE49-F238E27FC236}">
                <a16:creationId xmlns:a16="http://schemas.microsoft.com/office/drawing/2014/main" id="{F6D5886A-D3DC-A85A-A348-6EA1DEB4DB96}"/>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57" name="Rectangle 8">
            <a:extLst>
              <a:ext uri="{FF2B5EF4-FFF2-40B4-BE49-F238E27FC236}">
                <a16:creationId xmlns:a16="http://schemas.microsoft.com/office/drawing/2014/main" id="{E5632A82-6402-8D05-03E5-0C03576F24AF}"/>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58" name="Rectangle 9">
            <a:extLst>
              <a:ext uri="{FF2B5EF4-FFF2-40B4-BE49-F238E27FC236}">
                <a16:creationId xmlns:a16="http://schemas.microsoft.com/office/drawing/2014/main" id="{7BFC1233-5303-501E-B07B-661C32D4D4D9}"/>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59" name="Rectangle 10">
            <a:extLst>
              <a:ext uri="{FF2B5EF4-FFF2-40B4-BE49-F238E27FC236}">
                <a16:creationId xmlns:a16="http://schemas.microsoft.com/office/drawing/2014/main" id="{CE21B4B3-C5F3-0551-2E6C-BA551F60F165}"/>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60" name="Rectangle 11">
            <a:extLst>
              <a:ext uri="{FF2B5EF4-FFF2-40B4-BE49-F238E27FC236}">
                <a16:creationId xmlns:a16="http://schemas.microsoft.com/office/drawing/2014/main" id="{F7CF285C-2E27-D3BC-2C41-64372C0BD266}"/>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61" name="Rectangle 12">
            <a:extLst>
              <a:ext uri="{FF2B5EF4-FFF2-40B4-BE49-F238E27FC236}">
                <a16:creationId xmlns:a16="http://schemas.microsoft.com/office/drawing/2014/main" id="{1BACDAAD-B35E-BD3C-41BB-96DCF344F008}"/>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62" name="Rectangle 13">
            <a:extLst>
              <a:ext uri="{FF2B5EF4-FFF2-40B4-BE49-F238E27FC236}">
                <a16:creationId xmlns:a16="http://schemas.microsoft.com/office/drawing/2014/main" id="{314ACDAD-9C1D-08A7-56FD-2DBAE6CB3FE2}"/>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63" name="Rectangle 14">
            <a:extLst>
              <a:ext uri="{FF2B5EF4-FFF2-40B4-BE49-F238E27FC236}">
                <a16:creationId xmlns:a16="http://schemas.microsoft.com/office/drawing/2014/main" id="{D2315A59-4F25-DCA1-48B6-85E703262747}"/>
              </a:ext>
            </a:extLst>
          </p:cNvPr>
          <p:cNvSpPr>
            <a:spLocks noChangeArrowheads="1"/>
          </p:cNvSpPr>
          <p:nvPr/>
        </p:nvSpPr>
        <p:spPr bwMode="auto">
          <a:xfrm>
            <a:off x="33147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64" name="Rectangle 15">
            <a:extLst>
              <a:ext uri="{FF2B5EF4-FFF2-40B4-BE49-F238E27FC236}">
                <a16:creationId xmlns:a16="http://schemas.microsoft.com/office/drawing/2014/main" id="{BF778D03-0EE1-D198-419B-B227C9E4762C}"/>
              </a:ext>
            </a:extLst>
          </p:cNvPr>
          <p:cNvSpPr>
            <a:spLocks noChangeArrowheads="1"/>
          </p:cNvSpPr>
          <p:nvPr/>
        </p:nvSpPr>
        <p:spPr bwMode="auto">
          <a:xfrm>
            <a:off x="3314700" y="2428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65" name="Rectangle 16">
            <a:extLst>
              <a:ext uri="{FF2B5EF4-FFF2-40B4-BE49-F238E27FC236}">
                <a16:creationId xmlns:a16="http://schemas.microsoft.com/office/drawing/2014/main" id="{7E01E87F-4D1D-3E4C-3234-61E700779999}"/>
              </a:ext>
            </a:extLst>
          </p:cNvPr>
          <p:cNvSpPr>
            <a:spLocks noChangeArrowheads="1"/>
          </p:cNvSpPr>
          <p:nvPr/>
        </p:nvSpPr>
        <p:spPr bwMode="auto">
          <a:xfrm>
            <a:off x="0" y="25257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66" name="Rectangle 17">
            <a:extLst>
              <a:ext uri="{FF2B5EF4-FFF2-40B4-BE49-F238E27FC236}">
                <a16:creationId xmlns:a16="http://schemas.microsoft.com/office/drawing/2014/main" id="{C900F1FD-8A17-08CE-D81A-2809E2026EE2}"/>
              </a:ext>
            </a:extLst>
          </p:cNvPr>
          <p:cNvSpPr>
            <a:spLocks noChangeArrowheads="1"/>
          </p:cNvSpPr>
          <p:nvPr/>
        </p:nvSpPr>
        <p:spPr bwMode="auto">
          <a:xfrm>
            <a:off x="0" y="2419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67" name="Rectangle 18">
            <a:extLst>
              <a:ext uri="{FF2B5EF4-FFF2-40B4-BE49-F238E27FC236}">
                <a16:creationId xmlns:a16="http://schemas.microsoft.com/office/drawing/2014/main" id="{B275D943-000A-2135-B232-B698B498801F}"/>
              </a:ext>
            </a:extLst>
          </p:cNvPr>
          <p:cNvSpPr>
            <a:spLocks noChangeArrowheads="1"/>
          </p:cNvSpPr>
          <p:nvPr/>
        </p:nvSpPr>
        <p:spPr bwMode="auto">
          <a:xfrm>
            <a:off x="0" y="24272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68" name="Rectangle 19">
            <a:extLst>
              <a:ext uri="{FF2B5EF4-FFF2-40B4-BE49-F238E27FC236}">
                <a16:creationId xmlns:a16="http://schemas.microsoft.com/office/drawing/2014/main" id="{45FFABB3-BD72-C1B0-21C3-111AA7802725}"/>
              </a:ext>
            </a:extLst>
          </p:cNvPr>
          <p:cNvSpPr>
            <a:spLocks noChangeArrowheads="1"/>
          </p:cNvSpPr>
          <p:nvPr/>
        </p:nvSpPr>
        <p:spPr bwMode="auto">
          <a:xfrm>
            <a:off x="0" y="24272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69" name="Rectangle 20">
            <a:extLst>
              <a:ext uri="{FF2B5EF4-FFF2-40B4-BE49-F238E27FC236}">
                <a16:creationId xmlns:a16="http://schemas.microsoft.com/office/drawing/2014/main" id="{ED99311A-88EF-A461-429C-65F0B1DFEB83}"/>
              </a:ext>
            </a:extLst>
          </p:cNvPr>
          <p:cNvSpPr>
            <a:spLocks noChangeArrowheads="1"/>
          </p:cNvSpPr>
          <p:nvPr/>
        </p:nvSpPr>
        <p:spPr bwMode="auto">
          <a:xfrm>
            <a:off x="0" y="24272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70" name="Rectangle 21">
            <a:extLst>
              <a:ext uri="{FF2B5EF4-FFF2-40B4-BE49-F238E27FC236}">
                <a16:creationId xmlns:a16="http://schemas.microsoft.com/office/drawing/2014/main" id="{3ECBCF01-4800-EAB3-5C68-7CFD8FE86F46}"/>
              </a:ext>
            </a:extLst>
          </p:cNvPr>
          <p:cNvSpPr>
            <a:spLocks noChangeArrowheads="1"/>
          </p:cNvSpPr>
          <p:nvPr/>
        </p:nvSpPr>
        <p:spPr bwMode="auto">
          <a:xfrm>
            <a:off x="0" y="24272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71" name="Rectangle 22">
            <a:extLst>
              <a:ext uri="{FF2B5EF4-FFF2-40B4-BE49-F238E27FC236}">
                <a16:creationId xmlns:a16="http://schemas.microsoft.com/office/drawing/2014/main" id="{EEF9B056-73AF-5EDC-F09F-CA7DEBF0CE28}"/>
              </a:ext>
            </a:extLst>
          </p:cNvPr>
          <p:cNvSpPr>
            <a:spLocks noChangeArrowheads="1"/>
          </p:cNvSpPr>
          <p:nvPr/>
        </p:nvSpPr>
        <p:spPr bwMode="auto">
          <a:xfrm>
            <a:off x="0" y="24272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72" name="Rectangle 23">
            <a:extLst>
              <a:ext uri="{FF2B5EF4-FFF2-40B4-BE49-F238E27FC236}">
                <a16:creationId xmlns:a16="http://schemas.microsoft.com/office/drawing/2014/main" id="{01538C64-0C78-373F-8DB6-1ECB902861FD}"/>
              </a:ext>
            </a:extLst>
          </p:cNvPr>
          <p:cNvSpPr>
            <a:spLocks noChangeArrowheads="1"/>
          </p:cNvSpPr>
          <p:nvPr/>
        </p:nvSpPr>
        <p:spPr bwMode="auto">
          <a:xfrm>
            <a:off x="0" y="24272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73" name="AutoShape 24">
            <a:hlinkClick r:id="rId2" action="ppaction://program" highlightClick="1"/>
            <a:extLst>
              <a:ext uri="{FF2B5EF4-FFF2-40B4-BE49-F238E27FC236}">
                <a16:creationId xmlns:a16="http://schemas.microsoft.com/office/drawing/2014/main" id="{250AA212-A92C-7768-E202-D172C321F854}"/>
              </a:ext>
            </a:extLst>
          </p:cNvPr>
          <p:cNvSpPr>
            <a:spLocks noChangeArrowheads="1"/>
          </p:cNvSpPr>
          <p:nvPr/>
        </p:nvSpPr>
        <p:spPr bwMode="auto">
          <a:xfrm>
            <a:off x="4953000" y="5638800"/>
            <a:ext cx="1828800" cy="5334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solidFill>
                  <a:schemeClr val="accent4"/>
                </a:solidFill>
              </a:rPr>
              <a:t>Run</a:t>
            </a:r>
          </a:p>
        </p:txBody>
      </p:sp>
      <p:sp>
        <p:nvSpPr>
          <p:cNvPr id="523289" name="AutoShape 25">
            <a:hlinkClick r:id="" action="ppaction://noaction" highlightClick="1"/>
            <a:extLst>
              <a:ext uri="{FF2B5EF4-FFF2-40B4-BE49-F238E27FC236}">
                <a16:creationId xmlns:a16="http://schemas.microsoft.com/office/drawing/2014/main" id="{4022A596-EC58-1B86-3818-267CC5A31CB2}"/>
              </a:ext>
            </a:extLst>
          </p:cNvPr>
          <p:cNvSpPr>
            <a:spLocks noChangeArrowheads="1"/>
          </p:cNvSpPr>
          <p:nvPr/>
        </p:nvSpPr>
        <p:spPr bwMode="auto">
          <a:xfrm>
            <a:off x="1143000" y="5638800"/>
            <a:ext cx="3271838" cy="574675"/>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dirty="0" err="1">
                <a:solidFill>
                  <a:schemeClr val="accent4"/>
                </a:solidFill>
                <a:latin typeface="Book Antiqua" pitchFamily="18" charset="0"/>
                <a:hlinkClick r:id="rId3" action="ppaction://program">
                  <a:extLst>
                    <a:ext uri="{A12FA001-AC4F-418D-AE19-62706E023703}">
                      <ahyp:hlinkClr xmlns:ahyp="http://schemas.microsoft.com/office/drawing/2018/hyperlinkcolor" val="tx"/>
                    </a:ext>
                  </a:extLst>
                </a:hlinkClick>
              </a:rPr>
              <a:t>ConnectedCircles</a:t>
            </a:r>
            <a:endParaRPr lang="en-US" dirty="0">
              <a:solidFill>
                <a:schemeClr val="accent4"/>
              </a:solidFill>
            </a:endParaRPr>
          </a:p>
        </p:txBody>
      </p:sp>
      <p:sp>
        <p:nvSpPr>
          <p:cNvPr id="27675" name="AutoShape 28">
            <a:hlinkClick r:id="rId4" highlightClick="1"/>
            <a:extLst>
              <a:ext uri="{FF2B5EF4-FFF2-40B4-BE49-F238E27FC236}">
                <a16:creationId xmlns:a16="http://schemas.microsoft.com/office/drawing/2014/main" id="{FD78A7BC-3744-4C82-5073-6A495A7B2AE8}"/>
              </a:ext>
            </a:extLst>
          </p:cNvPr>
          <p:cNvSpPr>
            <a:spLocks noChangeArrowheads="1"/>
          </p:cNvSpPr>
          <p:nvPr/>
        </p:nvSpPr>
        <p:spPr bwMode="auto">
          <a:xfrm>
            <a:off x="609600" y="56388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27676" name="Picture 1">
            <a:extLst>
              <a:ext uri="{FF2B5EF4-FFF2-40B4-BE49-F238E27FC236}">
                <a16:creationId xmlns:a16="http://schemas.microsoft.com/office/drawing/2014/main" id="{4DE2BE9A-C346-40BD-6912-22C67EA48F5D}"/>
              </a:ext>
              <a:ext uri="{C183D7F6-B498-43B3-948B-1728B52AA6E4}">
                <adec:decorative xmlns:adec="http://schemas.microsoft.com/office/drawing/2017/decorative" val="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0563" y="1670050"/>
            <a:ext cx="3724275" cy="303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77" name="Picture 1">
            <a:extLst>
              <a:ext uri="{FF2B5EF4-FFF2-40B4-BE49-F238E27FC236}">
                <a16:creationId xmlns:a16="http://schemas.microsoft.com/office/drawing/2014/main" id="{3DBA5576-49A2-2976-8701-BBF0F8AEE4E6}"/>
              </a:ext>
              <a:ext uri="{C183D7F6-B498-43B3-948B-1728B52AA6E4}">
                <adec:decorative xmlns:adec="http://schemas.microsoft.com/office/drawing/2017/decorative" val="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45013" y="1639888"/>
            <a:ext cx="3751262" cy="306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4">
            <a:extLst>
              <a:ext uri="{FF2B5EF4-FFF2-40B4-BE49-F238E27FC236}">
                <a16:creationId xmlns:a16="http://schemas.microsoft.com/office/drawing/2014/main" id="{2470ED52-7DF6-4F2E-0D05-FDA3C3D125E0}"/>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C9F237E-BFC1-41C1-8BD8-69EF4BE331D0}" type="slidenum">
              <a:rPr lang="en-US" altLang="en-US" sz="1400"/>
              <a:pPr>
                <a:spcBef>
                  <a:spcPct val="0"/>
                </a:spcBef>
                <a:buClrTx/>
                <a:buSzTx/>
                <a:buFontTx/>
                <a:buNone/>
              </a:pPr>
              <a:t>26</a:t>
            </a:fld>
            <a:endParaRPr lang="en-US" altLang="en-US" sz="1400"/>
          </a:p>
        </p:txBody>
      </p:sp>
      <p:sp>
        <p:nvSpPr>
          <p:cNvPr id="28675" name="Rectangle 2">
            <a:extLst>
              <a:ext uri="{FF2B5EF4-FFF2-40B4-BE49-F238E27FC236}">
                <a16:creationId xmlns:a16="http://schemas.microsoft.com/office/drawing/2014/main" id="{203A228D-93C7-DDF1-D1C4-FAC64DBE886F}"/>
              </a:ext>
            </a:extLst>
          </p:cNvPr>
          <p:cNvSpPr>
            <a:spLocks noGrp="1" noChangeArrowheads="1"/>
          </p:cNvSpPr>
          <p:nvPr>
            <p:ph type="title"/>
          </p:nvPr>
        </p:nvSpPr>
        <p:spPr>
          <a:xfrm>
            <a:off x="685800" y="228600"/>
            <a:ext cx="7772400" cy="609600"/>
          </a:xfrm>
        </p:spPr>
        <p:txBody>
          <a:bodyPr/>
          <a:lstStyle/>
          <a:p>
            <a:r>
              <a:rPr lang="en-US" altLang="en-US"/>
              <a:t>Breadth-First Search </a:t>
            </a:r>
          </a:p>
        </p:txBody>
      </p:sp>
      <p:sp>
        <p:nvSpPr>
          <p:cNvPr id="28676" name="Rectangle 3">
            <a:extLst>
              <a:ext uri="{FF2B5EF4-FFF2-40B4-BE49-F238E27FC236}">
                <a16:creationId xmlns:a16="http://schemas.microsoft.com/office/drawing/2014/main" id="{479EFEEC-BBCA-C907-2252-5C5BF80AF58D}"/>
              </a:ext>
            </a:extLst>
          </p:cNvPr>
          <p:cNvSpPr>
            <a:spLocks noGrp="1" noChangeArrowheads="1"/>
          </p:cNvSpPr>
          <p:nvPr>
            <p:ph type="body" idx="1"/>
          </p:nvPr>
        </p:nvSpPr>
        <p:spPr>
          <a:xfrm>
            <a:off x="304800" y="1066800"/>
            <a:ext cx="8458200" cy="5029200"/>
          </a:xfrm>
        </p:spPr>
        <p:txBody>
          <a:bodyPr/>
          <a:lstStyle/>
          <a:p>
            <a:pPr marL="0" indent="0">
              <a:spcBef>
                <a:spcPct val="0"/>
              </a:spcBef>
              <a:buFont typeface="Monotype Sorts"/>
              <a:buNone/>
            </a:pPr>
            <a:r>
              <a:rPr lang="en-US" altLang="en-US" sz="2800"/>
              <a:t>The breadth-first traversal of a graph is like the breadth-first traversal of a tree discussed in §25.2.3, “Tree Traversal.” With breadth-first traversal of a tree, the nodes are visited level by level. First the root is visited, then all the children of the root, then the grandchildren of the root from left to right, and so on.</a:t>
            </a:r>
            <a:r>
              <a:rPr lang="en-US" altLang="en-US" sz="2000"/>
              <a:t> </a:t>
            </a:r>
          </a:p>
        </p:txBody>
      </p:sp>
      <p:sp>
        <p:nvSpPr>
          <p:cNvPr id="28677" name="Rectangle 4">
            <a:extLst>
              <a:ext uri="{FF2B5EF4-FFF2-40B4-BE49-F238E27FC236}">
                <a16:creationId xmlns:a16="http://schemas.microsoft.com/office/drawing/2014/main" id="{285E572C-1E2F-4B31-E16F-D17233A00A68}"/>
              </a:ext>
            </a:extLst>
          </p:cNvPr>
          <p:cNvSpPr>
            <a:spLocks noChangeArrowheads="1"/>
          </p:cNvSpPr>
          <p:nvPr/>
        </p:nvSpPr>
        <p:spPr bwMode="auto">
          <a:xfrm>
            <a:off x="0" y="2133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4">
            <a:extLst>
              <a:ext uri="{FF2B5EF4-FFF2-40B4-BE49-F238E27FC236}">
                <a16:creationId xmlns:a16="http://schemas.microsoft.com/office/drawing/2014/main" id="{5C383AEA-559B-7EAD-3F16-210147EC2BB7}"/>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C927705-6490-41E0-BF31-5D622D7C1DC5}" type="slidenum">
              <a:rPr lang="en-US" altLang="en-US" sz="1400"/>
              <a:pPr>
                <a:spcBef>
                  <a:spcPct val="0"/>
                </a:spcBef>
                <a:buClrTx/>
                <a:buSzTx/>
                <a:buFontTx/>
                <a:buNone/>
              </a:pPr>
              <a:t>27</a:t>
            </a:fld>
            <a:endParaRPr lang="en-US" altLang="en-US" sz="1400"/>
          </a:p>
        </p:txBody>
      </p:sp>
      <p:sp>
        <p:nvSpPr>
          <p:cNvPr id="29699" name="Rectangle 2">
            <a:extLst>
              <a:ext uri="{FF2B5EF4-FFF2-40B4-BE49-F238E27FC236}">
                <a16:creationId xmlns:a16="http://schemas.microsoft.com/office/drawing/2014/main" id="{91FE4C05-621C-4A4A-443B-F3A528F7E416}"/>
              </a:ext>
            </a:extLst>
          </p:cNvPr>
          <p:cNvSpPr>
            <a:spLocks noGrp="1" noChangeArrowheads="1"/>
          </p:cNvSpPr>
          <p:nvPr>
            <p:ph type="title"/>
          </p:nvPr>
        </p:nvSpPr>
        <p:spPr>
          <a:xfrm>
            <a:off x="685800" y="152400"/>
            <a:ext cx="7772400" cy="533400"/>
          </a:xfrm>
        </p:spPr>
        <p:txBody>
          <a:bodyPr/>
          <a:lstStyle/>
          <a:p>
            <a:r>
              <a:rPr lang="en-US" altLang="en-US"/>
              <a:t>Breadth-First Search Algorithm</a:t>
            </a:r>
          </a:p>
        </p:txBody>
      </p:sp>
      <p:sp>
        <p:nvSpPr>
          <p:cNvPr id="29700" name="Rectangle 4">
            <a:extLst>
              <a:ext uri="{FF2B5EF4-FFF2-40B4-BE49-F238E27FC236}">
                <a16:creationId xmlns:a16="http://schemas.microsoft.com/office/drawing/2014/main" id="{8DAC0907-B7ED-5289-2AB9-35A9454EE4F3}"/>
              </a:ext>
            </a:extLst>
          </p:cNvPr>
          <p:cNvSpPr>
            <a:spLocks noChangeArrowheads="1"/>
          </p:cNvSpPr>
          <p:nvPr/>
        </p:nvSpPr>
        <p:spPr bwMode="auto">
          <a:xfrm>
            <a:off x="0" y="2133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01" name="Rectangle 5">
            <a:extLst>
              <a:ext uri="{FF2B5EF4-FFF2-40B4-BE49-F238E27FC236}">
                <a16:creationId xmlns:a16="http://schemas.microsoft.com/office/drawing/2014/main" id="{E8C983DC-5AFC-682D-05BB-9071926C76B4}"/>
              </a:ext>
            </a:extLst>
          </p:cNvPr>
          <p:cNvSpPr>
            <a:spLocks noChangeArrowheads="1"/>
          </p:cNvSpPr>
          <p:nvPr/>
        </p:nvSpPr>
        <p:spPr bwMode="auto">
          <a:xfrm>
            <a:off x="512763" y="685800"/>
            <a:ext cx="6705600" cy="609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t>Input: G = (V, E) and a starting vertex v</a:t>
            </a:r>
            <a:endParaRPr lang="en-US" altLang="en-US" sz="2000" u="sng"/>
          </a:p>
          <a:p>
            <a:pPr>
              <a:spcBef>
                <a:spcPct val="0"/>
              </a:spcBef>
              <a:buClrTx/>
              <a:buSzTx/>
              <a:buFontTx/>
              <a:buNone/>
            </a:pPr>
            <a:r>
              <a:rPr lang="en-US" altLang="en-US" sz="2000"/>
              <a:t>Output: a BFS tree rooted at v</a:t>
            </a:r>
            <a:endParaRPr lang="en-US" altLang="en-US" sz="2000" u="sng"/>
          </a:p>
          <a:p>
            <a:pPr>
              <a:buFont typeface="Monotype Sorts"/>
              <a:buNone/>
            </a:pPr>
            <a:r>
              <a:rPr lang="en-US" altLang="en-US" sz="2000"/>
              <a:t>bfs(vertex v) {</a:t>
            </a:r>
          </a:p>
          <a:p>
            <a:pPr>
              <a:buFont typeface="Monotype Sorts"/>
              <a:buNone/>
            </a:pPr>
            <a:r>
              <a:rPr lang="en-US" altLang="en-US" sz="2000"/>
              <a:t>  create an empty queue for storing vertices to be visited;</a:t>
            </a:r>
          </a:p>
          <a:p>
            <a:pPr>
              <a:buFont typeface="Monotype Sorts"/>
              <a:buNone/>
            </a:pPr>
            <a:r>
              <a:rPr lang="en-US" altLang="en-US" sz="2000"/>
              <a:t>  add v into the queue;</a:t>
            </a:r>
          </a:p>
          <a:p>
            <a:pPr>
              <a:buFont typeface="Monotype Sorts"/>
              <a:buNone/>
            </a:pPr>
            <a:r>
              <a:rPr lang="en-US" altLang="en-US" sz="2000"/>
              <a:t>  mark v visited;</a:t>
            </a:r>
          </a:p>
          <a:p>
            <a:pPr>
              <a:buFont typeface="Monotype Sorts"/>
              <a:buNone/>
            </a:pPr>
            <a:r>
              <a:rPr lang="en-US" altLang="en-US" sz="2000"/>
              <a:t>  while the queue is not empty {</a:t>
            </a:r>
          </a:p>
          <a:p>
            <a:pPr>
              <a:buFont typeface="Monotype Sorts"/>
              <a:buNone/>
            </a:pPr>
            <a:r>
              <a:rPr lang="en-US" altLang="en-US" sz="2000"/>
              <a:t>    dequeue a vertex, say u, from the queue</a:t>
            </a:r>
          </a:p>
          <a:p>
            <a:pPr>
              <a:buFont typeface="Monotype Sorts"/>
              <a:buNone/>
            </a:pPr>
            <a:r>
              <a:rPr lang="en-US" altLang="en-US" sz="2000"/>
              <a:t>    process u;</a:t>
            </a:r>
          </a:p>
          <a:p>
            <a:pPr>
              <a:buFont typeface="Monotype Sorts"/>
              <a:buNone/>
            </a:pPr>
            <a:r>
              <a:rPr lang="en-US" altLang="en-US" sz="2000"/>
              <a:t>    for each neighbor w of u</a:t>
            </a:r>
          </a:p>
          <a:p>
            <a:pPr>
              <a:buFont typeface="Monotype Sorts"/>
              <a:buNone/>
            </a:pPr>
            <a:r>
              <a:rPr lang="en-US" altLang="en-US" sz="2000"/>
              <a:t>      if w has not been visited {</a:t>
            </a:r>
          </a:p>
          <a:p>
            <a:pPr>
              <a:buFont typeface="Monotype Sorts"/>
              <a:buNone/>
            </a:pPr>
            <a:r>
              <a:rPr lang="en-US" altLang="en-US" sz="2000"/>
              <a:t>        add w into the queue;</a:t>
            </a:r>
          </a:p>
          <a:p>
            <a:pPr>
              <a:buFont typeface="Monotype Sorts"/>
              <a:buNone/>
            </a:pPr>
            <a:r>
              <a:rPr lang="en-US" altLang="en-US" sz="2000"/>
              <a:t>        set u as the parent for w; </a:t>
            </a:r>
          </a:p>
          <a:p>
            <a:pPr>
              <a:buFont typeface="Monotype Sorts"/>
              <a:buNone/>
            </a:pPr>
            <a:r>
              <a:rPr lang="en-US" altLang="en-US" sz="2000"/>
              <a:t>        mark w visited;</a:t>
            </a:r>
          </a:p>
          <a:p>
            <a:pPr>
              <a:buFont typeface="Monotype Sorts"/>
              <a:buNone/>
            </a:pPr>
            <a:r>
              <a:rPr lang="en-US" altLang="en-US" sz="2000"/>
              <a:t>      }</a:t>
            </a:r>
          </a:p>
          <a:p>
            <a:pPr>
              <a:buFont typeface="Monotype Sorts"/>
              <a:buNone/>
            </a:pPr>
            <a:r>
              <a:rPr lang="en-US" altLang="en-US" sz="2000"/>
              <a:t>  }</a:t>
            </a:r>
          </a:p>
          <a:p>
            <a:pPr>
              <a:buFont typeface="Monotype Sorts"/>
              <a:buNone/>
            </a:pPr>
            <a:r>
              <a:rPr lang="en-US" altLang="en-US" sz="2000"/>
              <a:t>}</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4">
            <a:extLst>
              <a:ext uri="{FF2B5EF4-FFF2-40B4-BE49-F238E27FC236}">
                <a16:creationId xmlns:a16="http://schemas.microsoft.com/office/drawing/2014/main" id="{E4730968-D4C4-04D8-30DA-3A3554E27FFA}"/>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30606B0-C08D-4834-B945-DFE2130484A6}" type="slidenum">
              <a:rPr lang="en-US" altLang="en-US" sz="1400"/>
              <a:pPr>
                <a:spcBef>
                  <a:spcPct val="0"/>
                </a:spcBef>
                <a:buClrTx/>
                <a:buSzTx/>
                <a:buFontTx/>
                <a:buNone/>
              </a:pPr>
              <a:t>28</a:t>
            </a:fld>
            <a:endParaRPr lang="en-US" altLang="en-US" sz="1400"/>
          </a:p>
        </p:txBody>
      </p:sp>
      <p:sp>
        <p:nvSpPr>
          <p:cNvPr id="30723" name="Rectangle 2">
            <a:extLst>
              <a:ext uri="{FF2B5EF4-FFF2-40B4-BE49-F238E27FC236}">
                <a16:creationId xmlns:a16="http://schemas.microsoft.com/office/drawing/2014/main" id="{7B1EAAFE-9607-F47F-DB7B-7CCB6535A15D}"/>
              </a:ext>
            </a:extLst>
          </p:cNvPr>
          <p:cNvSpPr>
            <a:spLocks noGrp="1" noChangeArrowheads="1"/>
          </p:cNvSpPr>
          <p:nvPr>
            <p:ph type="title"/>
          </p:nvPr>
        </p:nvSpPr>
        <p:spPr>
          <a:xfrm>
            <a:off x="685800" y="285750"/>
            <a:ext cx="7772400" cy="628650"/>
          </a:xfrm>
        </p:spPr>
        <p:txBody>
          <a:bodyPr/>
          <a:lstStyle/>
          <a:p>
            <a:r>
              <a:rPr lang="en-US" altLang="en-US" sz="4000"/>
              <a:t>Breadth-First Search Example</a:t>
            </a:r>
            <a:endParaRPr lang="en-US" altLang="en-US"/>
          </a:p>
        </p:txBody>
      </p:sp>
      <p:sp>
        <p:nvSpPr>
          <p:cNvPr id="30724" name="Rectangle 3">
            <a:extLst>
              <a:ext uri="{FF2B5EF4-FFF2-40B4-BE49-F238E27FC236}">
                <a16:creationId xmlns:a16="http://schemas.microsoft.com/office/drawing/2014/main" id="{33CAF0AF-6E24-81DE-637D-10DC57DF4935}"/>
              </a:ext>
            </a:extLst>
          </p:cNvPr>
          <p:cNvSpPr>
            <a:spLocks noChangeArrowheads="1"/>
          </p:cNvSpPr>
          <p:nvPr/>
        </p:nvSpPr>
        <p:spPr bwMode="auto">
          <a:xfrm>
            <a:off x="0" y="26400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0725" name="Rectangle 5">
            <a:extLst>
              <a:ext uri="{FF2B5EF4-FFF2-40B4-BE49-F238E27FC236}">
                <a16:creationId xmlns:a16="http://schemas.microsoft.com/office/drawing/2014/main" id="{DDF7A3D3-AB99-1145-98C2-691B9D0B86FE}"/>
              </a:ext>
            </a:extLst>
          </p:cNvPr>
          <p:cNvSpPr>
            <a:spLocks noChangeArrowheads="1"/>
          </p:cNvSpPr>
          <p:nvPr/>
        </p:nvSpPr>
        <p:spPr bwMode="auto">
          <a:xfrm>
            <a:off x="0" y="26336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0726" name="Rectangle 7">
            <a:extLst>
              <a:ext uri="{FF2B5EF4-FFF2-40B4-BE49-F238E27FC236}">
                <a16:creationId xmlns:a16="http://schemas.microsoft.com/office/drawing/2014/main" id="{7C80FD71-9AAB-F825-0F93-14DB2ABFB5BE}"/>
              </a:ext>
            </a:extLst>
          </p:cNvPr>
          <p:cNvSpPr>
            <a:spLocks noChangeArrowheads="1"/>
          </p:cNvSpPr>
          <p:nvPr/>
        </p:nvSpPr>
        <p:spPr bwMode="auto">
          <a:xfrm>
            <a:off x="0" y="26447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0727" name="Rectangle 9">
            <a:extLst>
              <a:ext uri="{FF2B5EF4-FFF2-40B4-BE49-F238E27FC236}">
                <a16:creationId xmlns:a16="http://schemas.microsoft.com/office/drawing/2014/main" id="{A157CF0D-65FF-3A65-E8A4-F8428D1C6F26}"/>
              </a:ext>
            </a:extLst>
          </p:cNvPr>
          <p:cNvSpPr>
            <a:spLocks noChangeArrowheads="1"/>
          </p:cNvSpPr>
          <p:nvPr/>
        </p:nvSpPr>
        <p:spPr bwMode="auto">
          <a:xfrm>
            <a:off x="0" y="2667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0728" name="Text Box 18">
            <a:extLst>
              <a:ext uri="{FF2B5EF4-FFF2-40B4-BE49-F238E27FC236}">
                <a16:creationId xmlns:a16="http://schemas.microsoft.com/office/drawing/2014/main" id="{5131E28E-E22F-3AEB-FEC2-338B9BFFFFBA}"/>
              </a:ext>
            </a:extLst>
          </p:cNvPr>
          <p:cNvSpPr txBox="1">
            <a:spLocks noChangeArrowheads="1"/>
          </p:cNvSpPr>
          <p:nvPr/>
        </p:nvSpPr>
        <p:spPr bwMode="auto">
          <a:xfrm>
            <a:off x="381000" y="3962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 Queue: 0</a:t>
            </a:r>
          </a:p>
        </p:txBody>
      </p:sp>
      <p:sp>
        <p:nvSpPr>
          <p:cNvPr id="30729" name="Text Box 19">
            <a:extLst>
              <a:ext uri="{FF2B5EF4-FFF2-40B4-BE49-F238E27FC236}">
                <a16:creationId xmlns:a16="http://schemas.microsoft.com/office/drawing/2014/main" id="{24897164-E9A1-DEB6-4C4A-2FE913F33D78}"/>
              </a:ext>
            </a:extLst>
          </p:cNvPr>
          <p:cNvSpPr txBox="1">
            <a:spLocks noChangeArrowheads="1"/>
          </p:cNvSpPr>
          <p:nvPr/>
        </p:nvSpPr>
        <p:spPr bwMode="auto">
          <a:xfrm>
            <a:off x="457200" y="4572000"/>
            <a:ext cx="3124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Queue: 1 2 3</a:t>
            </a:r>
          </a:p>
        </p:txBody>
      </p:sp>
      <p:sp>
        <p:nvSpPr>
          <p:cNvPr id="30730" name="Text Box 20">
            <a:extLst>
              <a:ext uri="{FF2B5EF4-FFF2-40B4-BE49-F238E27FC236}">
                <a16:creationId xmlns:a16="http://schemas.microsoft.com/office/drawing/2014/main" id="{F7B36251-CF6F-EEE2-C061-DA4A790D88C0}"/>
              </a:ext>
            </a:extLst>
          </p:cNvPr>
          <p:cNvSpPr txBox="1">
            <a:spLocks noChangeArrowheads="1"/>
          </p:cNvSpPr>
          <p:nvPr/>
        </p:nvSpPr>
        <p:spPr bwMode="auto">
          <a:xfrm>
            <a:off x="457200" y="5181600"/>
            <a:ext cx="3124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Queue: 2 3 4</a:t>
            </a:r>
          </a:p>
        </p:txBody>
      </p:sp>
      <p:sp>
        <p:nvSpPr>
          <p:cNvPr id="30731" name="Text Box 21">
            <a:extLst>
              <a:ext uri="{FF2B5EF4-FFF2-40B4-BE49-F238E27FC236}">
                <a16:creationId xmlns:a16="http://schemas.microsoft.com/office/drawing/2014/main" id="{9A5F40DB-F883-2DBB-B89E-89C18DF42B11}"/>
              </a:ext>
            </a:extLst>
          </p:cNvPr>
          <p:cNvSpPr txBox="1">
            <a:spLocks noChangeArrowheads="1"/>
          </p:cNvSpPr>
          <p:nvPr/>
        </p:nvSpPr>
        <p:spPr bwMode="auto">
          <a:xfrm>
            <a:off x="2819400" y="40386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isVisited[0] = true</a:t>
            </a:r>
          </a:p>
        </p:txBody>
      </p:sp>
      <p:sp>
        <p:nvSpPr>
          <p:cNvPr id="30732" name="Text Box 22">
            <a:extLst>
              <a:ext uri="{FF2B5EF4-FFF2-40B4-BE49-F238E27FC236}">
                <a16:creationId xmlns:a16="http://schemas.microsoft.com/office/drawing/2014/main" id="{88E10C73-D0A0-A37A-3893-2F7731876114}"/>
              </a:ext>
            </a:extLst>
          </p:cNvPr>
          <p:cNvSpPr txBox="1">
            <a:spLocks noChangeArrowheads="1"/>
          </p:cNvSpPr>
          <p:nvPr/>
        </p:nvSpPr>
        <p:spPr bwMode="auto">
          <a:xfrm>
            <a:off x="2819400" y="4572000"/>
            <a:ext cx="56388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isVisited[1] = true, isVisited[2] = true, isVisited[3] = true</a:t>
            </a:r>
          </a:p>
        </p:txBody>
      </p:sp>
      <p:sp>
        <p:nvSpPr>
          <p:cNvPr id="30733" name="Text Box 23">
            <a:extLst>
              <a:ext uri="{FF2B5EF4-FFF2-40B4-BE49-F238E27FC236}">
                <a16:creationId xmlns:a16="http://schemas.microsoft.com/office/drawing/2014/main" id="{CC23C489-B482-CB9D-0F29-E0D227551FB7}"/>
              </a:ext>
            </a:extLst>
          </p:cNvPr>
          <p:cNvSpPr txBox="1">
            <a:spLocks noChangeArrowheads="1"/>
          </p:cNvSpPr>
          <p:nvPr/>
        </p:nvSpPr>
        <p:spPr bwMode="auto">
          <a:xfrm>
            <a:off x="2819400" y="5486400"/>
            <a:ext cx="5638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isVisited[4] = true</a:t>
            </a:r>
          </a:p>
        </p:txBody>
      </p:sp>
      <p:pic>
        <p:nvPicPr>
          <p:cNvPr id="30734" name="Picture 17">
            <a:extLst>
              <a:ext uri="{FF2B5EF4-FFF2-40B4-BE49-F238E27FC236}">
                <a16:creationId xmlns:a16="http://schemas.microsoft.com/office/drawing/2014/main" id="{FCC6918D-9A36-884B-178C-172CCBAB0DD9}"/>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250" y="1066800"/>
            <a:ext cx="7981950" cy="2905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4">
            <a:extLst>
              <a:ext uri="{FF2B5EF4-FFF2-40B4-BE49-F238E27FC236}">
                <a16:creationId xmlns:a16="http://schemas.microsoft.com/office/drawing/2014/main" id="{BB20FB24-3482-5CD7-AF55-785BCC4A66DC}"/>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56DC310F-A00F-48C2-99D3-B8443EF8AAC1}" type="slidenum">
              <a:rPr lang="en-US" altLang="en-US" sz="1400"/>
              <a:pPr>
                <a:spcBef>
                  <a:spcPct val="0"/>
                </a:spcBef>
                <a:buClrTx/>
                <a:buSzTx/>
                <a:buFontTx/>
                <a:buNone/>
              </a:pPr>
              <a:t>29</a:t>
            </a:fld>
            <a:endParaRPr lang="en-US" altLang="en-US" sz="1400"/>
          </a:p>
        </p:txBody>
      </p:sp>
      <p:sp>
        <p:nvSpPr>
          <p:cNvPr id="31747" name="Rectangle 2">
            <a:extLst>
              <a:ext uri="{FF2B5EF4-FFF2-40B4-BE49-F238E27FC236}">
                <a16:creationId xmlns:a16="http://schemas.microsoft.com/office/drawing/2014/main" id="{7240EBDD-DA73-5D08-789C-87274803CEAC}"/>
              </a:ext>
            </a:extLst>
          </p:cNvPr>
          <p:cNvSpPr>
            <a:spLocks noGrp="1" noChangeArrowheads="1"/>
          </p:cNvSpPr>
          <p:nvPr>
            <p:ph type="title"/>
          </p:nvPr>
        </p:nvSpPr>
        <p:spPr>
          <a:xfrm>
            <a:off x="685800" y="285750"/>
            <a:ext cx="7772400" cy="628650"/>
          </a:xfrm>
        </p:spPr>
        <p:txBody>
          <a:bodyPr/>
          <a:lstStyle/>
          <a:p>
            <a:r>
              <a:rPr lang="en-US" altLang="en-US" sz="4000"/>
              <a:t>Breadth-First Search Example</a:t>
            </a:r>
            <a:endParaRPr lang="en-US" altLang="en-US"/>
          </a:p>
        </p:txBody>
      </p:sp>
      <p:sp>
        <p:nvSpPr>
          <p:cNvPr id="31748" name="Rectangle 3">
            <a:extLst>
              <a:ext uri="{FF2B5EF4-FFF2-40B4-BE49-F238E27FC236}">
                <a16:creationId xmlns:a16="http://schemas.microsoft.com/office/drawing/2014/main" id="{E420D2DF-2633-EFE4-C853-A86B6CD19527}"/>
              </a:ext>
            </a:extLst>
          </p:cNvPr>
          <p:cNvSpPr>
            <a:spLocks noChangeArrowheads="1"/>
          </p:cNvSpPr>
          <p:nvPr/>
        </p:nvSpPr>
        <p:spPr bwMode="auto">
          <a:xfrm>
            <a:off x="0" y="26400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1749" name="Rectangle 4">
            <a:extLst>
              <a:ext uri="{FF2B5EF4-FFF2-40B4-BE49-F238E27FC236}">
                <a16:creationId xmlns:a16="http://schemas.microsoft.com/office/drawing/2014/main" id="{F95ED501-FDB5-3857-F0DD-7953D9E57F6A}"/>
              </a:ext>
            </a:extLst>
          </p:cNvPr>
          <p:cNvSpPr>
            <a:spLocks noChangeArrowheads="1"/>
          </p:cNvSpPr>
          <p:nvPr/>
        </p:nvSpPr>
        <p:spPr bwMode="auto">
          <a:xfrm>
            <a:off x="0" y="26336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1750" name="Rectangle 5">
            <a:extLst>
              <a:ext uri="{FF2B5EF4-FFF2-40B4-BE49-F238E27FC236}">
                <a16:creationId xmlns:a16="http://schemas.microsoft.com/office/drawing/2014/main" id="{BCB674D1-536F-C1FF-52D1-71DC9D39FEE1}"/>
              </a:ext>
            </a:extLst>
          </p:cNvPr>
          <p:cNvSpPr>
            <a:spLocks noChangeArrowheads="1"/>
          </p:cNvSpPr>
          <p:nvPr/>
        </p:nvSpPr>
        <p:spPr bwMode="auto">
          <a:xfrm>
            <a:off x="0" y="26447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1751" name="Rectangle 6">
            <a:extLst>
              <a:ext uri="{FF2B5EF4-FFF2-40B4-BE49-F238E27FC236}">
                <a16:creationId xmlns:a16="http://schemas.microsoft.com/office/drawing/2014/main" id="{91BAD241-F0C1-C7D0-5048-3188A4D68D0C}"/>
              </a:ext>
            </a:extLst>
          </p:cNvPr>
          <p:cNvSpPr>
            <a:spLocks noChangeArrowheads="1"/>
          </p:cNvSpPr>
          <p:nvPr/>
        </p:nvSpPr>
        <p:spPr bwMode="auto">
          <a:xfrm>
            <a:off x="0" y="26447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1752" name="Rectangle 7">
            <a:extLst>
              <a:ext uri="{FF2B5EF4-FFF2-40B4-BE49-F238E27FC236}">
                <a16:creationId xmlns:a16="http://schemas.microsoft.com/office/drawing/2014/main" id="{08EE71EC-697D-0471-3983-EA1E257F941E}"/>
              </a:ext>
            </a:extLst>
          </p:cNvPr>
          <p:cNvSpPr>
            <a:spLocks noChangeArrowheads="1"/>
          </p:cNvSpPr>
          <p:nvPr/>
        </p:nvSpPr>
        <p:spPr bwMode="auto">
          <a:xfrm>
            <a:off x="0" y="26447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1753" name="Rectangle 8">
            <a:extLst>
              <a:ext uri="{FF2B5EF4-FFF2-40B4-BE49-F238E27FC236}">
                <a16:creationId xmlns:a16="http://schemas.microsoft.com/office/drawing/2014/main" id="{07F43813-F829-9714-F686-9DF0430F890C}"/>
              </a:ext>
            </a:extLst>
          </p:cNvPr>
          <p:cNvSpPr>
            <a:spLocks noChangeArrowheads="1"/>
          </p:cNvSpPr>
          <p:nvPr/>
        </p:nvSpPr>
        <p:spPr bwMode="auto">
          <a:xfrm>
            <a:off x="0" y="19700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1754" name="AutoShape 10">
            <a:hlinkClick r:id="rId2" action="ppaction://program" highlightClick="1"/>
            <a:extLst>
              <a:ext uri="{FF2B5EF4-FFF2-40B4-BE49-F238E27FC236}">
                <a16:creationId xmlns:a16="http://schemas.microsoft.com/office/drawing/2014/main" id="{2E91E74D-4205-04BB-B618-945559E3258D}"/>
              </a:ext>
            </a:extLst>
          </p:cNvPr>
          <p:cNvSpPr>
            <a:spLocks noChangeArrowheads="1"/>
          </p:cNvSpPr>
          <p:nvPr/>
        </p:nvSpPr>
        <p:spPr bwMode="auto">
          <a:xfrm>
            <a:off x="5943600" y="5715000"/>
            <a:ext cx="1905000" cy="5334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solidFill>
                  <a:schemeClr val="accent4"/>
                </a:solidFill>
              </a:rPr>
              <a:t>TestBFS</a:t>
            </a:r>
          </a:p>
        </p:txBody>
      </p:sp>
      <p:sp>
        <p:nvSpPr>
          <p:cNvPr id="503819" name="AutoShape 11">
            <a:hlinkClick r:id="" action="ppaction://noaction" highlightClick="1"/>
            <a:extLst>
              <a:ext uri="{FF2B5EF4-FFF2-40B4-BE49-F238E27FC236}">
                <a16:creationId xmlns:a16="http://schemas.microsoft.com/office/drawing/2014/main" id="{D25A7F04-FD85-CE22-68C2-DD57924E1573}"/>
              </a:ext>
            </a:extLst>
          </p:cNvPr>
          <p:cNvSpPr>
            <a:spLocks noChangeArrowheads="1"/>
          </p:cNvSpPr>
          <p:nvPr/>
        </p:nvSpPr>
        <p:spPr bwMode="auto">
          <a:xfrm>
            <a:off x="3733800" y="5715000"/>
            <a:ext cx="190500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dirty="0">
                <a:solidFill>
                  <a:schemeClr val="accent4"/>
                </a:solidFill>
                <a:latin typeface="Book Antiqua" pitchFamily="18" charset="0"/>
                <a:hlinkClick r:id="rId3" action="ppaction://program">
                  <a:extLst>
                    <a:ext uri="{A12FA001-AC4F-418D-AE19-62706E023703}">
                      <ahyp:hlinkClr xmlns:ahyp="http://schemas.microsoft.com/office/drawing/2018/hyperlinkcolor" val="tx"/>
                    </a:ext>
                  </a:extLst>
                </a:hlinkClick>
              </a:rPr>
              <a:t>TestBFS</a:t>
            </a:r>
            <a:endParaRPr lang="en-US" dirty="0">
              <a:solidFill>
                <a:schemeClr val="accent4"/>
              </a:solidFill>
            </a:endParaRPr>
          </a:p>
        </p:txBody>
      </p:sp>
      <p:sp>
        <p:nvSpPr>
          <p:cNvPr id="31756" name="Rectangle 13">
            <a:extLst>
              <a:ext uri="{FF2B5EF4-FFF2-40B4-BE49-F238E27FC236}">
                <a16:creationId xmlns:a16="http://schemas.microsoft.com/office/drawing/2014/main" id="{B1A628DE-6D71-9EA1-826A-B4A738A82A23}"/>
              </a:ext>
            </a:extLst>
          </p:cNvPr>
          <p:cNvSpPr>
            <a:spLocks noChangeArrowheads="1"/>
          </p:cNvSpPr>
          <p:nvPr/>
        </p:nvSpPr>
        <p:spPr bwMode="auto">
          <a:xfrm>
            <a:off x="0" y="19700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31757" name="Object 12">
            <a:extLst>
              <a:ext uri="{FF2B5EF4-FFF2-40B4-BE49-F238E27FC236}">
                <a16:creationId xmlns:a16="http://schemas.microsoft.com/office/drawing/2014/main" id="{10BA0753-6030-7032-6917-E96AB8C9FD58}"/>
              </a:ext>
            </a:extLst>
          </p:cNvPr>
          <p:cNvGraphicFramePr>
            <a:graphicFrameLocks noChangeAspect="1"/>
          </p:cNvGraphicFramePr>
          <p:nvPr/>
        </p:nvGraphicFramePr>
        <p:xfrm>
          <a:off x="152400" y="1143000"/>
          <a:ext cx="6858000" cy="4384675"/>
        </p:xfrm>
        <a:graphic>
          <a:graphicData uri="http://schemas.openxmlformats.org/presentationml/2006/ole">
            <mc:AlternateContent xmlns:mc="http://schemas.openxmlformats.org/markup-compatibility/2006">
              <mc:Choice xmlns:v="urn:schemas-microsoft-com:vml" Requires="v">
                <p:oleObj name="Picture" r:id="rId4" imgW="6256020" imgH="3994404" progId="Word.Picture.8">
                  <p:embed/>
                </p:oleObj>
              </mc:Choice>
              <mc:Fallback>
                <p:oleObj name="Picture" r:id="rId4" imgW="6256020" imgH="3994404" progId="Word.Picture.8">
                  <p:embed/>
                  <p:pic>
                    <p:nvPicPr>
                      <p:cNvPr id="0"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 y="1143000"/>
                        <a:ext cx="6858000" cy="438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758" name="AutoShape 14">
            <a:hlinkClick r:id="rId6" highlightClick="1"/>
            <a:extLst>
              <a:ext uri="{FF2B5EF4-FFF2-40B4-BE49-F238E27FC236}">
                <a16:creationId xmlns:a16="http://schemas.microsoft.com/office/drawing/2014/main" id="{EC5B2915-AF6E-3C7B-5149-9D975914A44A}"/>
              </a:ext>
            </a:extLst>
          </p:cNvPr>
          <p:cNvSpPr>
            <a:spLocks noChangeArrowheads="1"/>
          </p:cNvSpPr>
          <p:nvPr/>
        </p:nvSpPr>
        <p:spPr bwMode="auto">
          <a:xfrm>
            <a:off x="3200400" y="57150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4">
            <a:extLst>
              <a:ext uri="{FF2B5EF4-FFF2-40B4-BE49-F238E27FC236}">
                <a16:creationId xmlns:a16="http://schemas.microsoft.com/office/drawing/2014/main" id="{BE0F0DCA-C980-4E85-C2D3-63715B77B72A}"/>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A7E1977E-A6E9-45A7-A279-0D9FC78848D9}" type="slidenum">
              <a:rPr lang="en-US" altLang="en-US" sz="1400"/>
              <a:pPr>
                <a:spcBef>
                  <a:spcPct val="0"/>
                </a:spcBef>
                <a:buClrTx/>
                <a:buSzTx/>
                <a:buFontTx/>
                <a:buNone/>
              </a:pPr>
              <a:t>30</a:t>
            </a:fld>
            <a:endParaRPr lang="en-US" altLang="en-US" sz="1400"/>
          </a:p>
        </p:txBody>
      </p:sp>
      <p:sp>
        <p:nvSpPr>
          <p:cNvPr id="32771" name="Rectangle 2">
            <a:extLst>
              <a:ext uri="{FF2B5EF4-FFF2-40B4-BE49-F238E27FC236}">
                <a16:creationId xmlns:a16="http://schemas.microsoft.com/office/drawing/2014/main" id="{90200714-86C5-D83A-3F0A-BCBDB041876C}"/>
              </a:ext>
            </a:extLst>
          </p:cNvPr>
          <p:cNvSpPr>
            <a:spLocks noGrp="1" noChangeArrowheads="1"/>
          </p:cNvSpPr>
          <p:nvPr>
            <p:ph type="title"/>
          </p:nvPr>
        </p:nvSpPr>
        <p:spPr>
          <a:xfrm>
            <a:off x="685800" y="228600"/>
            <a:ext cx="7772400" cy="533400"/>
          </a:xfrm>
          <a:noFill/>
        </p:spPr>
        <p:txBody>
          <a:bodyPr/>
          <a:lstStyle/>
          <a:p>
            <a:r>
              <a:rPr lang="en-US" altLang="en-US"/>
              <a:t>Applications of the BFS </a:t>
            </a:r>
          </a:p>
        </p:txBody>
      </p:sp>
      <p:sp>
        <p:nvSpPr>
          <p:cNvPr id="32772" name="Text Box 3">
            <a:extLst>
              <a:ext uri="{FF2B5EF4-FFF2-40B4-BE49-F238E27FC236}">
                <a16:creationId xmlns:a16="http://schemas.microsoft.com/office/drawing/2014/main" id="{B0C802B6-A71A-F256-30E6-30588CCB4663}"/>
              </a:ext>
            </a:extLst>
          </p:cNvPr>
          <p:cNvSpPr txBox="1">
            <a:spLocks noChangeArrowheads="1"/>
          </p:cNvSpPr>
          <p:nvPr/>
        </p:nvSpPr>
        <p:spPr bwMode="auto">
          <a:xfrm>
            <a:off x="228600" y="838200"/>
            <a:ext cx="8915400" cy="594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 typeface="Wingdings" panose="05000000000000000000" pitchFamily="2" charset="2"/>
              <a:buChar char="v"/>
            </a:pPr>
            <a:r>
              <a:rPr lang="en-US" altLang="en-US" sz="2000"/>
              <a:t>Detecting whether a graph is connected. A graph is connected if there is a path between any two vertices in the graph. </a:t>
            </a:r>
          </a:p>
          <a:p>
            <a:pPr>
              <a:spcBef>
                <a:spcPct val="0"/>
              </a:spcBef>
              <a:buClrTx/>
              <a:buSzTx/>
              <a:buFont typeface="Wingdings" panose="05000000000000000000" pitchFamily="2" charset="2"/>
              <a:buChar char="v"/>
            </a:pPr>
            <a:endParaRPr lang="en-US" altLang="en-US" sz="2000"/>
          </a:p>
          <a:p>
            <a:pPr>
              <a:spcBef>
                <a:spcPct val="0"/>
              </a:spcBef>
              <a:buClrTx/>
              <a:buSzTx/>
              <a:buFont typeface="Wingdings" panose="05000000000000000000" pitchFamily="2" charset="2"/>
              <a:buChar char="v"/>
            </a:pPr>
            <a:r>
              <a:rPr lang="en-US" altLang="en-US" sz="2000"/>
              <a:t>Detecting whether there is a path between two vertices. </a:t>
            </a:r>
          </a:p>
          <a:p>
            <a:pPr>
              <a:spcBef>
                <a:spcPct val="0"/>
              </a:spcBef>
              <a:buClrTx/>
              <a:buSzTx/>
              <a:buFont typeface="Wingdings" panose="05000000000000000000" pitchFamily="2" charset="2"/>
              <a:buChar char="v"/>
            </a:pPr>
            <a:endParaRPr lang="en-US" altLang="en-US" sz="2000"/>
          </a:p>
          <a:p>
            <a:pPr>
              <a:spcBef>
                <a:spcPct val="0"/>
              </a:spcBef>
              <a:buClrTx/>
              <a:buSzTx/>
              <a:buFont typeface="Wingdings" panose="05000000000000000000" pitchFamily="2" charset="2"/>
              <a:buChar char="v"/>
            </a:pPr>
            <a:r>
              <a:rPr lang="en-US" altLang="en-US" sz="2000"/>
              <a:t>Finding a shortest path between two vertices. You can prove that the path between the root and any node in the BFS tree is the shortest path between the root and the node.</a:t>
            </a:r>
          </a:p>
          <a:p>
            <a:pPr>
              <a:spcBef>
                <a:spcPct val="0"/>
              </a:spcBef>
              <a:buClrTx/>
              <a:buSzTx/>
              <a:buFont typeface="Wingdings" panose="05000000000000000000" pitchFamily="2" charset="2"/>
              <a:buChar char="v"/>
            </a:pPr>
            <a:endParaRPr lang="en-US" altLang="en-US" sz="2000"/>
          </a:p>
          <a:p>
            <a:pPr>
              <a:spcBef>
                <a:spcPct val="0"/>
              </a:spcBef>
              <a:buClrTx/>
              <a:buSzTx/>
              <a:buFont typeface="Wingdings" panose="05000000000000000000" pitchFamily="2" charset="2"/>
              <a:buChar char="v"/>
            </a:pPr>
            <a:r>
              <a:rPr lang="en-US" altLang="en-US" sz="2000"/>
              <a:t>Finding all connected components. A connected component is a maximal connected subgraph in which every pair of vertices are connected by a path. </a:t>
            </a:r>
          </a:p>
          <a:p>
            <a:pPr>
              <a:spcBef>
                <a:spcPct val="0"/>
              </a:spcBef>
              <a:buClrTx/>
              <a:buSzTx/>
              <a:buFont typeface="Wingdings" panose="05000000000000000000" pitchFamily="2" charset="2"/>
              <a:buChar char="v"/>
            </a:pPr>
            <a:endParaRPr lang="en-US" altLang="en-US" sz="2000"/>
          </a:p>
          <a:p>
            <a:pPr>
              <a:spcBef>
                <a:spcPct val="0"/>
              </a:spcBef>
              <a:buClrTx/>
              <a:buSzTx/>
              <a:buFont typeface="Wingdings" panose="05000000000000000000" pitchFamily="2" charset="2"/>
              <a:buChar char="v"/>
            </a:pPr>
            <a:r>
              <a:rPr lang="en-US" altLang="en-US" sz="2000"/>
              <a:t>Detecting whether there is a cycle in the graph. </a:t>
            </a:r>
          </a:p>
          <a:p>
            <a:pPr>
              <a:spcBef>
                <a:spcPct val="0"/>
              </a:spcBef>
              <a:buClrTx/>
              <a:buSzTx/>
              <a:buFont typeface="Wingdings" panose="05000000000000000000" pitchFamily="2" charset="2"/>
              <a:buChar char="v"/>
            </a:pPr>
            <a:endParaRPr lang="en-US" altLang="en-US" sz="2000"/>
          </a:p>
          <a:p>
            <a:pPr>
              <a:spcBef>
                <a:spcPct val="0"/>
              </a:spcBef>
              <a:buClrTx/>
              <a:buSzTx/>
              <a:buFont typeface="Wingdings" panose="05000000000000000000" pitchFamily="2" charset="2"/>
              <a:buChar char="v"/>
            </a:pPr>
            <a:r>
              <a:rPr lang="en-US" altLang="en-US" sz="2000"/>
              <a:t>Finding a cycle in the graph. </a:t>
            </a:r>
          </a:p>
          <a:p>
            <a:pPr>
              <a:spcBef>
                <a:spcPct val="0"/>
              </a:spcBef>
              <a:buClrTx/>
              <a:buSzTx/>
              <a:buFont typeface="Wingdings" panose="05000000000000000000" pitchFamily="2" charset="2"/>
              <a:buChar char="v"/>
            </a:pPr>
            <a:endParaRPr lang="en-US" altLang="en-US" sz="2000"/>
          </a:p>
          <a:p>
            <a:pPr>
              <a:spcBef>
                <a:spcPct val="0"/>
              </a:spcBef>
              <a:buClrTx/>
              <a:buSzTx/>
              <a:buFont typeface="Wingdings" panose="05000000000000000000" pitchFamily="2" charset="2"/>
              <a:buChar char="v"/>
            </a:pPr>
            <a:r>
              <a:rPr lang="en-US" altLang="en-US" sz="2000"/>
              <a:t>Testing whether a graph is bipartite. A graph is bipartite if the vertices of the graph can be divided into two disjoint sets such that no edges exist between vertices in the same set. </a:t>
            </a:r>
          </a:p>
        </p:txBody>
      </p:sp>
      <p:sp>
        <p:nvSpPr>
          <p:cNvPr id="32773" name="Rectangle 4">
            <a:extLst>
              <a:ext uri="{FF2B5EF4-FFF2-40B4-BE49-F238E27FC236}">
                <a16:creationId xmlns:a16="http://schemas.microsoft.com/office/drawing/2014/main" id="{5892E36F-C316-B313-C84D-09C78DDE4F97}"/>
              </a:ext>
            </a:extLst>
          </p:cNvPr>
          <p:cNvSpPr>
            <a:spLocks noChangeArrowheads="1"/>
          </p:cNvSpPr>
          <p:nvPr/>
        </p:nvSpPr>
        <p:spPr bwMode="auto">
          <a:xfrm>
            <a:off x="2000250"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4">
            <a:extLst>
              <a:ext uri="{FF2B5EF4-FFF2-40B4-BE49-F238E27FC236}">
                <a16:creationId xmlns:a16="http://schemas.microsoft.com/office/drawing/2014/main" id="{DF7D85B3-8591-D1BA-5699-6CFC6D6C8A21}"/>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5EB91F66-8386-42A4-BC26-E2ECA48A761E}" type="slidenum">
              <a:rPr lang="en-US" altLang="en-US" sz="1400"/>
              <a:pPr>
                <a:spcBef>
                  <a:spcPct val="0"/>
                </a:spcBef>
                <a:buClrTx/>
                <a:buSzTx/>
                <a:buFontTx/>
                <a:buNone/>
              </a:pPr>
              <a:t>31</a:t>
            </a:fld>
            <a:endParaRPr lang="en-US" altLang="en-US" sz="1400"/>
          </a:p>
        </p:txBody>
      </p:sp>
      <p:sp>
        <p:nvSpPr>
          <p:cNvPr id="33795" name="Rectangle 2">
            <a:extLst>
              <a:ext uri="{FF2B5EF4-FFF2-40B4-BE49-F238E27FC236}">
                <a16:creationId xmlns:a16="http://schemas.microsoft.com/office/drawing/2014/main" id="{FCD7CF79-16FF-1623-7344-96B39C0CD9E2}"/>
              </a:ext>
            </a:extLst>
          </p:cNvPr>
          <p:cNvSpPr>
            <a:spLocks noGrp="1" noChangeArrowheads="1"/>
          </p:cNvSpPr>
          <p:nvPr>
            <p:ph type="title"/>
          </p:nvPr>
        </p:nvSpPr>
        <p:spPr>
          <a:xfrm>
            <a:off x="685800" y="285750"/>
            <a:ext cx="7772400" cy="704850"/>
          </a:xfrm>
        </p:spPr>
        <p:txBody>
          <a:bodyPr/>
          <a:lstStyle/>
          <a:p>
            <a:r>
              <a:rPr lang="en-US" altLang="en-US"/>
              <a:t>The Nine Tail Problem </a:t>
            </a:r>
          </a:p>
        </p:txBody>
      </p:sp>
      <p:sp>
        <p:nvSpPr>
          <p:cNvPr id="33796" name="Rectangle 5">
            <a:extLst>
              <a:ext uri="{FF2B5EF4-FFF2-40B4-BE49-F238E27FC236}">
                <a16:creationId xmlns:a16="http://schemas.microsoft.com/office/drawing/2014/main" id="{CF903D5F-2211-E956-FC81-0CAEB0846FD3}"/>
              </a:ext>
            </a:extLst>
          </p:cNvPr>
          <p:cNvSpPr>
            <a:spLocks noGrp="1" noChangeArrowheads="1"/>
          </p:cNvSpPr>
          <p:nvPr>
            <p:ph type="body" idx="1"/>
          </p:nvPr>
        </p:nvSpPr>
        <p:spPr>
          <a:xfrm>
            <a:off x="228600" y="1143000"/>
            <a:ext cx="8686800" cy="2895600"/>
          </a:xfrm>
          <a:noFill/>
        </p:spPr>
        <p:txBody>
          <a:bodyPr/>
          <a:lstStyle/>
          <a:p>
            <a:pPr marL="0" indent="0">
              <a:lnSpc>
                <a:spcPct val="90000"/>
              </a:lnSpc>
              <a:spcBef>
                <a:spcPts val="500"/>
              </a:spcBef>
              <a:spcAft>
                <a:spcPts val="500"/>
              </a:spcAft>
              <a:buFont typeface="Monotype Sorts"/>
              <a:buNone/>
            </a:pPr>
            <a:r>
              <a:rPr lang="en-US" altLang="en-US" sz="2800"/>
              <a:t>The problem is stated as follows. Nine coins are placed in a three by three matrix with some face up and some face down. A legal move is to take any coin that is face up and reverse it, together with the coins adjacent to it (this does not include coins that are diagonally adjacent). Your task is to find the minimum number of the moves that lead to all coins face down. </a:t>
            </a:r>
          </a:p>
        </p:txBody>
      </p:sp>
      <p:sp>
        <p:nvSpPr>
          <p:cNvPr id="33797" name="Rectangle 7">
            <a:extLst>
              <a:ext uri="{FF2B5EF4-FFF2-40B4-BE49-F238E27FC236}">
                <a16:creationId xmlns:a16="http://schemas.microsoft.com/office/drawing/2014/main" id="{B4804038-4002-B6B0-0EA9-28D37BE654B9}"/>
              </a:ext>
            </a:extLst>
          </p:cNvPr>
          <p:cNvSpPr>
            <a:spLocks noChangeArrowheads="1"/>
          </p:cNvSpPr>
          <p:nvPr/>
        </p:nvSpPr>
        <p:spPr bwMode="auto">
          <a:xfrm>
            <a:off x="0" y="3116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798" name="Rectangle 9">
            <a:extLst>
              <a:ext uri="{FF2B5EF4-FFF2-40B4-BE49-F238E27FC236}">
                <a16:creationId xmlns:a16="http://schemas.microsoft.com/office/drawing/2014/main" id="{190BCE43-310D-2484-344F-1F6FA30E2CE0}"/>
              </a:ext>
            </a:extLst>
          </p:cNvPr>
          <p:cNvSpPr>
            <a:spLocks noChangeArrowheads="1"/>
          </p:cNvSpPr>
          <p:nvPr/>
        </p:nvSpPr>
        <p:spPr bwMode="auto">
          <a:xfrm>
            <a:off x="0" y="3116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799" name="Rectangle 11">
            <a:extLst>
              <a:ext uri="{FF2B5EF4-FFF2-40B4-BE49-F238E27FC236}">
                <a16:creationId xmlns:a16="http://schemas.microsoft.com/office/drawing/2014/main" id="{63AC5F73-82F3-6F28-0F0B-0DCD2CD96D99}"/>
              </a:ext>
            </a:extLst>
          </p:cNvPr>
          <p:cNvSpPr>
            <a:spLocks noChangeArrowheads="1"/>
          </p:cNvSpPr>
          <p:nvPr/>
        </p:nvSpPr>
        <p:spPr bwMode="auto">
          <a:xfrm>
            <a:off x="0" y="3116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33800" name="Picture 11">
            <a:extLst>
              <a:ext uri="{FF2B5EF4-FFF2-40B4-BE49-F238E27FC236}">
                <a16:creationId xmlns:a16="http://schemas.microsoft.com/office/drawing/2014/main" id="{FAE9A20A-7A63-093A-1091-BBFD0B5AFFE1}"/>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4114800"/>
            <a:ext cx="6086475" cy="1790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4">
            <a:extLst>
              <a:ext uri="{FF2B5EF4-FFF2-40B4-BE49-F238E27FC236}">
                <a16:creationId xmlns:a16="http://schemas.microsoft.com/office/drawing/2014/main" id="{46AFA4CB-7357-9C3F-F36D-3D0187B35B04}"/>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107F1937-AF01-4B95-BEA3-F557E0F058BE}" type="slidenum">
              <a:rPr lang="en-US" altLang="en-US" sz="1400"/>
              <a:pPr>
                <a:spcBef>
                  <a:spcPct val="0"/>
                </a:spcBef>
                <a:buClrTx/>
                <a:buSzTx/>
                <a:buFontTx/>
                <a:buNone/>
              </a:pPr>
              <a:t>32</a:t>
            </a:fld>
            <a:endParaRPr lang="en-US" altLang="en-US" sz="1400"/>
          </a:p>
        </p:txBody>
      </p:sp>
      <p:sp>
        <p:nvSpPr>
          <p:cNvPr id="34819" name="Rectangle 2">
            <a:extLst>
              <a:ext uri="{FF2B5EF4-FFF2-40B4-BE49-F238E27FC236}">
                <a16:creationId xmlns:a16="http://schemas.microsoft.com/office/drawing/2014/main" id="{DAA2D838-9E9B-0336-EA92-91328DAB060A}"/>
              </a:ext>
            </a:extLst>
          </p:cNvPr>
          <p:cNvSpPr>
            <a:spLocks noGrp="1" noChangeArrowheads="1"/>
          </p:cNvSpPr>
          <p:nvPr>
            <p:ph type="title"/>
          </p:nvPr>
        </p:nvSpPr>
        <p:spPr>
          <a:xfrm>
            <a:off x="609600" y="228600"/>
            <a:ext cx="7772400" cy="476250"/>
          </a:xfrm>
        </p:spPr>
        <p:txBody>
          <a:bodyPr/>
          <a:lstStyle/>
          <a:p>
            <a:r>
              <a:rPr lang="en-US" altLang="en-US"/>
              <a:t>Representing Nine Coins</a:t>
            </a:r>
          </a:p>
        </p:txBody>
      </p:sp>
      <p:sp>
        <p:nvSpPr>
          <p:cNvPr id="34820" name="Rectangle 4">
            <a:extLst>
              <a:ext uri="{FF2B5EF4-FFF2-40B4-BE49-F238E27FC236}">
                <a16:creationId xmlns:a16="http://schemas.microsoft.com/office/drawing/2014/main" id="{A19AFF0A-435A-9784-7369-7B76C34BF94B}"/>
              </a:ext>
            </a:extLst>
          </p:cNvPr>
          <p:cNvSpPr>
            <a:spLocks noChangeArrowheads="1"/>
          </p:cNvSpPr>
          <p:nvPr/>
        </p:nvSpPr>
        <p:spPr bwMode="auto">
          <a:xfrm>
            <a:off x="0" y="3116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1" name="Rectangle 6">
            <a:extLst>
              <a:ext uri="{FF2B5EF4-FFF2-40B4-BE49-F238E27FC236}">
                <a16:creationId xmlns:a16="http://schemas.microsoft.com/office/drawing/2014/main" id="{F7573B48-78E1-BD15-05C5-97199A119DD4}"/>
              </a:ext>
            </a:extLst>
          </p:cNvPr>
          <p:cNvSpPr>
            <a:spLocks noChangeArrowheads="1"/>
          </p:cNvSpPr>
          <p:nvPr/>
        </p:nvSpPr>
        <p:spPr bwMode="auto">
          <a:xfrm>
            <a:off x="0" y="3116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2" name="Rectangle 8">
            <a:extLst>
              <a:ext uri="{FF2B5EF4-FFF2-40B4-BE49-F238E27FC236}">
                <a16:creationId xmlns:a16="http://schemas.microsoft.com/office/drawing/2014/main" id="{C9F4089D-9D3D-2C19-0519-862417C2D917}"/>
              </a:ext>
            </a:extLst>
          </p:cNvPr>
          <p:cNvSpPr>
            <a:spLocks noChangeArrowheads="1"/>
          </p:cNvSpPr>
          <p:nvPr/>
        </p:nvSpPr>
        <p:spPr bwMode="auto">
          <a:xfrm>
            <a:off x="0" y="3116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3" name="Rectangle 31">
            <a:extLst>
              <a:ext uri="{FF2B5EF4-FFF2-40B4-BE49-F238E27FC236}">
                <a16:creationId xmlns:a16="http://schemas.microsoft.com/office/drawing/2014/main" id="{A54C05DA-67FF-69AC-6751-9C6DCDCAD1D3}"/>
              </a:ext>
            </a:extLst>
          </p:cNvPr>
          <p:cNvSpPr>
            <a:spLocks noChangeArrowheads="1"/>
          </p:cNvSpPr>
          <p:nvPr/>
        </p:nvSpPr>
        <p:spPr bwMode="auto">
          <a:xfrm>
            <a:off x="0" y="1571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4" name="Rectangle 33">
            <a:extLst>
              <a:ext uri="{FF2B5EF4-FFF2-40B4-BE49-F238E27FC236}">
                <a16:creationId xmlns:a16="http://schemas.microsoft.com/office/drawing/2014/main" id="{4B8502D7-092B-C40E-A1ED-CAF33D9CD76B}"/>
              </a:ext>
            </a:extLst>
          </p:cNvPr>
          <p:cNvSpPr>
            <a:spLocks noChangeArrowheads="1"/>
          </p:cNvSpPr>
          <p:nvPr/>
        </p:nvSpPr>
        <p:spPr bwMode="auto">
          <a:xfrm>
            <a:off x="0" y="3124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34825" name="Picture 55">
            <a:extLst>
              <a:ext uri="{FF2B5EF4-FFF2-40B4-BE49-F238E27FC236}">
                <a16:creationId xmlns:a16="http://schemas.microsoft.com/office/drawing/2014/main" id="{86E83A54-2643-1784-7390-95FD05322E20}"/>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752600"/>
            <a:ext cx="8869363" cy="1752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4">
            <a:extLst>
              <a:ext uri="{FF2B5EF4-FFF2-40B4-BE49-F238E27FC236}">
                <a16:creationId xmlns:a16="http://schemas.microsoft.com/office/drawing/2014/main" id="{683517E3-85A7-E67D-16E9-3A9917CE7115}"/>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EAC15BD2-ABCA-40EA-A01E-DB5B2BFEA978}" type="slidenum">
              <a:rPr lang="en-US" altLang="en-US" sz="1400"/>
              <a:pPr>
                <a:spcBef>
                  <a:spcPct val="0"/>
                </a:spcBef>
                <a:buClrTx/>
                <a:buSzTx/>
                <a:buFontTx/>
                <a:buNone/>
              </a:pPr>
              <a:t>33</a:t>
            </a:fld>
            <a:endParaRPr lang="en-US" altLang="en-US" sz="1400"/>
          </a:p>
        </p:txBody>
      </p:sp>
      <p:sp>
        <p:nvSpPr>
          <p:cNvPr id="35843" name="Rectangle 2">
            <a:extLst>
              <a:ext uri="{FF2B5EF4-FFF2-40B4-BE49-F238E27FC236}">
                <a16:creationId xmlns:a16="http://schemas.microsoft.com/office/drawing/2014/main" id="{2A3756AC-6CCF-49AB-C39A-9B7C5D4615F7}"/>
              </a:ext>
            </a:extLst>
          </p:cNvPr>
          <p:cNvSpPr>
            <a:spLocks noGrp="1" noChangeArrowheads="1"/>
          </p:cNvSpPr>
          <p:nvPr>
            <p:ph type="title"/>
          </p:nvPr>
        </p:nvSpPr>
        <p:spPr>
          <a:xfrm>
            <a:off x="609600" y="228600"/>
            <a:ext cx="7772400" cy="476250"/>
          </a:xfrm>
        </p:spPr>
        <p:txBody>
          <a:bodyPr/>
          <a:lstStyle/>
          <a:p>
            <a:r>
              <a:rPr lang="en-US" altLang="en-US"/>
              <a:t>Model the Nine Tail Problem </a:t>
            </a:r>
          </a:p>
        </p:txBody>
      </p:sp>
      <p:sp>
        <p:nvSpPr>
          <p:cNvPr id="35844" name="Rectangle 4">
            <a:extLst>
              <a:ext uri="{FF2B5EF4-FFF2-40B4-BE49-F238E27FC236}">
                <a16:creationId xmlns:a16="http://schemas.microsoft.com/office/drawing/2014/main" id="{BE5E9F2F-A879-12F8-6BD1-6559953AFA19}"/>
              </a:ext>
            </a:extLst>
          </p:cNvPr>
          <p:cNvSpPr>
            <a:spLocks noChangeArrowheads="1"/>
          </p:cNvSpPr>
          <p:nvPr/>
        </p:nvSpPr>
        <p:spPr bwMode="auto">
          <a:xfrm>
            <a:off x="0" y="3116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5845" name="Rectangle 6">
            <a:extLst>
              <a:ext uri="{FF2B5EF4-FFF2-40B4-BE49-F238E27FC236}">
                <a16:creationId xmlns:a16="http://schemas.microsoft.com/office/drawing/2014/main" id="{90D72DFE-EE3F-E88D-FCB7-BF5C70D4B04C}"/>
              </a:ext>
            </a:extLst>
          </p:cNvPr>
          <p:cNvSpPr>
            <a:spLocks noChangeArrowheads="1"/>
          </p:cNvSpPr>
          <p:nvPr/>
        </p:nvSpPr>
        <p:spPr bwMode="auto">
          <a:xfrm>
            <a:off x="0" y="3116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5846" name="Rectangle 8">
            <a:extLst>
              <a:ext uri="{FF2B5EF4-FFF2-40B4-BE49-F238E27FC236}">
                <a16:creationId xmlns:a16="http://schemas.microsoft.com/office/drawing/2014/main" id="{D92F48E5-6DF9-E7B2-93A6-303B7F2C3491}"/>
              </a:ext>
            </a:extLst>
          </p:cNvPr>
          <p:cNvSpPr>
            <a:spLocks noChangeArrowheads="1"/>
          </p:cNvSpPr>
          <p:nvPr/>
        </p:nvSpPr>
        <p:spPr bwMode="auto">
          <a:xfrm>
            <a:off x="0" y="3116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35847" name="Object 15">
            <a:extLst>
              <a:ext uri="{FF2B5EF4-FFF2-40B4-BE49-F238E27FC236}">
                <a16:creationId xmlns:a16="http://schemas.microsoft.com/office/drawing/2014/main" id="{9B739829-3E11-75EE-D887-8D742CF82FC3}"/>
              </a:ext>
            </a:extLst>
          </p:cNvPr>
          <p:cNvGraphicFramePr>
            <a:graphicFrameLocks noChangeAspect="1"/>
          </p:cNvGraphicFramePr>
          <p:nvPr/>
        </p:nvGraphicFramePr>
        <p:xfrm>
          <a:off x="609600" y="1371600"/>
          <a:ext cx="1066800" cy="889000"/>
        </p:xfrm>
        <a:graphic>
          <a:graphicData uri="http://schemas.openxmlformats.org/presentationml/2006/ole">
            <mc:AlternateContent xmlns:mc="http://schemas.openxmlformats.org/markup-compatibility/2006">
              <mc:Choice xmlns:v="urn:schemas-microsoft-com:vml" Requires="v">
                <p:oleObj name="Picture" r:id="rId2" imgW="902228" imgH="748560" progId="Word.Picture.8">
                  <p:embed/>
                </p:oleObj>
              </mc:Choice>
              <mc:Fallback>
                <p:oleObj name="Picture" r:id="rId2" imgW="902228" imgH="748560" progId="Word.Picture.8">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371600"/>
                        <a:ext cx="106680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48" name="Object 14">
            <a:extLst>
              <a:ext uri="{FF2B5EF4-FFF2-40B4-BE49-F238E27FC236}">
                <a16:creationId xmlns:a16="http://schemas.microsoft.com/office/drawing/2014/main" id="{EC0C90FF-D68B-5C65-16D9-789BC352C012}"/>
              </a:ext>
            </a:extLst>
          </p:cNvPr>
          <p:cNvGraphicFramePr>
            <a:graphicFrameLocks noChangeAspect="1"/>
          </p:cNvGraphicFramePr>
          <p:nvPr/>
        </p:nvGraphicFramePr>
        <p:xfrm>
          <a:off x="1676400" y="1371600"/>
          <a:ext cx="1066800" cy="889000"/>
        </p:xfrm>
        <a:graphic>
          <a:graphicData uri="http://schemas.openxmlformats.org/presentationml/2006/ole">
            <mc:AlternateContent xmlns:mc="http://schemas.openxmlformats.org/markup-compatibility/2006">
              <mc:Choice xmlns:v="urn:schemas-microsoft-com:vml" Requires="v">
                <p:oleObj name="Picture" r:id="rId4" imgW="902228" imgH="748560" progId="Word.Picture.8">
                  <p:embed/>
                </p:oleObj>
              </mc:Choice>
              <mc:Fallback>
                <p:oleObj name="Picture" r:id="rId4" imgW="902228" imgH="748560" progId="Word.Picture.8">
                  <p:embed/>
                  <p:pic>
                    <p:nvPicPr>
                      <p:cNvPr id="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6400" y="1371600"/>
                        <a:ext cx="106680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49" name="Object 13">
            <a:extLst>
              <a:ext uri="{FF2B5EF4-FFF2-40B4-BE49-F238E27FC236}">
                <a16:creationId xmlns:a16="http://schemas.microsoft.com/office/drawing/2014/main" id="{47DD22A1-745F-0CD1-D770-ED00972C7CF5}"/>
              </a:ext>
            </a:extLst>
          </p:cNvPr>
          <p:cNvGraphicFramePr>
            <a:graphicFrameLocks noChangeAspect="1"/>
          </p:cNvGraphicFramePr>
          <p:nvPr/>
        </p:nvGraphicFramePr>
        <p:xfrm>
          <a:off x="2743200" y="1371600"/>
          <a:ext cx="1066800" cy="889000"/>
        </p:xfrm>
        <a:graphic>
          <a:graphicData uri="http://schemas.openxmlformats.org/presentationml/2006/ole">
            <mc:AlternateContent xmlns:mc="http://schemas.openxmlformats.org/markup-compatibility/2006">
              <mc:Choice xmlns:v="urn:schemas-microsoft-com:vml" Requires="v">
                <p:oleObj name="Picture" r:id="rId6" imgW="902228" imgH="748560" progId="Word.Picture.8">
                  <p:embed/>
                </p:oleObj>
              </mc:Choice>
              <mc:Fallback>
                <p:oleObj name="Picture" r:id="rId6" imgW="902228" imgH="748560" progId="Word.Picture.8">
                  <p:embed/>
                  <p:pic>
                    <p:nvPicPr>
                      <p:cNvPr id="0" name="Object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43200" y="1371600"/>
                        <a:ext cx="106680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50" name="Object 12">
            <a:extLst>
              <a:ext uri="{FF2B5EF4-FFF2-40B4-BE49-F238E27FC236}">
                <a16:creationId xmlns:a16="http://schemas.microsoft.com/office/drawing/2014/main" id="{2C2762ED-9CB9-BEB7-246F-D3CD5F200407}"/>
              </a:ext>
            </a:extLst>
          </p:cNvPr>
          <p:cNvGraphicFramePr>
            <a:graphicFrameLocks noChangeAspect="1"/>
          </p:cNvGraphicFramePr>
          <p:nvPr/>
        </p:nvGraphicFramePr>
        <p:xfrm>
          <a:off x="3810000" y="1371600"/>
          <a:ext cx="1066800" cy="889000"/>
        </p:xfrm>
        <a:graphic>
          <a:graphicData uri="http://schemas.openxmlformats.org/presentationml/2006/ole">
            <mc:AlternateContent xmlns:mc="http://schemas.openxmlformats.org/markup-compatibility/2006">
              <mc:Choice xmlns:v="urn:schemas-microsoft-com:vml" Requires="v">
                <p:oleObj name="Picture" r:id="rId8" imgW="902228" imgH="748560" progId="Word.Picture.8">
                  <p:embed/>
                </p:oleObj>
              </mc:Choice>
              <mc:Fallback>
                <p:oleObj name="Picture" r:id="rId8" imgW="902228" imgH="748560" progId="Word.Picture.8">
                  <p:embed/>
                  <p:pic>
                    <p:nvPicPr>
                      <p:cNvPr id="0"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10000" y="1371600"/>
                        <a:ext cx="106680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51" name="Object 11">
            <a:extLst>
              <a:ext uri="{FF2B5EF4-FFF2-40B4-BE49-F238E27FC236}">
                <a16:creationId xmlns:a16="http://schemas.microsoft.com/office/drawing/2014/main" id="{A65D97C7-ABD9-C60A-4A57-696FBE9E0EAC}"/>
              </a:ext>
            </a:extLst>
          </p:cNvPr>
          <p:cNvGraphicFramePr>
            <a:graphicFrameLocks noChangeAspect="1"/>
          </p:cNvGraphicFramePr>
          <p:nvPr/>
        </p:nvGraphicFramePr>
        <p:xfrm>
          <a:off x="4876800" y="1371600"/>
          <a:ext cx="1066800" cy="889000"/>
        </p:xfrm>
        <a:graphic>
          <a:graphicData uri="http://schemas.openxmlformats.org/presentationml/2006/ole">
            <mc:AlternateContent xmlns:mc="http://schemas.openxmlformats.org/markup-compatibility/2006">
              <mc:Choice xmlns:v="urn:schemas-microsoft-com:vml" Requires="v">
                <p:oleObj name="Picture" r:id="rId10" imgW="902228" imgH="748560" progId="Word.Picture.8">
                  <p:embed/>
                </p:oleObj>
              </mc:Choice>
              <mc:Fallback>
                <p:oleObj name="Picture" r:id="rId10" imgW="902228" imgH="748560" progId="Word.Picture.8">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876800" y="1371600"/>
                        <a:ext cx="106680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52" name="Object 10">
            <a:extLst>
              <a:ext uri="{FF2B5EF4-FFF2-40B4-BE49-F238E27FC236}">
                <a16:creationId xmlns:a16="http://schemas.microsoft.com/office/drawing/2014/main" id="{4B6AB2F0-1E19-5858-709F-AE992720AD7F}"/>
              </a:ext>
            </a:extLst>
          </p:cNvPr>
          <p:cNvGraphicFramePr>
            <a:graphicFrameLocks noChangeAspect="1"/>
          </p:cNvGraphicFramePr>
          <p:nvPr/>
        </p:nvGraphicFramePr>
        <p:xfrm>
          <a:off x="5943600" y="1371600"/>
          <a:ext cx="1066800" cy="889000"/>
        </p:xfrm>
        <a:graphic>
          <a:graphicData uri="http://schemas.openxmlformats.org/presentationml/2006/ole">
            <mc:AlternateContent xmlns:mc="http://schemas.openxmlformats.org/markup-compatibility/2006">
              <mc:Choice xmlns:v="urn:schemas-microsoft-com:vml" Requires="v">
                <p:oleObj name="Picture" r:id="rId12" imgW="902228" imgH="748560" progId="Word.Picture.8">
                  <p:embed/>
                </p:oleObj>
              </mc:Choice>
              <mc:Fallback>
                <p:oleObj name="Picture" r:id="rId12" imgW="902228" imgH="748560" progId="Word.Picture.8">
                  <p:embed/>
                  <p:pic>
                    <p:nvPicPr>
                      <p:cNvPr id="0" name="Object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943600" y="1371600"/>
                        <a:ext cx="106680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53" name="Rectangle 17">
            <a:extLst>
              <a:ext uri="{FF2B5EF4-FFF2-40B4-BE49-F238E27FC236}">
                <a16:creationId xmlns:a16="http://schemas.microsoft.com/office/drawing/2014/main" id="{9F10FFA7-1A0E-A710-B709-FA893D273986}"/>
              </a:ext>
            </a:extLst>
          </p:cNvPr>
          <p:cNvSpPr>
            <a:spLocks noChangeArrowheads="1"/>
          </p:cNvSpPr>
          <p:nvPr/>
        </p:nvSpPr>
        <p:spPr bwMode="auto">
          <a:xfrm>
            <a:off x="990600" y="990600"/>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tx2"/>
              </a:buClr>
              <a:buSzPct val="75000"/>
              <a:buFont typeface="Monotype Sorts"/>
              <a:buChar char="F"/>
              <a:tabLst>
                <a:tab pos="4343400" algn="l"/>
                <a:tab pos="5029200" algn="l"/>
              </a:tabLst>
              <a:defRPr sz="3200">
                <a:solidFill>
                  <a:schemeClr val="tx1"/>
                </a:solidFill>
                <a:latin typeface="Times New Roman" panose="02020603050405020304" pitchFamily="18" charset="0"/>
              </a:defRPr>
            </a:lvl1pPr>
            <a:lvl2pPr marL="742950" indent="-285750">
              <a:spcBef>
                <a:spcPct val="20000"/>
              </a:spcBef>
              <a:buClr>
                <a:schemeClr val="tx1"/>
              </a:buClr>
              <a:buChar char="–"/>
              <a:tabLst>
                <a:tab pos="4343400" algn="l"/>
                <a:tab pos="5029200" algn="l"/>
              </a:tabLst>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tabLst>
                <a:tab pos="4343400" algn="l"/>
                <a:tab pos="5029200" algn="l"/>
              </a:tabLst>
              <a:defRPr sz="2400">
                <a:solidFill>
                  <a:schemeClr val="tx1"/>
                </a:solidFill>
                <a:latin typeface="Times New Roman" panose="02020603050405020304" pitchFamily="18" charset="0"/>
              </a:defRPr>
            </a:lvl3pPr>
            <a:lvl4pPr marL="1600200" indent="-228600">
              <a:spcBef>
                <a:spcPct val="20000"/>
              </a:spcBef>
              <a:buClr>
                <a:schemeClr val="tx1"/>
              </a:buClr>
              <a:buChar char="–"/>
              <a:tabLst>
                <a:tab pos="4343400" algn="l"/>
                <a:tab pos="5029200" algn="l"/>
              </a:tabLst>
              <a:defRPr sz="2000">
                <a:solidFill>
                  <a:schemeClr val="tx1"/>
                </a:solidFill>
                <a:latin typeface="Times New Roman" panose="02020603050405020304" pitchFamily="18" charset="0"/>
              </a:defRPr>
            </a:lvl4pPr>
            <a:lvl5pPr marL="2057400" indent="-228600">
              <a:spcBef>
                <a:spcPct val="20000"/>
              </a:spcBef>
              <a:buClr>
                <a:schemeClr val="tx2"/>
              </a:buClr>
              <a:buChar char="•"/>
              <a:tabLst>
                <a:tab pos="4343400" algn="l"/>
                <a:tab pos="50292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solidFill>
                  <a:schemeClr val="tx2"/>
                </a:solidFill>
                <a:latin typeface="Arial" panose="020B0604020202020204" pitchFamily="34" charset="0"/>
                <a:cs typeface="Courier New" panose="02070309020205020404" pitchFamily="49" charset="0"/>
              </a:rPr>
              <a:t>0</a:t>
            </a:r>
            <a:endParaRPr lang="en-US" altLang="en-US" sz="1200"/>
          </a:p>
        </p:txBody>
      </p:sp>
      <p:sp>
        <p:nvSpPr>
          <p:cNvPr id="35854" name="Rectangle 21">
            <a:extLst>
              <a:ext uri="{FF2B5EF4-FFF2-40B4-BE49-F238E27FC236}">
                <a16:creationId xmlns:a16="http://schemas.microsoft.com/office/drawing/2014/main" id="{8BDCC7D4-6795-0296-7FB0-0FBD3A9E0083}"/>
              </a:ext>
            </a:extLst>
          </p:cNvPr>
          <p:cNvSpPr>
            <a:spLocks noChangeArrowheads="1"/>
          </p:cNvSpPr>
          <p:nvPr/>
        </p:nvSpPr>
        <p:spPr bwMode="auto">
          <a:xfrm>
            <a:off x="2057400" y="990600"/>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tx2"/>
              </a:buClr>
              <a:buSzPct val="75000"/>
              <a:buFont typeface="Monotype Sorts"/>
              <a:buChar char="F"/>
              <a:tabLst>
                <a:tab pos="4343400" algn="l"/>
                <a:tab pos="5029200" algn="l"/>
              </a:tabLst>
              <a:defRPr sz="3200">
                <a:solidFill>
                  <a:schemeClr val="tx1"/>
                </a:solidFill>
                <a:latin typeface="Times New Roman" panose="02020603050405020304" pitchFamily="18" charset="0"/>
              </a:defRPr>
            </a:lvl1pPr>
            <a:lvl2pPr marL="742950" indent="-285750">
              <a:spcBef>
                <a:spcPct val="20000"/>
              </a:spcBef>
              <a:buClr>
                <a:schemeClr val="tx1"/>
              </a:buClr>
              <a:buChar char="–"/>
              <a:tabLst>
                <a:tab pos="4343400" algn="l"/>
                <a:tab pos="5029200" algn="l"/>
              </a:tabLst>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tabLst>
                <a:tab pos="4343400" algn="l"/>
                <a:tab pos="5029200" algn="l"/>
              </a:tabLst>
              <a:defRPr sz="2400">
                <a:solidFill>
                  <a:schemeClr val="tx1"/>
                </a:solidFill>
                <a:latin typeface="Times New Roman" panose="02020603050405020304" pitchFamily="18" charset="0"/>
              </a:defRPr>
            </a:lvl3pPr>
            <a:lvl4pPr marL="1600200" indent="-228600">
              <a:spcBef>
                <a:spcPct val="20000"/>
              </a:spcBef>
              <a:buClr>
                <a:schemeClr val="tx1"/>
              </a:buClr>
              <a:buChar char="–"/>
              <a:tabLst>
                <a:tab pos="4343400" algn="l"/>
                <a:tab pos="5029200" algn="l"/>
              </a:tabLst>
              <a:defRPr sz="2000">
                <a:solidFill>
                  <a:schemeClr val="tx1"/>
                </a:solidFill>
                <a:latin typeface="Times New Roman" panose="02020603050405020304" pitchFamily="18" charset="0"/>
              </a:defRPr>
            </a:lvl4pPr>
            <a:lvl5pPr marL="2057400" indent="-228600">
              <a:spcBef>
                <a:spcPct val="20000"/>
              </a:spcBef>
              <a:buClr>
                <a:schemeClr val="tx2"/>
              </a:buClr>
              <a:buChar char="•"/>
              <a:tabLst>
                <a:tab pos="4343400" algn="l"/>
                <a:tab pos="50292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solidFill>
                  <a:schemeClr val="tx2"/>
                </a:solidFill>
                <a:latin typeface="Arial" panose="020B0604020202020204" pitchFamily="34" charset="0"/>
                <a:cs typeface="Courier New" panose="02070309020205020404" pitchFamily="49" charset="0"/>
              </a:rPr>
              <a:t>1</a:t>
            </a:r>
            <a:endParaRPr lang="en-US" altLang="en-US" sz="1200"/>
          </a:p>
        </p:txBody>
      </p:sp>
      <p:sp>
        <p:nvSpPr>
          <p:cNvPr id="35855" name="Rectangle 22">
            <a:extLst>
              <a:ext uri="{FF2B5EF4-FFF2-40B4-BE49-F238E27FC236}">
                <a16:creationId xmlns:a16="http://schemas.microsoft.com/office/drawing/2014/main" id="{5E178B35-82D8-B20A-B50D-31B03AFC70EF}"/>
              </a:ext>
            </a:extLst>
          </p:cNvPr>
          <p:cNvSpPr>
            <a:spLocks noChangeArrowheads="1"/>
          </p:cNvSpPr>
          <p:nvPr/>
        </p:nvSpPr>
        <p:spPr bwMode="auto">
          <a:xfrm>
            <a:off x="3124200" y="990600"/>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tx2"/>
              </a:buClr>
              <a:buSzPct val="75000"/>
              <a:buFont typeface="Monotype Sorts"/>
              <a:buChar char="F"/>
              <a:tabLst>
                <a:tab pos="4343400" algn="l"/>
                <a:tab pos="5029200" algn="l"/>
              </a:tabLst>
              <a:defRPr sz="3200">
                <a:solidFill>
                  <a:schemeClr val="tx1"/>
                </a:solidFill>
                <a:latin typeface="Times New Roman" panose="02020603050405020304" pitchFamily="18" charset="0"/>
              </a:defRPr>
            </a:lvl1pPr>
            <a:lvl2pPr marL="742950" indent="-285750">
              <a:spcBef>
                <a:spcPct val="20000"/>
              </a:spcBef>
              <a:buClr>
                <a:schemeClr val="tx1"/>
              </a:buClr>
              <a:buChar char="–"/>
              <a:tabLst>
                <a:tab pos="4343400" algn="l"/>
                <a:tab pos="5029200" algn="l"/>
              </a:tabLst>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tabLst>
                <a:tab pos="4343400" algn="l"/>
                <a:tab pos="5029200" algn="l"/>
              </a:tabLst>
              <a:defRPr sz="2400">
                <a:solidFill>
                  <a:schemeClr val="tx1"/>
                </a:solidFill>
                <a:latin typeface="Times New Roman" panose="02020603050405020304" pitchFamily="18" charset="0"/>
              </a:defRPr>
            </a:lvl3pPr>
            <a:lvl4pPr marL="1600200" indent="-228600">
              <a:spcBef>
                <a:spcPct val="20000"/>
              </a:spcBef>
              <a:buClr>
                <a:schemeClr val="tx1"/>
              </a:buClr>
              <a:buChar char="–"/>
              <a:tabLst>
                <a:tab pos="4343400" algn="l"/>
                <a:tab pos="5029200" algn="l"/>
              </a:tabLst>
              <a:defRPr sz="2000">
                <a:solidFill>
                  <a:schemeClr val="tx1"/>
                </a:solidFill>
                <a:latin typeface="Times New Roman" panose="02020603050405020304" pitchFamily="18" charset="0"/>
              </a:defRPr>
            </a:lvl4pPr>
            <a:lvl5pPr marL="2057400" indent="-228600">
              <a:spcBef>
                <a:spcPct val="20000"/>
              </a:spcBef>
              <a:buClr>
                <a:schemeClr val="tx2"/>
              </a:buClr>
              <a:buChar char="•"/>
              <a:tabLst>
                <a:tab pos="4343400" algn="l"/>
                <a:tab pos="50292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solidFill>
                  <a:schemeClr val="tx2"/>
                </a:solidFill>
                <a:latin typeface="Arial" panose="020B0604020202020204" pitchFamily="34" charset="0"/>
                <a:cs typeface="Courier New" panose="02070309020205020404" pitchFamily="49" charset="0"/>
              </a:rPr>
              <a:t>2</a:t>
            </a:r>
            <a:endParaRPr lang="en-US" altLang="en-US" sz="1200"/>
          </a:p>
        </p:txBody>
      </p:sp>
      <p:sp>
        <p:nvSpPr>
          <p:cNvPr id="35856" name="Rectangle 23">
            <a:extLst>
              <a:ext uri="{FF2B5EF4-FFF2-40B4-BE49-F238E27FC236}">
                <a16:creationId xmlns:a16="http://schemas.microsoft.com/office/drawing/2014/main" id="{472B923D-6DFE-0258-0ECE-ED06111D1C63}"/>
              </a:ext>
            </a:extLst>
          </p:cNvPr>
          <p:cNvSpPr>
            <a:spLocks noChangeArrowheads="1"/>
          </p:cNvSpPr>
          <p:nvPr/>
        </p:nvSpPr>
        <p:spPr bwMode="auto">
          <a:xfrm>
            <a:off x="4191000" y="990600"/>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tx2"/>
              </a:buClr>
              <a:buSzPct val="75000"/>
              <a:buFont typeface="Monotype Sorts"/>
              <a:buChar char="F"/>
              <a:tabLst>
                <a:tab pos="4343400" algn="l"/>
                <a:tab pos="5029200" algn="l"/>
              </a:tabLst>
              <a:defRPr sz="3200">
                <a:solidFill>
                  <a:schemeClr val="tx1"/>
                </a:solidFill>
                <a:latin typeface="Times New Roman" panose="02020603050405020304" pitchFamily="18" charset="0"/>
              </a:defRPr>
            </a:lvl1pPr>
            <a:lvl2pPr marL="742950" indent="-285750">
              <a:spcBef>
                <a:spcPct val="20000"/>
              </a:spcBef>
              <a:buClr>
                <a:schemeClr val="tx1"/>
              </a:buClr>
              <a:buChar char="–"/>
              <a:tabLst>
                <a:tab pos="4343400" algn="l"/>
                <a:tab pos="5029200" algn="l"/>
              </a:tabLst>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tabLst>
                <a:tab pos="4343400" algn="l"/>
                <a:tab pos="5029200" algn="l"/>
              </a:tabLst>
              <a:defRPr sz="2400">
                <a:solidFill>
                  <a:schemeClr val="tx1"/>
                </a:solidFill>
                <a:latin typeface="Times New Roman" panose="02020603050405020304" pitchFamily="18" charset="0"/>
              </a:defRPr>
            </a:lvl3pPr>
            <a:lvl4pPr marL="1600200" indent="-228600">
              <a:spcBef>
                <a:spcPct val="20000"/>
              </a:spcBef>
              <a:buClr>
                <a:schemeClr val="tx1"/>
              </a:buClr>
              <a:buChar char="–"/>
              <a:tabLst>
                <a:tab pos="4343400" algn="l"/>
                <a:tab pos="5029200" algn="l"/>
              </a:tabLst>
              <a:defRPr sz="2000">
                <a:solidFill>
                  <a:schemeClr val="tx1"/>
                </a:solidFill>
                <a:latin typeface="Times New Roman" panose="02020603050405020304" pitchFamily="18" charset="0"/>
              </a:defRPr>
            </a:lvl4pPr>
            <a:lvl5pPr marL="2057400" indent="-228600">
              <a:spcBef>
                <a:spcPct val="20000"/>
              </a:spcBef>
              <a:buClr>
                <a:schemeClr val="tx2"/>
              </a:buClr>
              <a:buChar char="•"/>
              <a:tabLst>
                <a:tab pos="4343400" algn="l"/>
                <a:tab pos="50292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solidFill>
                  <a:schemeClr val="tx2"/>
                </a:solidFill>
                <a:latin typeface="Arial" panose="020B0604020202020204" pitchFamily="34" charset="0"/>
                <a:cs typeface="Courier New" panose="02070309020205020404" pitchFamily="49" charset="0"/>
              </a:rPr>
              <a:t>3</a:t>
            </a:r>
            <a:endParaRPr lang="en-US" altLang="en-US" sz="1200"/>
          </a:p>
        </p:txBody>
      </p:sp>
      <p:sp>
        <p:nvSpPr>
          <p:cNvPr id="35857" name="Rectangle 24">
            <a:extLst>
              <a:ext uri="{FF2B5EF4-FFF2-40B4-BE49-F238E27FC236}">
                <a16:creationId xmlns:a16="http://schemas.microsoft.com/office/drawing/2014/main" id="{23019F7B-A540-AC0B-505A-C59E0C900D66}"/>
              </a:ext>
            </a:extLst>
          </p:cNvPr>
          <p:cNvSpPr>
            <a:spLocks noChangeArrowheads="1"/>
          </p:cNvSpPr>
          <p:nvPr/>
        </p:nvSpPr>
        <p:spPr bwMode="auto">
          <a:xfrm>
            <a:off x="6096000" y="99060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tx2"/>
              </a:buClr>
              <a:buSzPct val="75000"/>
              <a:buFont typeface="Monotype Sorts"/>
              <a:buChar char="F"/>
              <a:tabLst>
                <a:tab pos="4343400" algn="l"/>
                <a:tab pos="5029200" algn="l"/>
              </a:tabLst>
              <a:defRPr sz="3200">
                <a:solidFill>
                  <a:schemeClr val="tx1"/>
                </a:solidFill>
                <a:latin typeface="Times New Roman" panose="02020603050405020304" pitchFamily="18" charset="0"/>
              </a:defRPr>
            </a:lvl1pPr>
            <a:lvl2pPr marL="742950" indent="-285750">
              <a:spcBef>
                <a:spcPct val="20000"/>
              </a:spcBef>
              <a:buClr>
                <a:schemeClr val="tx1"/>
              </a:buClr>
              <a:buChar char="–"/>
              <a:tabLst>
                <a:tab pos="4343400" algn="l"/>
                <a:tab pos="5029200" algn="l"/>
              </a:tabLst>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tabLst>
                <a:tab pos="4343400" algn="l"/>
                <a:tab pos="5029200" algn="l"/>
              </a:tabLst>
              <a:defRPr sz="2400">
                <a:solidFill>
                  <a:schemeClr val="tx1"/>
                </a:solidFill>
                <a:latin typeface="Times New Roman" panose="02020603050405020304" pitchFamily="18" charset="0"/>
              </a:defRPr>
            </a:lvl3pPr>
            <a:lvl4pPr marL="1600200" indent="-228600">
              <a:spcBef>
                <a:spcPct val="20000"/>
              </a:spcBef>
              <a:buClr>
                <a:schemeClr val="tx1"/>
              </a:buClr>
              <a:buChar char="–"/>
              <a:tabLst>
                <a:tab pos="4343400" algn="l"/>
                <a:tab pos="5029200" algn="l"/>
              </a:tabLst>
              <a:defRPr sz="2000">
                <a:solidFill>
                  <a:schemeClr val="tx1"/>
                </a:solidFill>
                <a:latin typeface="Times New Roman" panose="02020603050405020304" pitchFamily="18" charset="0"/>
              </a:defRPr>
            </a:lvl4pPr>
            <a:lvl5pPr marL="2057400" indent="-228600">
              <a:spcBef>
                <a:spcPct val="20000"/>
              </a:spcBef>
              <a:buClr>
                <a:schemeClr val="tx2"/>
              </a:buClr>
              <a:buChar char="•"/>
              <a:tabLst>
                <a:tab pos="4343400" algn="l"/>
                <a:tab pos="50292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solidFill>
                  <a:schemeClr val="tx2"/>
                </a:solidFill>
                <a:latin typeface="Arial" panose="020B0604020202020204" pitchFamily="34" charset="0"/>
                <a:cs typeface="Courier New" panose="02070309020205020404" pitchFamily="49" charset="0"/>
              </a:rPr>
              <a:t>511</a:t>
            </a:r>
            <a:endParaRPr lang="en-US" altLang="en-US" sz="1200"/>
          </a:p>
        </p:txBody>
      </p:sp>
      <p:graphicFrame>
        <p:nvGraphicFramePr>
          <p:cNvPr id="35858" name="Object 30">
            <a:extLst>
              <a:ext uri="{FF2B5EF4-FFF2-40B4-BE49-F238E27FC236}">
                <a16:creationId xmlns:a16="http://schemas.microsoft.com/office/drawing/2014/main" id="{1F181CC0-5BAF-14E0-735D-1F50010A2432}"/>
              </a:ext>
            </a:extLst>
          </p:cNvPr>
          <p:cNvGraphicFramePr>
            <a:graphicFrameLocks noChangeAspect="1"/>
          </p:cNvGraphicFramePr>
          <p:nvPr/>
        </p:nvGraphicFramePr>
        <p:xfrm>
          <a:off x="609600" y="3200400"/>
          <a:ext cx="990600" cy="825500"/>
        </p:xfrm>
        <a:graphic>
          <a:graphicData uri="http://schemas.openxmlformats.org/presentationml/2006/ole">
            <mc:AlternateContent xmlns:mc="http://schemas.openxmlformats.org/markup-compatibility/2006">
              <mc:Choice xmlns:v="urn:schemas-microsoft-com:vml" Requires="v">
                <p:oleObj name="Picture" r:id="rId14" imgW="900695" imgH="749945" progId="Word.Picture.8">
                  <p:embed/>
                </p:oleObj>
              </mc:Choice>
              <mc:Fallback>
                <p:oleObj name="Picture" r:id="rId14" imgW="900695" imgH="749945" progId="Word.Picture.8">
                  <p:embed/>
                  <p:pic>
                    <p:nvPicPr>
                      <p:cNvPr id="0" name="Object 3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09600" y="3200400"/>
                        <a:ext cx="9906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59" name="Object 29">
            <a:extLst>
              <a:ext uri="{FF2B5EF4-FFF2-40B4-BE49-F238E27FC236}">
                <a16:creationId xmlns:a16="http://schemas.microsoft.com/office/drawing/2014/main" id="{98F7E70B-08A8-AE91-6218-97A40D1D9EBA}"/>
              </a:ext>
            </a:extLst>
          </p:cNvPr>
          <p:cNvGraphicFramePr>
            <a:graphicFrameLocks noChangeAspect="1"/>
          </p:cNvGraphicFramePr>
          <p:nvPr/>
        </p:nvGraphicFramePr>
        <p:xfrm>
          <a:off x="1828800" y="3200400"/>
          <a:ext cx="990600" cy="825500"/>
        </p:xfrm>
        <a:graphic>
          <a:graphicData uri="http://schemas.openxmlformats.org/presentationml/2006/ole">
            <mc:AlternateContent xmlns:mc="http://schemas.openxmlformats.org/markup-compatibility/2006">
              <mc:Choice xmlns:v="urn:schemas-microsoft-com:vml" Requires="v">
                <p:oleObj name="Picture" r:id="rId16" imgW="900695" imgH="749945" progId="Word.Picture.8">
                  <p:embed/>
                </p:oleObj>
              </mc:Choice>
              <mc:Fallback>
                <p:oleObj name="Picture" r:id="rId16" imgW="900695" imgH="749945" progId="Word.Picture.8">
                  <p:embed/>
                  <p:pic>
                    <p:nvPicPr>
                      <p:cNvPr id="0" name="Object 2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828800" y="3200400"/>
                        <a:ext cx="9906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60" name="Object 28">
            <a:extLst>
              <a:ext uri="{FF2B5EF4-FFF2-40B4-BE49-F238E27FC236}">
                <a16:creationId xmlns:a16="http://schemas.microsoft.com/office/drawing/2014/main" id="{9A7E7AA4-FC09-9E92-2771-26871B1D3628}"/>
              </a:ext>
            </a:extLst>
          </p:cNvPr>
          <p:cNvGraphicFramePr>
            <a:graphicFrameLocks noChangeAspect="1"/>
          </p:cNvGraphicFramePr>
          <p:nvPr/>
        </p:nvGraphicFramePr>
        <p:xfrm>
          <a:off x="3200400" y="3200400"/>
          <a:ext cx="990600" cy="825500"/>
        </p:xfrm>
        <a:graphic>
          <a:graphicData uri="http://schemas.openxmlformats.org/presentationml/2006/ole">
            <mc:AlternateContent xmlns:mc="http://schemas.openxmlformats.org/markup-compatibility/2006">
              <mc:Choice xmlns:v="urn:schemas-microsoft-com:vml" Requires="v">
                <p:oleObj name="Picture" r:id="rId18" imgW="900695" imgH="749945" progId="Word.Picture.8">
                  <p:embed/>
                </p:oleObj>
              </mc:Choice>
              <mc:Fallback>
                <p:oleObj name="Picture" r:id="rId18" imgW="900695" imgH="749945" progId="Word.Picture.8">
                  <p:embed/>
                  <p:pic>
                    <p:nvPicPr>
                      <p:cNvPr id="0" name="Object 2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200400" y="3200400"/>
                        <a:ext cx="9906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61" name="Object 27">
            <a:extLst>
              <a:ext uri="{FF2B5EF4-FFF2-40B4-BE49-F238E27FC236}">
                <a16:creationId xmlns:a16="http://schemas.microsoft.com/office/drawing/2014/main" id="{49CF1B6E-9BD1-E08C-F48A-1E14A1712FFF}"/>
              </a:ext>
            </a:extLst>
          </p:cNvPr>
          <p:cNvGraphicFramePr>
            <a:graphicFrameLocks noChangeAspect="1"/>
          </p:cNvGraphicFramePr>
          <p:nvPr/>
        </p:nvGraphicFramePr>
        <p:xfrm>
          <a:off x="4419600" y="3200400"/>
          <a:ext cx="990600" cy="825500"/>
        </p:xfrm>
        <a:graphic>
          <a:graphicData uri="http://schemas.openxmlformats.org/presentationml/2006/ole">
            <mc:AlternateContent xmlns:mc="http://schemas.openxmlformats.org/markup-compatibility/2006">
              <mc:Choice xmlns:v="urn:schemas-microsoft-com:vml" Requires="v">
                <p:oleObj name="Picture" r:id="rId20" imgW="900695" imgH="749945" progId="Word.Picture.8">
                  <p:embed/>
                </p:oleObj>
              </mc:Choice>
              <mc:Fallback>
                <p:oleObj name="Picture" r:id="rId20" imgW="900695" imgH="749945" progId="Word.Picture.8">
                  <p:embed/>
                  <p:pic>
                    <p:nvPicPr>
                      <p:cNvPr id="0" name="Object 2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419600" y="3200400"/>
                        <a:ext cx="9906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62" name="Object 26">
            <a:extLst>
              <a:ext uri="{FF2B5EF4-FFF2-40B4-BE49-F238E27FC236}">
                <a16:creationId xmlns:a16="http://schemas.microsoft.com/office/drawing/2014/main" id="{C4CF24CA-FB5E-096E-B0FB-5BDF440A288E}"/>
              </a:ext>
            </a:extLst>
          </p:cNvPr>
          <p:cNvGraphicFramePr>
            <a:graphicFrameLocks noChangeAspect="1"/>
          </p:cNvGraphicFramePr>
          <p:nvPr/>
        </p:nvGraphicFramePr>
        <p:xfrm>
          <a:off x="5715000" y="3200400"/>
          <a:ext cx="990600" cy="825500"/>
        </p:xfrm>
        <a:graphic>
          <a:graphicData uri="http://schemas.openxmlformats.org/presentationml/2006/ole">
            <mc:AlternateContent xmlns:mc="http://schemas.openxmlformats.org/markup-compatibility/2006">
              <mc:Choice xmlns:v="urn:schemas-microsoft-com:vml" Requires="v">
                <p:oleObj name="Picture" r:id="rId22" imgW="900695" imgH="749945" progId="Word.Picture.8">
                  <p:embed/>
                </p:oleObj>
              </mc:Choice>
              <mc:Fallback>
                <p:oleObj name="Picture" r:id="rId22" imgW="900695" imgH="749945" progId="Word.Picture.8">
                  <p:embed/>
                  <p:pic>
                    <p:nvPicPr>
                      <p:cNvPr id="0" name="Object 26"/>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715000" y="3200400"/>
                        <a:ext cx="9906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63" name="Object 25">
            <a:extLst>
              <a:ext uri="{FF2B5EF4-FFF2-40B4-BE49-F238E27FC236}">
                <a16:creationId xmlns:a16="http://schemas.microsoft.com/office/drawing/2014/main" id="{D1A3806F-9339-7273-B2B7-00EAB679041F}"/>
              </a:ext>
            </a:extLst>
          </p:cNvPr>
          <p:cNvGraphicFramePr>
            <a:graphicFrameLocks noChangeAspect="1"/>
          </p:cNvGraphicFramePr>
          <p:nvPr/>
        </p:nvGraphicFramePr>
        <p:xfrm>
          <a:off x="7010400" y="3200400"/>
          <a:ext cx="971550" cy="809625"/>
        </p:xfrm>
        <a:graphic>
          <a:graphicData uri="http://schemas.openxmlformats.org/presentationml/2006/ole">
            <mc:AlternateContent xmlns:mc="http://schemas.openxmlformats.org/markup-compatibility/2006">
              <mc:Choice xmlns:v="urn:schemas-microsoft-com:vml" Requires="v">
                <p:oleObj name="Picture" r:id="rId24" imgW="900695" imgH="749945" progId="Word.Picture.8">
                  <p:embed/>
                </p:oleObj>
              </mc:Choice>
              <mc:Fallback>
                <p:oleObj name="Picture" r:id="rId24" imgW="900695" imgH="749945" progId="Word.Picture.8">
                  <p:embed/>
                  <p:pic>
                    <p:nvPicPr>
                      <p:cNvPr id="0" name="Object 25"/>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010400" y="3200400"/>
                        <a:ext cx="971550"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64" name="Rectangle 31">
            <a:extLst>
              <a:ext uri="{FF2B5EF4-FFF2-40B4-BE49-F238E27FC236}">
                <a16:creationId xmlns:a16="http://schemas.microsoft.com/office/drawing/2014/main" id="{7136B8E6-8F29-8DBB-3B1E-90FEDF7D9A0B}"/>
              </a:ext>
            </a:extLst>
          </p:cNvPr>
          <p:cNvSpPr>
            <a:spLocks noChangeArrowheads="1"/>
          </p:cNvSpPr>
          <p:nvPr/>
        </p:nvSpPr>
        <p:spPr bwMode="auto">
          <a:xfrm>
            <a:off x="0" y="1571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5865" name="Rectangle 33">
            <a:extLst>
              <a:ext uri="{FF2B5EF4-FFF2-40B4-BE49-F238E27FC236}">
                <a16:creationId xmlns:a16="http://schemas.microsoft.com/office/drawing/2014/main" id="{3A367590-9052-33A7-057F-2C98AB01C879}"/>
              </a:ext>
            </a:extLst>
          </p:cNvPr>
          <p:cNvSpPr>
            <a:spLocks noChangeArrowheads="1"/>
          </p:cNvSpPr>
          <p:nvPr/>
        </p:nvSpPr>
        <p:spPr bwMode="auto">
          <a:xfrm>
            <a:off x="0" y="3124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35866" name="Object 32">
            <a:extLst>
              <a:ext uri="{FF2B5EF4-FFF2-40B4-BE49-F238E27FC236}">
                <a16:creationId xmlns:a16="http://schemas.microsoft.com/office/drawing/2014/main" id="{59C2AE1A-E56F-E167-B3E4-E6C103738A61}"/>
              </a:ext>
            </a:extLst>
          </p:cNvPr>
          <p:cNvGraphicFramePr>
            <a:graphicFrameLocks noChangeAspect="1"/>
          </p:cNvGraphicFramePr>
          <p:nvPr/>
        </p:nvGraphicFramePr>
        <p:xfrm>
          <a:off x="3810000" y="4724400"/>
          <a:ext cx="1143000" cy="952500"/>
        </p:xfrm>
        <a:graphic>
          <a:graphicData uri="http://schemas.openxmlformats.org/presentationml/2006/ole">
            <mc:AlternateContent xmlns:mc="http://schemas.openxmlformats.org/markup-compatibility/2006">
              <mc:Choice xmlns:v="urn:schemas-microsoft-com:vml" Requires="v">
                <p:oleObj name="Picture" r:id="rId26" imgW="900695" imgH="749945" progId="Word.Picture.8">
                  <p:embed/>
                </p:oleObj>
              </mc:Choice>
              <mc:Fallback>
                <p:oleObj name="Picture" r:id="rId26" imgW="900695" imgH="749945" progId="Word.Picture.8">
                  <p:embed/>
                  <p:pic>
                    <p:nvPicPr>
                      <p:cNvPr id="0" name="Object 32"/>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810000" y="4724400"/>
                        <a:ext cx="11430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67" name="Line 34">
            <a:extLst>
              <a:ext uri="{FF2B5EF4-FFF2-40B4-BE49-F238E27FC236}">
                <a16:creationId xmlns:a16="http://schemas.microsoft.com/office/drawing/2014/main" id="{0554E9F5-D5A6-12F8-E33D-167C162252A1}"/>
              </a:ext>
            </a:extLst>
          </p:cNvPr>
          <p:cNvSpPr>
            <a:spLocks noChangeShapeType="1"/>
          </p:cNvSpPr>
          <p:nvPr/>
        </p:nvSpPr>
        <p:spPr bwMode="auto">
          <a:xfrm>
            <a:off x="1219200" y="4038600"/>
            <a:ext cx="2590800" cy="99060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en-US"/>
          </a:p>
        </p:txBody>
      </p:sp>
      <p:sp>
        <p:nvSpPr>
          <p:cNvPr id="35868" name="Line 35">
            <a:extLst>
              <a:ext uri="{FF2B5EF4-FFF2-40B4-BE49-F238E27FC236}">
                <a16:creationId xmlns:a16="http://schemas.microsoft.com/office/drawing/2014/main" id="{1D7F6DC1-AE82-06AF-D78A-133164029EB7}"/>
              </a:ext>
            </a:extLst>
          </p:cNvPr>
          <p:cNvSpPr>
            <a:spLocks noChangeShapeType="1"/>
          </p:cNvSpPr>
          <p:nvPr/>
        </p:nvSpPr>
        <p:spPr bwMode="auto">
          <a:xfrm>
            <a:off x="2362200" y="3962400"/>
            <a:ext cx="1600200" cy="83820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en-US"/>
          </a:p>
        </p:txBody>
      </p:sp>
      <p:sp>
        <p:nvSpPr>
          <p:cNvPr id="35869" name="Line 36">
            <a:extLst>
              <a:ext uri="{FF2B5EF4-FFF2-40B4-BE49-F238E27FC236}">
                <a16:creationId xmlns:a16="http://schemas.microsoft.com/office/drawing/2014/main" id="{519BD72D-4FDB-E093-2135-6CF9BD8A0BAD}"/>
              </a:ext>
            </a:extLst>
          </p:cNvPr>
          <p:cNvSpPr>
            <a:spLocks noChangeShapeType="1"/>
          </p:cNvSpPr>
          <p:nvPr/>
        </p:nvSpPr>
        <p:spPr bwMode="auto">
          <a:xfrm>
            <a:off x="3733800" y="3962400"/>
            <a:ext cx="457200" cy="76200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en-US"/>
          </a:p>
        </p:txBody>
      </p:sp>
      <p:sp>
        <p:nvSpPr>
          <p:cNvPr id="35870" name="Line 37">
            <a:extLst>
              <a:ext uri="{FF2B5EF4-FFF2-40B4-BE49-F238E27FC236}">
                <a16:creationId xmlns:a16="http://schemas.microsoft.com/office/drawing/2014/main" id="{5E27F5DE-3F6B-0850-42D0-C75BB05D9954}"/>
              </a:ext>
            </a:extLst>
          </p:cNvPr>
          <p:cNvSpPr>
            <a:spLocks noChangeShapeType="1"/>
          </p:cNvSpPr>
          <p:nvPr/>
        </p:nvSpPr>
        <p:spPr bwMode="auto">
          <a:xfrm flipH="1">
            <a:off x="4572000" y="4038600"/>
            <a:ext cx="381000" cy="60960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en-US"/>
          </a:p>
        </p:txBody>
      </p:sp>
      <p:sp>
        <p:nvSpPr>
          <p:cNvPr id="35871" name="Line 38">
            <a:extLst>
              <a:ext uri="{FF2B5EF4-FFF2-40B4-BE49-F238E27FC236}">
                <a16:creationId xmlns:a16="http://schemas.microsoft.com/office/drawing/2014/main" id="{84AFD298-4D0D-D1EF-C04C-3EAA5C3CC4B9}"/>
              </a:ext>
            </a:extLst>
          </p:cNvPr>
          <p:cNvSpPr>
            <a:spLocks noChangeShapeType="1"/>
          </p:cNvSpPr>
          <p:nvPr/>
        </p:nvSpPr>
        <p:spPr bwMode="auto">
          <a:xfrm flipH="1">
            <a:off x="4800600" y="4038600"/>
            <a:ext cx="1371600" cy="68580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en-US"/>
          </a:p>
        </p:txBody>
      </p:sp>
      <p:sp>
        <p:nvSpPr>
          <p:cNvPr id="35872" name="Line 39">
            <a:extLst>
              <a:ext uri="{FF2B5EF4-FFF2-40B4-BE49-F238E27FC236}">
                <a16:creationId xmlns:a16="http://schemas.microsoft.com/office/drawing/2014/main" id="{B379AE3D-8B8B-D1C4-21EB-CBA740318D9A}"/>
              </a:ext>
            </a:extLst>
          </p:cNvPr>
          <p:cNvSpPr>
            <a:spLocks noChangeShapeType="1"/>
          </p:cNvSpPr>
          <p:nvPr/>
        </p:nvSpPr>
        <p:spPr bwMode="auto">
          <a:xfrm flipH="1">
            <a:off x="5029200" y="3962400"/>
            <a:ext cx="2438400" cy="99060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en-US"/>
          </a:p>
        </p:txBody>
      </p:sp>
      <p:sp>
        <p:nvSpPr>
          <p:cNvPr id="35873" name="Rectangle 41">
            <a:extLst>
              <a:ext uri="{FF2B5EF4-FFF2-40B4-BE49-F238E27FC236}">
                <a16:creationId xmlns:a16="http://schemas.microsoft.com/office/drawing/2014/main" id="{FF31D93D-6490-4C58-3E4C-4F46BBCBA411}"/>
              </a:ext>
            </a:extLst>
          </p:cNvPr>
          <p:cNvSpPr>
            <a:spLocks noChangeArrowheads="1"/>
          </p:cNvSpPr>
          <p:nvPr/>
        </p:nvSpPr>
        <p:spPr bwMode="auto">
          <a:xfrm>
            <a:off x="685800" y="281940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tx2"/>
              </a:buClr>
              <a:buSzPct val="75000"/>
              <a:buFont typeface="Monotype Sorts"/>
              <a:buChar char="F"/>
              <a:tabLst>
                <a:tab pos="4343400" algn="l"/>
                <a:tab pos="5029200" algn="l"/>
              </a:tabLst>
              <a:defRPr sz="3200">
                <a:solidFill>
                  <a:schemeClr val="tx1"/>
                </a:solidFill>
                <a:latin typeface="Times New Roman" panose="02020603050405020304" pitchFamily="18" charset="0"/>
              </a:defRPr>
            </a:lvl1pPr>
            <a:lvl2pPr marL="742950" indent="-285750">
              <a:spcBef>
                <a:spcPct val="20000"/>
              </a:spcBef>
              <a:buClr>
                <a:schemeClr val="tx1"/>
              </a:buClr>
              <a:buChar char="–"/>
              <a:tabLst>
                <a:tab pos="4343400" algn="l"/>
                <a:tab pos="5029200" algn="l"/>
              </a:tabLst>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tabLst>
                <a:tab pos="4343400" algn="l"/>
                <a:tab pos="5029200" algn="l"/>
              </a:tabLst>
              <a:defRPr sz="2400">
                <a:solidFill>
                  <a:schemeClr val="tx1"/>
                </a:solidFill>
                <a:latin typeface="Times New Roman" panose="02020603050405020304" pitchFamily="18" charset="0"/>
              </a:defRPr>
            </a:lvl3pPr>
            <a:lvl4pPr marL="1600200" indent="-228600">
              <a:spcBef>
                <a:spcPct val="20000"/>
              </a:spcBef>
              <a:buClr>
                <a:schemeClr val="tx1"/>
              </a:buClr>
              <a:buChar char="–"/>
              <a:tabLst>
                <a:tab pos="4343400" algn="l"/>
                <a:tab pos="5029200" algn="l"/>
              </a:tabLst>
              <a:defRPr sz="2000">
                <a:solidFill>
                  <a:schemeClr val="tx1"/>
                </a:solidFill>
                <a:latin typeface="Times New Roman" panose="02020603050405020304" pitchFamily="18" charset="0"/>
              </a:defRPr>
            </a:lvl4pPr>
            <a:lvl5pPr marL="2057400" indent="-228600">
              <a:spcBef>
                <a:spcPct val="20000"/>
              </a:spcBef>
              <a:buClr>
                <a:schemeClr val="tx2"/>
              </a:buClr>
              <a:buChar char="•"/>
              <a:tabLst>
                <a:tab pos="4343400" algn="l"/>
                <a:tab pos="50292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solidFill>
                  <a:schemeClr val="tx2"/>
                </a:solidFill>
                <a:latin typeface="Arial" panose="020B0604020202020204" pitchFamily="34" charset="0"/>
                <a:cs typeface="Courier New" panose="02070309020205020404" pitchFamily="49" charset="0"/>
              </a:rPr>
              <a:t>408</a:t>
            </a:r>
            <a:endParaRPr lang="en-US" altLang="en-US" sz="1200"/>
          </a:p>
        </p:txBody>
      </p:sp>
      <p:sp>
        <p:nvSpPr>
          <p:cNvPr id="35874" name="Rectangle 42">
            <a:extLst>
              <a:ext uri="{FF2B5EF4-FFF2-40B4-BE49-F238E27FC236}">
                <a16:creationId xmlns:a16="http://schemas.microsoft.com/office/drawing/2014/main" id="{07AD4B5F-0DE4-AED8-8066-7D17CEAA50DE}"/>
              </a:ext>
            </a:extLst>
          </p:cNvPr>
          <p:cNvSpPr>
            <a:spLocks noChangeArrowheads="1"/>
          </p:cNvSpPr>
          <p:nvPr/>
        </p:nvSpPr>
        <p:spPr bwMode="auto">
          <a:xfrm>
            <a:off x="1828800" y="281940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tx2"/>
              </a:buClr>
              <a:buSzPct val="75000"/>
              <a:buFont typeface="Monotype Sorts"/>
              <a:buChar char="F"/>
              <a:tabLst>
                <a:tab pos="4343400" algn="l"/>
                <a:tab pos="5029200" algn="l"/>
              </a:tabLst>
              <a:defRPr sz="3200">
                <a:solidFill>
                  <a:schemeClr val="tx1"/>
                </a:solidFill>
                <a:latin typeface="Times New Roman" panose="02020603050405020304" pitchFamily="18" charset="0"/>
              </a:defRPr>
            </a:lvl1pPr>
            <a:lvl2pPr marL="742950" indent="-285750">
              <a:spcBef>
                <a:spcPct val="20000"/>
              </a:spcBef>
              <a:buClr>
                <a:schemeClr val="tx1"/>
              </a:buClr>
              <a:buChar char="–"/>
              <a:tabLst>
                <a:tab pos="4343400" algn="l"/>
                <a:tab pos="5029200" algn="l"/>
              </a:tabLst>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tabLst>
                <a:tab pos="4343400" algn="l"/>
                <a:tab pos="5029200" algn="l"/>
              </a:tabLst>
              <a:defRPr sz="2400">
                <a:solidFill>
                  <a:schemeClr val="tx1"/>
                </a:solidFill>
                <a:latin typeface="Times New Roman" panose="02020603050405020304" pitchFamily="18" charset="0"/>
              </a:defRPr>
            </a:lvl3pPr>
            <a:lvl4pPr marL="1600200" indent="-228600">
              <a:spcBef>
                <a:spcPct val="20000"/>
              </a:spcBef>
              <a:buClr>
                <a:schemeClr val="tx1"/>
              </a:buClr>
              <a:buChar char="–"/>
              <a:tabLst>
                <a:tab pos="4343400" algn="l"/>
                <a:tab pos="5029200" algn="l"/>
              </a:tabLst>
              <a:defRPr sz="2000">
                <a:solidFill>
                  <a:schemeClr val="tx1"/>
                </a:solidFill>
                <a:latin typeface="Times New Roman" panose="02020603050405020304" pitchFamily="18" charset="0"/>
              </a:defRPr>
            </a:lvl4pPr>
            <a:lvl5pPr marL="2057400" indent="-228600">
              <a:spcBef>
                <a:spcPct val="20000"/>
              </a:spcBef>
              <a:buClr>
                <a:schemeClr val="tx2"/>
              </a:buClr>
              <a:buChar char="•"/>
              <a:tabLst>
                <a:tab pos="4343400" algn="l"/>
                <a:tab pos="50292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solidFill>
                  <a:schemeClr val="tx2"/>
                </a:solidFill>
                <a:latin typeface="Arial" panose="020B0604020202020204" pitchFamily="34" charset="0"/>
                <a:cs typeface="Courier New" panose="02070309020205020404" pitchFamily="49" charset="0"/>
              </a:rPr>
              <a:t>488</a:t>
            </a:r>
            <a:endParaRPr lang="en-US" altLang="en-US" sz="1200"/>
          </a:p>
        </p:txBody>
      </p:sp>
      <p:sp>
        <p:nvSpPr>
          <p:cNvPr id="35875" name="Rectangle 43">
            <a:extLst>
              <a:ext uri="{FF2B5EF4-FFF2-40B4-BE49-F238E27FC236}">
                <a16:creationId xmlns:a16="http://schemas.microsoft.com/office/drawing/2014/main" id="{6672D2CD-89C3-64E7-8E82-B0CB41E3D1E2}"/>
              </a:ext>
            </a:extLst>
          </p:cNvPr>
          <p:cNvSpPr>
            <a:spLocks noChangeArrowheads="1"/>
          </p:cNvSpPr>
          <p:nvPr/>
        </p:nvSpPr>
        <p:spPr bwMode="auto">
          <a:xfrm>
            <a:off x="3200400" y="281940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tx2"/>
              </a:buClr>
              <a:buSzPct val="75000"/>
              <a:buFont typeface="Monotype Sorts"/>
              <a:buChar char="F"/>
              <a:tabLst>
                <a:tab pos="4343400" algn="l"/>
                <a:tab pos="5029200" algn="l"/>
              </a:tabLst>
              <a:defRPr sz="3200">
                <a:solidFill>
                  <a:schemeClr val="tx1"/>
                </a:solidFill>
                <a:latin typeface="Times New Roman" panose="02020603050405020304" pitchFamily="18" charset="0"/>
              </a:defRPr>
            </a:lvl1pPr>
            <a:lvl2pPr marL="742950" indent="-285750">
              <a:spcBef>
                <a:spcPct val="20000"/>
              </a:spcBef>
              <a:buClr>
                <a:schemeClr val="tx1"/>
              </a:buClr>
              <a:buChar char="–"/>
              <a:tabLst>
                <a:tab pos="4343400" algn="l"/>
                <a:tab pos="5029200" algn="l"/>
              </a:tabLst>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tabLst>
                <a:tab pos="4343400" algn="l"/>
                <a:tab pos="5029200" algn="l"/>
              </a:tabLst>
              <a:defRPr sz="2400">
                <a:solidFill>
                  <a:schemeClr val="tx1"/>
                </a:solidFill>
                <a:latin typeface="Times New Roman" panose="02020603050405020304" pitchFamily="18" charset="0"/>
              </a:defRPr>
            </a:lvl3pPr>
            <a:lvl4pPr marL="1600200" indent="-228600">
              <a:spcBef>
                <a:spcPct val="20000"/>
              </a:spcBef>
              <a:buClr>
                <a:schemeClr val="tx1"/>
              </a:buClr>
              <a:buChar char="–"/>
              <a:tabLst>
                <a:tab pos="4343400" algn="l"/>
                <a:tab pos="5029200" algn="l"/>
              </a:tabLst>
              <a:defRPr sz="2000">
                <a:solidFill>
                  <a:schemeClr val="tx1"/>
                </a:solidFill>
                <a:latin typeface="Times New Roman" panose="02020603050405020304" pitchFamily="18" charset="0"/>
              </a:defRPr>
            </a:lvl4pPr>
            <a:lvl5pPr marL="2057400" indent="-228600">
              <a:spcBef>
                <a:spcPct val="20000"/>
              </a:spcBef>
              <a:buClr>
                <a:schemeClr val="tx2"/>
              </a:buClr>
              <a:buChar char="•"/>
              <a:tabLst>
                <a:tab pos="4343400" algn="l"/>
                <a:tab pos="50292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solidFill>
                  <a:schemeClr val="tx2"/>
                </a:solidFill>
                <a:latin typeface="Arial" panose="020B0604020202020204" pitchFamily="34" charset="0"/>
                <a:cs typeface="Courier New" panose="02070309020205020404" pitchFamily="49" charset="0"/>
              </a:rPr>
              <a:t>240</a:t>
            </a:r>
            <a:endParaRPr lang="en-US" altLang="en-US" sz="1200"/>
          </a:p>
        </p:txBody>
      </p:sp>
      <p:sp>
        <p:nvSpPr>
          <p:cNvPr id="35876" name="Rectangle 44">
            <a:extLst>
              <a:ext uri="{FF2B5EF4-FFF2-40B4-BE49-F238E27FC236}">
                <a16:creationId xmlns:a16="http://schemas.microsoft.com/office/drawing/2014/main" id="{9179C0ED-854E-C6D2-47A6-D8BCF3B3BB69}"/>
              </a:ext>
            </a:extLst>
          </p:cNvPr>
          <p:cNvSpPr>
            <a:spLocks noChangeArrowheads="1"/>
          </p:cNvSpPr>
          <p:nvPr/>
        </p:nvSpPr>
        <p:spPr bwMode="auto">
          <a:xfrm>
            <a:off x="4419600" y="281940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tx2"/>
              </a:buClr>
              <a:buSzPct val="75000"/>
              <a:buFont typeface="Monotype Sorts"/>
              <a:buChar char="F"/>
              <a:tabLst>
                <a:tab pos="4343400" algn="l"/>
                <a:tab pos="5029200" algn="l"/>
              </a:tabLst>
              <a:defRPr sz="3200">
                <a:solidFill>
                  <a:schemeClr val="tx1"/>
                </a:solidFill>
                <a:latin typeface="Times New Roman" panose="02020603050405020304" pitchFamily="18" charset="0"/>
              </a:defRPr>
            </a:lvl1pPr>
            <a:lvl2pPr marL="742950" indent="-285750">
              <a:spcBef>
                <a:spcPct val="20000"/>
              </a:spcBef>
              <a:buClr>
                <a:schemeClr val="tx1"/>
              </a:buClr>
              <a:buChar char="–"/>
              <a:tabLst>
                <a:tab pos="4343400" algn="l"/>
                <a:tab pos="5029200" algn="l"/>
              </a:tabLst>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tabLst>
                <a:tab pos="4343400" algn="l"/>
                <a:tab pos="5029200" algn="l"/>
              </a:tabLst>
              <a:defRPr sz="2400">
                <a:solidFill>
                  <a:schemeClr val="tx1"/>
                </a:solidFill>
                <a:latin typeface="Times New Roman" panose="02020603050405020304" pitchFamily="18" charset="0"/>
              </a:defRPr>
            </a:lvl3pPr>
            <a:lvl4pPr marL="1600200" indent="-228600">
              <a:spcBef>
                <a:spcPct val="20000"/>
              </a:spcBef>
              <a:buClr>
                <a:schemeClr val="tx1"/>
              </a:buClr>
              <a:buChar char="–"/>
              <a:tabLst>
                <a:tab pos="4343400" algn="l"/>
                <a:tab pos="5029200" algn="l"/>
              </a:tabLst>
              <a:defRPr sz="2000">
                <a:solidFill>
                  <a:schemeClr val="tx1"/>
                </a:solidFill>
                <a:latin typeface="Times New Roman" panose="02020603050405020304" pitchFamily="18" charset="0"/>
              </a:defRPr>
            </a:lvl4pPr>
            <a:lvl5pPr marL="2057400" indent="-228600">
              <a:spcBef>
                <a:spcPct val="20000"/>
              </a:spcBef>
              <a:buClr>
                <a:schemeClr val="tx2"/>
              </a:buClr>
              <a:buChar char="•"/>
              <a:tabLst>
                <a:tab pos="4343400" algn="l"/>
                <a:tab pos="50292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solidFill>
                  <a:schemeClr val="tx2"/>
                </a:solidFill>
                <a:latin typeface="Arial" panose="020B0604020202020204" pitchFamily="34" charset="0"/>
                <a:cs typeface="Courier New" panose="02070309020205020404" pitchFamily="49" charset="0"/>
              </a:rPr>
              <a:t>30</a:t>
            </a:r>
            <a:endParaRPr lang="en-US" altLang="en-US" sz="1200"/>
          </a:p>
        </p:txBody>
      </p:sp>
      <p:sp>
        <p:nvSpPr>
          <p:cNvPr id="35877" name="Rectangle 45">
            <a:extLst>
              <a:ext uri="{FF2B5EF4-FFF2-40B4-BE49-F238E27FC236}">
                <a16:creationId xmlns:a16="http://schemas.microsoft.com/office/drawing/2014/main" id="{BACF7BFB-B31F-0996-4EB9-35222AB8B161}"/>
              </a:ext>
            </a:extLst>
          </p:cNvPr>
          <p:cNvSpPr>
            <a:spLocks noChangeArrowheads="1"/>
          </p:cNvSpPr>
          <p:nvPr/>
        </p:nvSpPr>
        <p:spPr bwMode="auto">
          <a:xfrm>
            <a:off x="5715000" y="281940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tx2"/>
              </a:buClr>
              <a:buSzPct val="75000"/>
              <a:buFont typeface="Monotype Sorts"/>
              <a:buChar char="F"/>
              <a:tabLst>
                <a:tab pos="4343400" algn="l"/>
                <a:tab pos="5029200" algn="l"/>
              </a:tabLst>
              <a:defRPr sz="3200">
                <a:solidFill>
                  <a:schemeClr val="tx1"/>
                </a:solidFill>
                <a:latin typeface="Times New Roman" panose="02020603050405020304" pitchFamily="18" charset="0"/>
              </a:defRPr>
            </a:lvl1pPr>
            <a:lvl2pPr marL="742950" indent="-285750">
              <a:spcBef>
                <a:spcPct val="20000"/>
              </a:spcBef>
              <a:buClr>
                <a:schemeClr val="tx1"/>
              </a:buClr>
              <a:buChar char="–"/>
              <a:tabLst>
                <a:tab pos="4343400" algn="l"/>
                <a:tab pos="5029200" algn="l"/>
              </a:tabLst>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tabLst>
                <a:tab pos="4343400" algn="l"/>
                <a:tab pos="5029200" algn="l"/>
              </a:tabLst>
              <a:defRPr sz="2400">
                <a:solidFill>
                  <a:schemeClr val="tx1"/>
                </a:solidFill>
                <a:latin typeface="Times New Roman" panose="02020603050405020304" pitchFamily="18" charset="0"/>
              </a:defRPr>
            </a:lvl3pPr>
            <a:lvl4pPr marL="1600200" indent="-228600">
              <a:spcBef>
                <a:spcPct val="20000"/>
              </a:spcBef>
              <a:buClr>
                <a:schemeClr val="tx1"/>
              </a:buClr>
              <a:buChar char="–"/>
              <a:tabLst>
                <a:tab pos="4343400" algn="l"/>
                <a:tab pos="5029200" algn="l"/>
              </a:tabLst>
              <a:defRPr sz="2000">
                <a:solidFill>
                  <a:schemeClr val="tx1"/>
                </a:solidFill>
                <a:latin typeface="Times New Roman" panose="02020603050405020304" pitchFamily="18" charset="0"/>
              </a:defRPr>
            </a:lvl4pPr>
            <a:lvl5pPr marL="2057400" indent="-228600">
              <a:spcBef>
                <a:spcPct val="20000"/>
              </a:spcBef>
              <a:buClr>
                <a:schemeClr val="tx2"/>
              </a:buClr>
              <a:buChar char="•"/>
              <a:tabLst>
                <a:tab pos="4343400" algn="l"/>
                <a:tab pos="50292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solidFill>
                  <a:schemeClr val="tx2"/>
                </a:solidFill>
                <a:latin typeface="Arial" panose="020B0604020202020204" pitchFamily="34" charset="0"/>
                <a:cs typeface="Courier New" panose="02070309020205020404" pitchFamily="49" charset="0"/>
              </a:rPr>
              <a:t>47</a:t>
            </a:r>
            <a:endParaRPr lang="en-US" altLang="en-US" sz="1200"/>
          </a:p>
        </p:txBody>
      </p:sp>
      <p:sp>
        <p:nvSpPr>
          <p:cNvPr id="35878" name="Rectangle 46">
            <a:extLst>
              <a:ext uri="{FF2B5EF4-FFF2-40B4-BE49-F238E27FC236}">
                <a16:creationId xmlns:a16="http://schemas.microsoft.com/office/drawing/2014/main" id="{A88B8599-CE71-ABCE-69E9-E17BB867BA18}"/>
              </a:ext>
            </a:extLst>
          </p:cNvPr>
          <p:cNvSpPr>
            <a:spLocks noChangeArrowheads="1"/>
          </p:cNvSpPr>
          <p:nvPr/>
        </p:nvSpPr>
        <p:spPr bwMode="auto">
          <a:xfrm>
            <a:off x="7086600" y="281940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tx2"/>
              </a:buClr>
              <a:buSzPct val="75000"/>
              <a:buFont typeface="Monotype Sorts"/>
              <a:buChar char="F"/>
              <a:tabLst>
                <a:tab pos="4343400" algn="l"/>
                <a:tab pos="5029200" algn="l"/>
              </a:tabLst>
              <a:defRPr sz="3200">
                <a:solidFill>
                  <a:schemeClr val="tx1"/>
                </a:solidFill>
                <a:latin typeface="Times New Roman" panose="02020603050405020304" pitchFamily="18" charset="0"/>
              </a:defRPr>
            </a:lvl1pPr>
            <a:lvl2pPr marL="742950" indent="-285750">
              <a:spcBef>
                <a:spcPct val="20000"/>
              </a:spcBef>
              <a:buClr>
                <a:schemeClr val="tx1"/>
              </a:buClr>
              <a:buChar char="–"/>
              <a:tabLst>
                <a:tab pos="4343400" algn="l"/>
                <a:tab pos="5029200" algn="l"/>
              </a:tabLst>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tabLst>
                <a:tab pos="4343400" algn="l"/>
                <a:tab pos="5029200" algn="l"/>
              </a:tabLst>
              <a:defRPr sz="2400">
                <a:solidFill>
                  <a:schemeClr val="tx1"/>
                </a:solidFill>
                <a:latin typeface="Times New Roman" panose="02020603050405020304" pitchFamily="18" charset="0"/>
              </a:defRPr>
            </a:lvl3pPr>
            <a:lvl4pPr marL="1600200" indent="-228600">
              <a:spcBef>
                <a:spcPct val="20000"/>
              </a:spcBef>
              <a:buClr>
                <a:schemeClr val="tx1"/>
              </a:buClr>
              <a:buChar char="–"/>
              <a:tabLst>
                <a:tab pos="4343400" algn="l"/>
                <a:tab pos="5029200" algn="l"/>
              </a:tabLst>
              <a:defRPr sz="2000">
                <a:solidFill>
                  <a:schemeClr val="tx1"/>
                </a:solidFill>
                <a:latin typeface="Times New Roman" panose="02020603050405020304" pitchFamily="18" charset="0"/>
              </a:defRPr>
            </a:lvl4pPr>
            <a:lvl5pPr marL="2057400" indent="-228600">
              <a:spcBef>
                <a:spcPct val="20000"/>
              </a:spcBef>
              <a:buClr>
                <a:schemeClr val="tx2"/>
              </a:buClr>
              <a:buChar char="•"/>
              <a:tabLst>
                <a:tab pos="4343400" algn="l"/>
                <a:tab pos="50292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solidFill>
                  <a:schemeClr val="tx2"/>
                </a:solidFill>
                <a:latin typeface="Arial" panose="020B0604020202020204" pitchFamily="34" charset="0"/>
                <a:cs typeface="Courier New" panose="02070309020205020404" pitchFamily="49" charset="0"/>
              </a:rPr>
              <a:t>51</a:t>
            </a:r>
            <a:endParaRPr lang="en-US" altLang="en-US" sz="1200"/>
          </a:p>
        </p:txBody>
      </p:sp>
      <p:sp>
        <p:nvSpPr>
          <p:cNvPr id="35879" name="Rectangle 47">
            <a:extLst>
              <a:ext uri="{FF2B5EF4-FFF2-40B4-BE49-F238E27FC236}">
                <a16:creationId xmlns:a16="http://schemas.microsoft.com/office/drawing/2014/main" id="{D6895D9A-C8A3-7044-2F86-90D3FC822AB0}"/>
              </a:ext>
            </a:extLst>
          </p:cNvPr>
          <p:cNvSpPr>
            <a:spLocks noChangeArrowheads="1"/>
          </p:cNvSpPr>
          <p:nvPr/>
        </p:nvSpPr>
        <p:spPr bwMode="auto">
          <a:xfrm>
            <a:off x="5029200" y="525780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tx2"/>
              </a:buClr>
              <a:buSzPct val="75000"/>
              <a:buFont typeface="Monotype Sorts"/>
              <a:buChar char="F"/>
              <a:tabLst>
                <a:tab pos="4343400" algn="l"/>
                <a:tab pos="5029200" algn="l"/>
              </a:tabLst>
              <a:defRPr sz="3200">
                <a:solidFill>
                  <a:schemeClr val="tx1"/>
                </a:solidFill>
                <a:latin typeface="Times New Roman" panose="02020603050405020304" pitchFamily="18" charset="0"/>
              </a:defRPr>
            </a:lvl1pPr>
            <a:lvl2pPr marL="742950" indent="-285750">
              <a:spcBef>
                <a:spcPct val="20000"/>
              </a:spcBef>
              <a:buClr>
                <a:schemeClr val="tx1"/>
              </a:buClr>
              <a:buChar char="–"/>
              <a:tabLst>
                <a:tab pos="4343400" algn="l"/>
                <a:tab pos="5029200" algn="l"/>
              </a:tabLst>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tabLst>
                <a:tab pos="4343400" algn="l"/>
                <a:tab pos="5029200" algn="l"/>
              </a:tabLst>
              <a:defRPr sz="2400">
                <a:solidFill>
                  <a:schemeClr val="tx1"/>
                </a:solidFill>
                <a:latin typeface="Times New Roman" panose="02020603050405020304" pitchFamily="18" charset="0"/>
              </a:defRPr>
            </a:lvl3pPr>
            <a:lvl4pPr marL="1600200" indent="-228600">
              <a:spcBef>
                <a:spcPct val="20000"/>
              </a:spcBef>
              <a:buClr>
                <a:schemeClr val="tx1"/>
              </a:buClr>
              <a:buChar char="–"/>
              <a:tabLst>
                <a:tab pos="4343400" algn="l"/>
                <a:tab pos="5029200" algn="l"/>
              </a:tabLst>
              <a:defRPr sz="2000">
                <a:solidFill>
                  <a:schemeClr val="tx1"/>
                </a:solidFill>
                <a:latin typeface="Times New Roman" panose="02020603050405020304" pitchFamily="18" charset="0"/>
              </a:defRPr>
            </a:lvl4pPr>
            <a:lvl5pPr marL="2057400" indent="-228600">
              <a:spcBef>
                <a:spcPct val="20000"/>
              </a:spcBef>
              <a:buClr>
                <a:schemeClr val="tx2"/>
              </a:buClr>
              <a:buChar char="•"/>
              <a:tabLst>
                <a:tab pos="4343400" algn="l"/>
                <a:tab pos="50292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tabLst>
                <a:tab pos="4343400" algn="l"/>
                <a:tab pos="5029200" algn="l"/>
              </a:tabLst>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solidFill>
                  <a:schemeClr val="tx2"/>
                </a:solidFill>
                <a:latin typeface="Arial" panose="020B0604020202020204" pitchFamily="34" charset="0"/>
                <a:cs typeface="Courier New" panose="02070309020205020404" pitchFamily="49" charset="0"/>
              </a:rPr>
              <a:t>56</a:t>
            </a:r>
            <a:endParaRPr lang="en-US" altLang="en-US" sz="1200"/>
          </a:p>
        </p:txBody>
      </p:sp>
      <p:sp>
        <p:nvSpPr>
          <p:cNvPr id="35880" name="Line 48">
            <a:extLst>
              <a:ext uri="{FF2B5EF4-FFF2-40B4-BE49-F238E27FC236}">
                <a16:creationId xmlns:a16="http://schemas.microsoft.com/office/drawing/2014/main" id="{DB0E98F2-5E59-B277-CF83-8D842AD73AB1}"/>
              </a:ext>
            </a:extLst>
          </p:cNvPr>
          <p:cNvSpPr>
            <a:spLocks noChangeShapeType="1"/>
          </p:cNvSpPr>
          <p:nvPr/>
        </p:nvSpPr>
        <p:spPr bwMode="auto">
          <a:xfrm flipH="1">
            <a:off x="6400800" y="2209800"/>
            <a:ext cx="152400" cy="76200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en-US"/>
          </a:p>
        </p:txBody>
      </p:sp>
      <p:sp>
        <p:nvSpPr>
          <p:cNvPr id="35881" name="Line 49">
            <a:extLst>
              <a:ext uri="{FF2B5EF4-FFF2-40B4-BE49-F238E27FC236}">
                <a16:creationId xmlns:a16="http://schemas.microsoft.com/office/drawing/2014/main" id="{776B8AFB-6B7C-BB87-7572-189D5DC301FB}"/>
              </a:ext>
            </a:extLst>
          </p:cNvPr>
          <p:cNvSpPr>
            <a:spLocks noChangeShapeType="1"/>
          </p:cNvSpPr>
          <p:nvPr/>
        </p:nvSpPr>
        <p:spPr bwMode="auto">
          <a:xfrm flipH="1">
            <a:off x="2590800" y="2209800"/>
            <a:ext cx="3657600" cy="91440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4">
            <a:extLst>
              <a:ext uri="{FF2B5EF4-FFF2-40B4-BE49-F238E27FC236}">
                <a16:creationId xmlns:a16="http://schemas.microsoft.com/office/drawing/2014/main" id="{691BB3A5-18F5-DCD4-FB9D-0BA90EA01938}"/>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C7DA433-BA20-447F-B34D-BD70DA3F9D23}" type="slidenum">
              <a:rPr lang="en-US" altLang="en-US" sz="1400"/>
              <a:pPr>
                <a:spcBef>
                  <a:spcPct val="0"/>
                </a:spcBef>
                <a:buClrTx/>
                <a:buSzTx/>
                <a:buFontTx/>
                <a:buNone/>
              </a:pPr>
              <a:t>34</a:t>
            </a:fld>
            <a:endParaRPr lang="en-US" altLang="en-US" sz="1400"/>
          </a:p>
        </p:txBody>
      </p:sp>
      <p:sp>
        <p:nvSpPr>
          <p:cNvPr id="36867" name="Rectangle 2">
            <a:extLst>
              <a:ext uri="{FF2B5EF4-FFF2-40B4-BE49-F238E27FC236}">
                <a16:creationId xmlns:a16="http://schemas.microsoft.com/office/drawing/2014/main" id="{A2492323-C2E0-8F17-6054-56DEA3FB954A}"/>
              </a:ext>
            </a:extLst>
          </p:cNvPr>
          <p:cNvSpPr>
            <a:spLocks noGrp="1" noChangeArrowheads="1"/>
          </p:cNvSpPr>
          <p:nvPr>
            <p:ph type="title"/>
          </p:nvPr>
        </p:nvSpPr>
        <p:spPr>
          <a:xfrm>
            <a:off x="685800" y="228600"/>
            <a:ext cx="7772400" cy="552450"/>
          </a:xfrm>
        </p:spPr>
        <p:txBody>
          <a:bodyPr/>
          <a:lstStyle/>
          <a:p>
            <a:r>
              <a:rPr lang="en-US" altLang="en-US"/>
              <a:t>NineTailModel </a:t>
            </a:r>
          </a:p>
        </p:txBody>
      </p:sp>
      <p:sp>
        <p:nvSpPr>
          <p:cNvPr id="36868" name="Rectangle 4">
            <a:extLst>
              <a:ext uri="{FF2B5EF4-FFF2-40B4-BE49-F238E27FC236}">
                <a16:creationId xmlns:a16="http://schemas.microsoft.com/office/drawing/2014/main" id="{E73AF5B6-49B0-7713-BE0E-4E2791E718B3}"/>
              </a:ext>
            </a:extLst>
          </p:cNvPr>
          <p:cNvSpPr>
            <a:spLocks noChangeArrowheads="1"/>
          </p:cNvSpPr>
          <p:nvPr/>
        </p:nvSpPr>
        <p:spPr bwMode="auto">
          <a:xfrm>
            <a:off x="0" y="3116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869" name="Rectangle 6">
            <a:extLst>
              <a:ext uri="{FF2B5EF4-FFF2-40B4-BE49-F238E27FC236}">
                <a16:creationId xmlns:a16="http://schemas.microsoft.com/office/drawing/2014/main" id="{9BEBE016-CF74-06A1-E0A3-E2100056F190}"/>
              </a:ext>
            </a:extLst>
          </p:cNvPr>
          <p:cNvSpPr>
            <a:spLocks noChangeArrowheads="1"/>
          </p:cNvSpPr>
          <p:nvPr/>
        </p:nvSpPr>
        <p:spPr bwMode="auto">
          <a:xfrm>
            <a:off x="0" y="3116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870" name="Rectangle 8">
            <a:extLst>
              <a:ext uri="{FF2B5EF4-FFF2-40B4-BE49-F238E27FC236}">
                <a16:creationId xmlns:a16="http://schemas.microsoft.com/office/drawing/2014/main" id="{50F0F2B2-5991-A4EE-30DD-9276D83F5349}"/>
              </a:ext>
            </a:extLst>
          </p:cNvPr>
          <p:cNvSpPr>
            <a:spLocks noChangeArrowheads="1"/>
          </p:cNvSpPr>
          <p:nvPr/>
        </p:nvSpPr>
        <p:spPr bwMode="auto">
          <a:xfrm>
            <a:off x="0" y="3116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871" name="Rectangle 12">
            <a:extLst>
              <a:ext uri="{FF2B5EF4-FFF2-40B4-BE49-F238E27FC236}">
                <a16:creationId xmlns:a16="http://schemas.microsoft.com/office/drawing/2014/main" id="{81A92587-0CA9-9A8E-43AD-6BAC7F83C539}"/>
              </a:ext>
            </a:extLst>
          </p:cNvPr>
          <p:cNvSpPr>
            <a:spLocks noChangeArrowheads="1"/>
          </p:cNvSpPr>
          <p:nvPr/>
        </p:nvSpPr>
        <p:spPr bwMode="auto">
          <a:xfrm>
            <a:off x="0" y="21113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872" name="Rectangle 13">
            <a:extLst>
              <a:ext uri="{FF2B5EF4-FFF2-40B4-BE49-F238E27FC236}">
                <a16:creationId xmlns:a16="http://schemas.microsoft.com/office/drawing/2014/main" id="{9D69F87C-7D43-FC87-BBF7-CDA255EE3DA3}"/>
              </a:ext>
            </a:extLst>
          </p:cNvPr>
          <p:cNvSpPr>
            <a:spLocks noChangeArrowheads="1"/>
          </p:cNvSpPr>
          <p:nvPr/>
        </p:nvSpPr>
        <p:spPr bwMode="auto">
          <a:xfrm>
            <a:off x="0" y="4473575"/>
            <a:ext cx="292735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tabLst>
                <a:tab pos="2286000" algn="l"/>
                <a:tab pos="2743200" algn="l"/>
                <a:tab pos="3200400" algn="l"/>
                <a:tab pos="3657600" algn="l"/>
                <a:tab pos="4114800" algn="l"/>
                <a:tab pos="4572000" algn="l"/>
                <a:tab pos="5029200" algn="l"/>
              </a:tabLst>
              <a:defRPr sz="3200">
                <a:solidFill>
                  <a:schemeClr val="tx1"/>
                </a:solidFill>
                <a:latin typeface="Times New Roman" panose="02020603050405020304" pitchFamily="18" charset="0"/>
              </a:defRPr>
            </a:lvl1pPr>
            <a:lvl2pPr marL="742950" indent="-285750">
              <a:spcBef>
                <a:spcPct val="20000"/>
              </a:spcBef>
              <a:buClr>
                <a:schemeClr val="tx1"/>
              </a:buClr>
              <a:buChar char="–"/>
              <a:tabLst>
                <a:tab pos="2286000" algn="l"/>
                <a:tab pos="2743200" algn="l"/>
                <a:tab pos="3200400" algn="l"/>
                <a:tab pos="3657600" algn="l"/>
                <a:tab pos="4114800" algn="l"/>
                <a:tab pos="4572000" algn="l"/>
                <a:tab pos="5029200" algn="l"/>
              </a:tabLst>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tabLst>
                <a:tab pos="2286000" algn="l"/>
                <a:tab pos="2743200" algn="l"/>
                <a:tab pos="3200400" algn="l"/>
                <a:tab pos="3657600" algn="l"/>
                <a:tab pos="4114800" algn="l"/>
                <a:tab pos="4572000" algn="l"/>
                <a:tab pos="5029200" algn="l"/>
              </a:tabLst>
              <a:defRPr sz="2400">
                <a:solidFill>
                  <a:schemeClr val="tx1"/>
                </a:solidFill>
                <a:latin typeface="Times New Roman" panose="02020603050405020304" pitchFamily="18" charset="0"/>
              </a:defRPr>
            </a:lvl3pPr>
            <a:lvl4pPr marL="1600200" indent="-228600">
              <a:spcBef>
                <a:spcPct val="20000"/>
              </a:spcBef>
              <a:buClr>
                <a:schemeClr val="tx1"/>
              </a:buClr>
              <a:buChar char="–"/>
              <a:tabLst>
                <a:tab pos="2286000" algn="l"/>
                <a:tab pos="2743200" algn="l"/>
                <a:tab pos="3200400" algn="l"/>
                <a:tab pos="3657600" algn="l"/>
                <a:tab pos="4114800" algn="l"/>
                <a:tab pos="4572000" algn="l"/>
                <a:tab pos="5029200" algn="l"/>
              </a:tabLst>
              <a:defRPr sz="2000">
                <a:solidFill>
                  <a:schemeClr val="tx1"/>
                </a:solidFill>
                <a:latin typeface="Times New Roman" panose="02020603050405020304" pitchFamily="18" charset="0"/>
              </a:defRPr>
            </a:lvl4pPr>
            <a:lvl5pPr marL="2057400" indent="-228600">
              <a:spcBef>
                <a:spcPct val="20000"/>
              </a:spcBef>
              <a:buClr>
                <a:schemeClr val="tx2"/>
              </a:buClr>
              <a:buChar char="•"/>
              <a:tabLst>
                <a:tab pos="2286000" algn="l"/>
                <a:tab pos="2743200" algn="l"/>
                <a:tab pos="3200400" algn="l"/>
                <a:tab pos="3657600" algn="l"/>
                <a:tab pos="4114800" algn="l"/>
                <a:tab pos="4572000" algn="l"/>
                <a:tab pos="50292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tabLst>
                <a:tab pos="2286000" algn="l"/>
                <a:tab pos="2743200" algn="l"/>
                <a:tab pos="3200400" algn="l"/>
                <a:tab pos="3657600" algn="l"/>
                <a:tab pos="4114800" algn="l"/>
                <a:tab pos="4572000" algn="l"/>
                <a:tab pos="50292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tabLst>
                <a:tab pos="2286000" algn="l"/>
                <a:tab pos="2743200" algn="l"/>
                <a:tab pos="3200400" algn="l"/>
                <a:tab pos="3657600" algn="l"/>
                <a:tab pos="4114800" algn="l"/>
                <a:tab pos="4572000" algn="l"/>
                <a:tab pos="50292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tabLst>
                <a:tab pos="2286000" algn="l"/>
                <a:tab pos="2743200" algn="l"/>
                <a:tab pos="3200400" algn="l"/>
                <a:tab pos="3657600" algn="l"/>
                <a:tab pos="4114800" algn="l"/>
                <a:tab pos="4572000" algn="l"/>
                <a:tab pos="50292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tabLst>
                <a:tab pos="2286000" algn="l"/>
                <a:tab pos="2743200" algn="l"/>
                <a:tab pos="3200400" algn="l"/>
                <a:tab pos="3657600" algn="l"/>
                <a:tab pos="4114800" algn="l"/>
                <a:tab pos="4572000" algn="l"/>
                <a:tab pos="5029200" algn="l"/>
              </a:tabLst>
              <a:defRPr sz="2000">
                <a:solidFill>
                  <a:schemeClr val="tx1"/>
                </a:solidFill>
                <a:latin typeface="Times New Roman" panose="02020603050405020304" pitchFamily="18" charset="0"/>
              </a:defRPr>
            </a:lvl9pPr>
          </a:lstStyle>
          <a:p>
            <a:pPr>
              <a:spcBef>
                <a:spcPct val="0"/>
              </a:spcBef>
              <a:buClrTx/>
              <a:buSzTx/>
              <a:buFontTx/>
              <a:buNone/>
            </a:pPr>
            <a:r>
              <a:rPr lang="en-US" altLang="en-US" sz="1200" b="1" i="1">
                <a:solidFill>
                  <a:srgbClr val="0000FF"/>
                </a:solidFill>
                <a:latin typeface="Courier New" panose="02070309020205020404" pitchFamily="49" charset="0"/>
                <a:ea typeface="Times New Roman" panose="02020603050405020304" pitchFamily="18" charset="0"/>
                <a:cs typeface="Courier New" panose="02070309020205020404" pitchFamily="49" charset="0"/>
              </a:rPr>
              <a:t>		</a:t>
            </a:r>
            <a:endParaRPr lang="en-US" altLang="en-US" sz="2400">
              <a:ea typeface="Times New Roman" panose="02020603050405020304" pitchFamily="18" charset="0"/>
              <a:cs typeface="Courier New" panose="02070309020205020404" pitchFamily="49" charset="0"/>
            </a:endParaRPr>
          </a:p>
        </p:txBody>
      </p:sp>
      <p:sp>
        <p:nvSpPr>
          <p:cNvPr id="36873" name="AutoShape 14">
            <a:hlinkClick r:id="rId2" action="ppaction://program" highlightClick="1"/>
            <a:extLst>
              <a:ext uri="{FF2B5EF4-FFF2-40B4-BE49-F238E27FC236}">
                <a16:creationId xmlns:a16="http://schemas.microsoft.com/office/drawing/2014/main" id="{8658A9E6-164F-94AE-F160-B79C88B06667}"/>
              </a:ext>
            </a:extLst>
          </p:cNvPr>
          <p:cNvSpPr>
            <a:spLocks noChangeArrowheads="1"/>
          </p:cNvSpPr>
          <p:nvPr/>
        </p:nvSpPr>
        <p:spPr bwMode="auto">
          <a:xfrm>
            <a:off x="6934200" y="5867400"/>
            <a:ext cx="1371600" cy="5334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solidFill>
                  <a:schemeClr val="accent4"/>
                </a:solidFill>
              </a:rPr>
              <a:t>NineTail</a:t>
            </a:r>
          </a:p>
        </p:txBody>
      </p:sp>
      <p:sp>
        <p:nvSpPr>
          <p:cNvPr id="522255" name="AutoShape 15">
            <a:hlinkClick r:id="" action="ppaction://noaction" highlightClick="1"/>
            <a:extLst>
              <a:ext uri="{FF2B5EF4-FFF2-40B4-BE49-F238E27FC236}">
                <a16:creationId xmlns:a16="http://schemas.microsoft.com/office/drawing/2014/main" id="{3FBA1AAA-4C6B-7F33-3104-B852CE9F2427}"/>
              </a:ext>
            </a:extLst>
          </p:cNvPr>
          <p:cNvSpPr>
            <a:spLocks noChangeArrowheads="1"/>
          </p:cNvSpPr>
          <p:nvPr/>
        </p:nvSpPr>
        <p:spPr bwMode="auto">
          <a:xfrm>
            <a:off x="1295400" y="5867400"/>
            <a:ext cx="259080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a:solidFill>
                  <a:schemeClr val="accent4"/>
                </a:solidFill>
                <a:latin typeface="Book Antiqua" pitchFamily="18" charset="0"/>
                <a:hlinkClick r:id="rId3" action="ppaction://program">
                  <a:extLst>
                    <a:ext uri="{A12FA001-AC4F-418D-AE19-62706E023703}">
                      <ahyp:hlinkClr xmlns:ahyp="http://schemas.microsoft.com/office/drawing/2018/hyperlinkcolor" val="tx"/>
                    </a:ext>
                  </a:extLst>
                </a:hlinkClick>
              </a:rPr>
              <a:t>NineTailModel</a:t>
            </a:r>
            <a:endParaRPr lang="en-US">
              <a:solidFill>
                <a:schemeClr val="accent4"/>
              </a:solidFill>
            </a:endParaRPr>
          </a:p>
        </p:txBody>
      </p:sp>
      <p:sp>
        <p:nvSpPr>
          <p:cNvPr id="522257" name="AutoShape 17">
            <a:hlinkClick r:id="" action="ppaction://noaction" highlightClick="1"/>
            <a:extLst>
              <a:ext uri="{FF2B5EF4-FFF2-40B4-BE49-F238E27FC236}">
                <a16:creationId xmlns:a16="http://schemas.microsoft.com/office/drawing/2014/main" id="{BFC3B416-F16E-3F9F-C785-1830EDB30F8B}"/>
              </a:ext>
            </a:extLst>
          </p:cNvPr>
          <p:cNvSpPr>
            <a:spLocks noChangeArrowheads="1"/>
          </p:cNvSpPr>
          <p:nvPr/>
        </p:nvSpPr>
        <p:spPr bwMode="auto">
          <a:xfrm>
            <a:off x="4800600" y="5867400"/>
            <a:ext cx="152400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a:solidFill>
                  <a:schemeClr val="accent4"/>
                </a:solidFill>
                <a:latin typeface="Book Antiqua" pitchFamily="18" charset="0"/>
                <a:hlinkClick r:id="rId4" action="ppaction://program">
                  <a:extLst>
                    <a:ext uri="{A12FA001-AC4F-418D-AE19-62706E023703}">
                      <ahyp:hlinkClr xmlns:ahyp="http://schemas.microsoft.com/office/drawing/2018/hyperlinkcolor" val="tx"/>
                    </a:ext>
                  </a:extLst>
                </a:hlinkClick>
              </a:rPr>
              <a:t>NineTail</a:t>
            </a:r>
            <a:endParaRPr lang="en-US">
              <a:solidFill>
                <a:schemeClr val="accent4"/>
              </a:solidFill>
            </a:endParaRPr>
          </a:p>
        </p:txBody>
      </p:sp>
      <p:sp>
        <p:nvSpPr>
          <p:cNvPr id="36876" name="AutoShape 18">
            <a:hlinkClick r:id="rId5" highlightClick="1"/>
            <a:extLst>
              <a:ext uri="{FF2B5EF4-FFF2-40B4-BE49-F238E27FC236}">
                <a16:creationId xmlns:a16="http://schemas.microsoft.com/office/drawing/2014/main" id="{0B9B2B67-72D8-A912-3973-9B392460AA52}"/>
              </a:ext>
            </a:extLst>
          </p:cNvPr>
          <p:cNvSpPr>
            <a:spLocks noChangeArrowheads="1"/>
          </p:cNvSpPr>
          <p:nvPr/>
        </p:nvSpPr>
        <p:spPr bwMode="auto">
          <a:xfrm>
            <a:off x="762000" y="57912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solidFill>
                <a:schemeClr val="accent4"/>
              </a:solidFill>
            </a:endParaRPr>
          </a:p>
        </p:txBody>
      </p:sp>
      <p:sp>
        <p:nvSpPr>
          <p:cNvPr id="36877" name="AutoShape 19">
            <a:hlinkClick r:id="rId6" highlightClick="1"/>
            <a:extLst>
              <a:ext uri="{FF2B5EF4-FFF2-40B4-BE49-F238E27FC236}">
                <a16:creationId xmlns:a16="http://schemas.microsoft.com/office/drawing/2014/main" id="{AB0845C3-8F81-E936-E5DA-4617334BDBB0}"/>
              </a:ext>
            </a:extLst>
          </p:cNvPr>
          <p:cNvSpPr>
            <a:spLocks noChangeArrowheads="1"/>
          </p:cNvSpPr>
          <p:nvPr/>
        </p:nvSpPr>
        <p:spPr bwMode="auto">
          <a:xfrm>
            <a:off x="4191000" y="57912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solidFill>
                <a:schemeClr val="accent4"/>
              </a:solidFill>
            </a:endParaRPr>
          </a:p>
        </p:txBody>
      </p:sp>
      <p:pic>
        <p:nvPicPr>
          <p:cNvPr id="36878" name="Picture 16">
            <a:extLst>
              <a:ext uri="{FF2B5EF4-FFF2-40B4-BE49-F238E27FC236}">
                <a16:creationId xmlns:a16="http://schemas.microsoft.com/office/drawing/2014/main" id="{FCF7E385-20E6-AE27-FE35-B8C2F849CABA}"/>
              </a:ext>
              <a:ext uri="{C183D7F6-B498-43B3-948B-1728B52AA6E4}">
                <adec:decorative xmlns:adec="http://schemas.microsoft.com/office/drawing/2017/decorative" val="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675" y="1295400"/>
            <a:ext cx="9088438" cy="3881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theme/theme1.xml><?xml version="1.0" encoding="utf-8"?>
<a:theme xmlns:a="http://schemas.openxmlformats.org/drawingml/2006/main" name="International">
  <a:themeElements>
    <a:clrScheme name="International 3">
      <a:dk1>
        <a:srgbClr val="000000"/>
      </a:dk1>
      <a:lt1>
        <a:srgbClr val="FFFFFF"/>
      </a:lt1>
      <a:dk2>
        <a:srgbClr val="000000"/>
      </a:dk2>
      <a:lt2>
        <a:srgbClr val="5F5F5F"/>
      </a:lt2>
      <a:accent1>
        <a:srgbClr val="CBCBCB"/>
      </a:accent1>
      <a:accent2>
        <a:srgbClr val="969696"/>
      </a:accent2>
      <a:accent3>
        <a:srgbClr val="FFFFFF"/>
      </a:accent3>
      <a:accent4>
        <a:srgbClr val="000000"/>
      </a:accent4>
      <a:accent5>
        <a:srgbClr val="E2E2E2"/>
      </a:accent5>
      <a:accent6>
        <a:srgbClr val="878787"/>
      </a:accent6>
      <a:hlink>
        <a:srgbClr val="DDDDDD"/>
      </a:hlink>
      <a:folHlink>
        <a:srgbClr val="EAEAEA"/>
      </a:folHlink>
    </a:clrScheme>
    <a:fontScheme name="International">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International 1">
        <a:dk1>
          <a:srgbClr val="000000"/>
        </a:dk1>
        <a:lt1>
          <a:srgbClr val="FFFFFF"/>
        </a:lt1>
        <a:dk2>
          <a:srgbClr val="0000FF"/>
        </a:dk2>
        <a:lt2>
          <a:srgbClr val="FFFF99"/>
        </a:lt2>
        <a:accent1>
          <a:srgbClr val="009966"/>
        </a:accent1>
        <a:accent2>
          <a:srgbClr val="00CCCC"/>
        </a:accent2>
        <a:accent3>
          <a:srgbClr val="AAAAFF"/>
        </a:accent3>
        <a:accent4>
          <a:srgbClr val="DADADA"/>
        </a:accent4>
        <a:accent5>
          <a:srgbClr val="AACAB8"/>
        </a:accent5>
        <a:accent6>
          <a:srgbClr val="00B9B9"/>
        </a:accent6>
        <a:hlink>
          <a:srgbClr val="000080"/>
        </a:hlink>
        <a:folHlink>
          <a:srgbClr val="9999FF"/>
        </a:folHlink>
      </a:clrScheme>
      <a:clrMap bg1="dk2" tx1="lt1" bg2="dk1" tx2="lt2" accent1="accent1" accent2="accent2" accent3="accent3" accent4="accent4" accent5="accent5" accent6="accent6" hlink="hlink" folHlink="folHlink"/>
    </a:extraClrScheme>
    <a:extraClrScheme>
      <a:clrScheme name="International 2">
        <a:dk1>
          <a:srgbClr val="000000"/>
        </a:dk1>
        <a:lt1>
          <a:srgbClr val="FFFFFF"/>
        </a:lt1>
        <a:dk2>
          <a:srgbClr val="000080"/>
        </a:dk2>
        <a:lt2>
          <a:srgbClr val="003399"/>
        </a:lt2>
        <a:accent1>
          <a:srgbClr val="9999FF"/>
        </a:accent1>
        <a:accent2>
          <a:srgbClr val="FF99FF"/>
        </a:accent2>
        <a:accent3>
          <a:srgbClr val="FFFFFF"/>
        </a:accent3>
        <a:accent4>
          <a:srgbClr val="000000"/>
        </a:accent4>
        <a:accent5>
          <a:srgbClr val="CACAFF"/>
        </a:accent5>
        <a:accent6>
          <a:srgbClr val="E78AE7"/>
        </a:accent6>
        <a:hlink>
          <a:srgbClr val="85ADFF"/>
        </a:hlink>
        <a:folHlink>
          <a:srgbClr val="00CCCC"/>
        </a:folHlink>
      </a:clrScheme>
      <a:clrMap bg1="lt1" tx1="dk1" bg2="lt2" tx2="dk2" accent1="accent1" accent2="accent2" accent3="accent3" accent4="accent4" accent5="accent5" accent6="accent6" hlink="hlink" folHlink="folHlink"/>
    </a:extraClrScheme>
    <a:extraClrScheme>
      <a:clrScheme name="International 3">
        <a:dk1>
          <a:srgbClr val="000000"/>
        </a:dk1>
        <a:lt1>
          <a:srgbClr val="FFFFFF"/>
        </a:lt1>
        <a:dk2>
          <a:srgbClr val="000000"/>
        </a:dk2>
        <a:lt2>
          <a:srgbClr val="5F5F5F"/>
        </a:lt2>
        <a:accent1>
          <a:srgbClr val="CBCBCB"/>
        </a:accent1>
        <a:accent2>
          <a:srgbClr val="969696"/>
        </a:accent2>
        <a:accent3>
          <a:srgbClr val="FFFFFF"/>
        </a:accent3>
        <a:accent4>
          <a:srgbClr val="000000"/>
        </a:accent4>
        <a:accent5>
          <a:srgbClr val="E2E2E2"/>
        </a:accent5>
        <a:accent6>
          <a:srgbClr val="878787"/>
        </a:accent6>
        <a:hlink>
          <a:srgbClr val="DDDDDD"/>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C:\MSOffice\Templates\Presentation Designs\International.pot</Template>
  <TotalTime>48554</TotalTime>
  <Words>1795</Words>
  <Application>Microsoft Office PowerPoint</Application>
  <PresentationFormat>On-screen Show (4:3)</PresentationFormat>
  <Paragraphs>239</Paragraphs>
  <Slides>34</Slides>
  <Notes>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34</vt:i4>
      </vt:variant>
    </vt:vector>
  </HeadingPairs>
  <TitlesOfParts>
    <vt:vector size="42" baseType="lpstr">
      <vt:lpstr>Arial</vt:lpstr>
      <vt:lpstr>Book Antiqua</vt:lpstr>
      <vt:lpstr>Courier New</vt:lpstr>
      <vt:lpstr>Monotype Sorts</vt:lpstr>
      <vt:lpstr>Times New Roman</vt:lpstr>
      <vt:lpstr>Wingdings</vt:lpstr>
      <vt:lpstr>International</vt:lpstr>
      <vt:lpstr>Picture</vt:lpstr>
      <vt:lpstr>Chapter 28 Graphs and Applications</vt:lpstr>
      <vt:lpstr>Objectives</vt:lpstr>
      <vt:lpstr>Modeling Using Graphs</vt:lpstr>
      <vt:lpstr>Graph Animation</vt:lpstr>
      <vt:lpstr>Seven Bridges of Königsberg </vt:lpstr>
      <vt:lpstr>Basic Graph Terminologies </vt:lpstr>
      <vt:lpstr>Directed vs Undirected Graph </vt:lpstr>
      <vt:lpstr>Basic Graph Terminologies </vt:lpstr>
      <vt:lpstr>Representing Graphs </vt:lpstr>
      <vt:lpstr>Representing Vertices </vt:lpstr>
      <vt:lpstr>Representing Edges: Edge Array </vt:lpstr>
      <vt:lpstr>Representing Edges: Edge Object </vt:lpstr>
      <vt:lpstr>Representing Edges: Adjacency Matrix </vt:lpstr>
      <vt:lpstr>Representing Edges: Adjacency Vertex List </vt:lpstr>
      <vt:lpstr>Representing Edges: Adjacency Edge List </vt:lpstr>
      <vt:lpstr>Representing Adjacency Edge List Using ArrayList </vt:lpstr>
      <vt:lpstr>Modeling Graphs </vt:lpstr>
      <vt:lpstr>Modeling Graphs </vt:lpstr>
      <vt:lpstr>Graph Visualization</vt:lpstr>
      <vt:lpstr>Graph Traversals </vt:lpstr>
      <vt:lpstr>Depth-First Search </vt:lpstr>
      <vt:lpstr>Depth-First Search Example</vt:lpstr>
      <vt:lpstr>Depth-First Search Example</vt:lpstr>
      <vt:lpstr>Applications of the DFS </vt:lpstr>
      <vt:lpstr>The Connected Circles Problem</vt:lpstr>
      <vt:lpstr>Breadth-First Search </vt:lpstr>
      <vt:lpstr>Breadth-First Search Algorithm</vt:lpstr>
      <vt:lpstr>Breadth-First Search Example</vt:lpstr>
      <vt:lpstr>Breadth-First Search Example</vt:lpstr>
      <vt:lpstr>Applications of the BFS </vt:lpstr>
      <vt:lpstr>The Nine Tail Problem </vt:lpstr>
      <vt:lpstr>Representing Nine Coins</vt:lpstr>
      <vt:lpstr>Model the Nine Tail Problem </vt:lpstr>
      <vt:lpstr>NineTailModel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9: Objects and Classes</dc:title>
  <dc:creator>Y. Daniel Liang</dc:creator>
  <cp:lastModifiedBy>Hisham Haddad</cp:lastModifiedBy>
  <cp:revision>245</cp:revision>
  <dcterms:created xsi:type="dcterms:W3CDTF">1995-06-10T17:31:50Z</dcterms:created>
  <dcterms:modified xsi:type="dcterms:W3CDTF">2026-04-10T18:58:53Z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a-panorama-remediation-history">
    <vt:lpwstr>[{"isReadingOrderVerified":"true","pageNumber":0,"geomIndex":-1,"issueTypeId":"ReadingOrderIssue:PPTX","dismiss":false,"pageNumbers":[1],"coordinatesList":[[10.0,10.0,2.0,2.0]]},{"isReadingOrderVerified":"true","pageNumber":0,"geomIndex":-1,"issueTypeId":"ReadingOrderIssue:PPTX","dismiss":false,"pageNumbers":[2],"coordinatesList":[[10.0,10.0,2.0,2.0]]},{"isReadingOrderVerified":"true","pageNumber":0,"geomIndex":-1,"issueTypeId":"ReadingOrderIssue:PPTX","dismiss":false,"pageNumbers":[3],"coordinatesList":[[10.0,10.0,2.0,2.0]]},{"pageNumber":0,"geomIndex":-1,"decorative":true,"imageIndex":8,"identifiers":{},"issueTypeId":"MissingAlternativeTextIssue:PPTX","dismiss":false,"pageNumbers":[3],"coordinatesList":[[22.75,451.25,668.5,357.0]]},{"isReadingOrderVerified":"true","pageNumber":0,"geomIndex":-1,"issueTypeId":"ReadingOrderIssue:PPTX","dismiss":false,"pageNumbers":[4],"coordinatesList":[[10.0,10.0,2.0,2.0]]},{"pageNumber":0,"geomIndex":808,"lastGeomIndex":867,"textElement":"www.cs.armstrong.edu/liang/animation/GraphLearningTool.html","tableIndex":-1,"rowIndex":-1,"cellIndex":-1,"fontColor":"#009c47","identifiers":{"PARAGRAPH_ID":"18","RUN_ID":"0","SLIDE_ID":"3"},"issueDetails":{"luminance25":"1.0","isHeader":"true","luminance75":"1.0","textColor":"00b050"},"issueTypeId":"LowContrastIssue:PPTX","dismiss":false,"pageNumbers":[4],"coordinatesList":[[23.97599983215332,83.42001342773438,630.0719738006592,10.907999992370605]]},{"pageNumber":0,"geomIndex":-1,"decorative":true,"imageIndex":7,"identifiers":{},"issueTypeId":"MissingAlternativeTextIssue:PPTX","dismiss":false,"pageNumbers":[4],"coordinatesList":[[14.125,500.25,696.0,387.25]]},{"isReadingOrderVerified":"true","pageNumber":0,"geomIndex":-1,"issueTypeId":"ReadingOrderIssue:PPTX","dismiss":false,"pageNumbers":[5],"coordinatesList":[[10.0,10.0,2.0,2.0]]},{"isReadingOrderVerified":"true","pageNumber":0,"geomIndex":-1,"issueTypeId":"ReadingOrderIssue:PPTX","dismiss":false,"pageNumbers":[6],"coordinatesList":[[10.0,10.0,2.0,2.0]]},{"isReadingOrderVerified":"true","pageNumber":0,"geomIndex":-1,"issueTypeId":"ReadingOrderIssue:PPTX","dismiss":false,"pageNumbers":[7],"coordinatesList":[[10.0,10.0,2.0,2.0]]},{"isReadingOrderVerified":"true","pageNumber":0,"geomIndex":-1,"issueTypeId":"ReadingOrderIssue:PPTX","dismiss":false,"pageNumbers":[8],"coordinatesList":[[10.0,10.0,2.0,2.0]]},{"isReadingOrderVerified":"true","pageNumber":0,"geomIndex":-1,"issueTypeId":"ReadingOrderIssue:PPTX","dismiss":false,"pageNumbers":[9],"coordinatesList":[[10.0,10.0,2.0,2.0]]},{"isReadingOrderVerified":"true","pageNumber":0,"geomIndex":-1,"issueTypeId":"ReadingOrderIssue:PPTX","dismiss":false,"pageNumbers":[10],"coordinatesList":[[10.0,10.0,2.0,2.0]]},{"isReadingOrderVerified":"true","pageNumber":0,"geomIndex":-1,"issueTypeId":"ReadingOrderIssue:PPTX","dismiss":false,"pageNumbers":[11],"coordinatesList":[[10.0,10.0,2.0,2.0]]},{"isReadingOrderVerified":"true","pageNumber":0,"geomIndex":-1,"issueTypeId":"ReadingOrderIssue:PPTX","dismiss":false,"pageNumbers":[12],"coordinatesList":[[10.0,10.0,2.0,2.0]]},{"isReadingOrderVerified":"true","pageNumber":0,"geomIndex":-1,"issueTypeId":"ReadingOrderIssue:PPTX","dismiss":false,"pageNumbers":[13],"coordinatesList":[[10.0,10.0,2.0,2.0]]},{"isReadingOrderVerified":"true","pageNumber":0,"geomIndex":-1,"issueTypeId":"ReadingOrderIssue:PPTX","dismiss":false,"pageNumbers":[14],"coordinatesList":[[10.0,10.0,2.0,2.0]]},{"isReadingOrderVerified":"true","pageNumber":0,"geomIndex":-1,"issueTypeId":"ReadingOrderIssue:PPTX","dismiss":false,"pageNumbers":[15],"coordinatesList":[[10.0,10.0,2.0,2.0]]},{"isReadingOrderVerified":"true","pageNumber":0,"geomIndex":-1,"issueTypeId":"ReadingOrderIssue:PPTX","dismiss":false,"pageNumbers":[16],"coordinatesList":[[10.0,10.0,2.0,2.0]]},{"isReadingOrderVerified":"true","pageNumber":0,"geomIndex":-1,"issueTypeId":"ReadingOrderIssue:PPTX","dismiss":false,"pageNumbers":[17],"coordinatesList":[[10.0,10.0,2.0,2.0]]},{"pageNumber":0,"geomIndex":-1,"decorative":true,"imageIndex":4,"identifiers":{},"issueTypeId":"MissingAlternativeTextIssue:PPTX","dismiss":false,"pageNumbers":[17],"coordinatesList":[[25.0,366.5,670.0,193.0]]},{"isReadingOrderVerified":"true","pageNumber":0,"geomIndex":-1,"issueTypeId":"ReadingOrderIssue:PPTX","dismiss":false,"pageNumbers":[18],"coordinatesList":[[10.0,10.0,2.0,2.0]]},{"pageNumber":0,"geomIndex":2923,"lastGeomIndex":2928,"textElement":"Graph","tableIndex":-1,"rowIndex":-1,"cellIndex":-1,"fontColor":"#009c47","identifiers":{"PARAGRAPH_ID":"112","RUN_ID":"0","SLIDE_ID":"17"},"issueDetails":{"luminance25":"0.31629855161888504","isHeader":"true","luminance75":"0.31629855161888504","textColor":"cbcbcb"},"issueTypeId":"LowContrastIssue:PPTX","dismiss":false,"pageNumbers":[18],"coordinatesList":[[545.5700073242188,130.94000244140625,68.18402099609375,12.107999801635742]]},{"pageNumber":0,"geomIndex":2928,"lastGeomIndex":2937,"textElement":"TestGraph","tableIndex":-1,"rowIndex":-1,"cellIndex":-1,"fontColor":"#009c47","identifiers":{"PARAGRAPH_ID":"113","RUN_ID":"0","SLIDE_ID":"17"},"issueDetails":{"luminance25":"0.31629855161888504","isHeader":"true","luminance75":"0.31629855161888504","textColor":"000000"},"issueTypeId":"LowContrastIssue:PPTX","dismiss":false,"pageNumbers":[18],"coordinatesList":[[535.4600219726562,364.989990234375,112.5599365234375,12.107999801635742]]},{"pageNumber":0,"geomIndex":2937,"lastGeomIndex":2950,"textElement":"AbstractGraph","tableIndex":-1,"rowIndex":-1,"cellIndex":-1,"fontColor":"#009c47","identifiers":{"PARAGRAPH_ID":"114","RUN_ID":"0","SLIDE_ID":"17"},"issueDetails":{"luminance25":"0.31629855161888504","isHeader":"true","luminance75":"0.31629855161888504","textColor":"cbcbcb"},"issueTypeId":"LowContrastIssue:PPTX","dismiss":false,"pageNumbers":[18],"coordinatesList":[[512.5399780273438,208.97000122070312,158.23193359375,12.107999801635742]]},{"pageNumber":0,"geomIndex":2950,"lastGeomIndex":2965,"textElement":"UnweightedGraph","tableIndex":-1,"rowIndex":-1,"cellIndex":-1,"fontColor":"#009c47","identifiers":{"PARAGRAPH_ID":"115","RUN_ID":"0","SLIDE_ID":"17"},"issueDetails":{"luminance25":"0.31629855161888504","isHeader":"true","luminance75":"0.31629855161888504","textColor":"cbcbcb"},"issueTypeId":"LowContrastIssue:PPTX","dismiss":false,"pageNumbers":[18],"coordinatesList":[[491.4200134277344,286.9700012207031,200.54391479492188,12.107999801635742]]},{"pageNumber":0,"geomIndex":2965,"lastGeomIndex":2974,"textElement":"TestGraph","tableIndex":-1,"rowIndex":-1,"cellIndex":-1,"fontColor":"#009c47","identifiers":{"PARAGRAPH_ID":"116","RUN_ID":"0","SLIDE_ID":"17"},"issueDetails":{"luminance25":"0.31629855161888504","isHeader":"true","luminance75":"0.31629855161888504","textColor":"cbcbcb"},"issueTypeId":"LowContrastIssue:PPTX","dismiss":false,"pageNumbers":[18],"coordinatesList":[[535.4600219726562,364.989990234375,112.5599365234375,12.107999801635742]]},{"pageNumber":0,"geomIndex":-1,"decorative":true,"imageIndex":15,"identifiers":{},"issueTypeId":"MissingAlternativeTextIssue:PPTX","dismiss":false,"pageNumbers":[18],"coordinatesList":[[6.0,509.375,415.0,502.8699951171875]]},{"isReadingOrderVerified":"true","pageNumber":0,"geomIndex":-1,"issueTypeId":"ReadingOrderIssue:PPTX","dismiss":false,"pageNumbers":[19],"coordinatesList":[[10.0,10.0,2.0,2.0]]},{"pageNumber":0,"geomIndex":2994,"lastGeomIndex":3003,"textElement":"GraphView","tableIndex":-1,"rowIndex":-1,"cellIndex":-1,"fontColor":"#009c47","identifiers":{"PARAGRAPH_ID":"119","RUN_ID":"0","SLIDE_ID":"18"},"issueDetails":{"luminance25":"0.31629855161888504","isHeader":"true","luminance75":"0.31629855161888504","textColor":"cbcbcb"},"issueTypeId":"LowContrastIssue:PPTX","dismiss":false,"pageNumbers":[19],"coordinatesList":[[150.1699981689453,493.00799560546875,123.93598937988281,12.107999801635742]]},{"pageNumber":0,"geomIndex":3006,"lastGeomIndex":3017,"textElement":"Displayable","tableIndex":-1,"rowIndex":-1,"cellIndex":-1,"fontColor":"#009c47","identifiers":{"PARAGRAPH_ID":"121","RUN_ID":"0","SLIDE_ID":"18"},"issueDetails":{"luminance25":"0.31629855161888504","isHeader":"true","luminance75":"0.31629855161888504","textColor":"cbcbcb"},"issueTypeId":"LowContrastIssue:PPTX","dismiss":false,"pageNumbers":[19],"coordinatesList":[[147.4600067138672,440.135986328125,126.23997497558594,12.107999801635742]]},{"pageNumber":0,"geomIndex":3017,"lastGeomIndex":3029,"textElement":"DisplayUSMap","tableIndex":-1,"rowIndex":-1,"cellIndex":-1,"fontColor":"#009c47","identifiers":{"PARAGRAPH_ID":"122","RUN_ID":"0","SLIDE_ID":"18"},"issueDetails":{"luminance25":"0.31629855161888504","isHeader":"true","luminance75":"0.31629855161888504","textColor":"cbcbcb"},"issueTypeId":"LowContrastIssue:PPTX","dismiss":false,"pageNumbers":[19],"coordinatesList":[[451.7799987792969,437.260009765625,162.88796997070312,12.107999801635742]]},{"pageNumber":0,"geomIndex":-1,"decorative":true,"imageIndex":31,"identifiers":{},"issueTypeId":"MissingAlternativeTextIssue:PPTX","dismiss":false,"pageNumbers":[19],"coordinatesList":[[63.5,396.0,557.5,336.0]]},{"isReadingOrderVerified":"true","pageNumber":0,"geomIndex":-1,"issueTypeId":"ReadingOrderIssue:PPTX","dismiss":false,"pageNumbers":[20],"coordinatesList":[[10.0,10.0,2.0,2.0]]},{"pageNumber":0,"geomIndex":-1,"decorative":true,"imageIndex":5,"identifiers":{},"issueTypeId":"MissingAlternativeTextIssue:PPTX","dismiss":false,"pageNumbers":[20],"coordinatesList":[[34.0,509.5,652.0,281.5]]},{"isReadingOrderVerified":"true","pageNumber":0,"geomIndex":-1,"issueTypeId":"ReadingOrderIssue:PPTX","dismiss":false,"pageNumbers":[21],"coordinatesList":[[10.0,10.0,2.0,2.0]]},{"isReadingOrderVerified":"true","pageNumber":0,"geomIndex":-1,"issueTypeId":"ReadingOrderIssue:PPTX","dismiss":false,"pageNumbers":[22],"coordinatesList":[[10.0,10.0,2.0,2.0]]},{"pageNumber":0,"geomIndex":-1,"decorative":true,"imageIndex":8,"identifiers":{},"issueTypeId":"MissingAlternativeTextIssue:PPTX","dismiss":false,"pageNumbers":[22],"coordinatesList":[[116.0,480.5,488.0,360.5]]},{"isReadingOrderVerified":"true","pageNumber":0,"geomIndex":-1,"issueTypeId":"ReadingOrderIssue:PPTX","dismiss":false,"pageNumbers":[23],"coordinatesList":[[10.0,10.0,2.0,2.0]]},{"isReadingOrderVerified":"true","pageNumber":0,"geomIndex":-1,"issueTypeId":"ReadingOrderIssue:PPTX","dismiss":false,"pageNumbers":[24],"coordinatesList":[[10.0,10.0,2.0,2.0]]},{"isReadingOrderVerified":"true","pageNumber":0,"geomIndex":-1,"issueTypeId":"ReadingOrderIssue:PPTX","dismiss":false,"pageNumbers":[25],"coordinatesList":[[10.0,10.0,2.0,2.0]]},{"pageNumber":0,"geomIndex":-1,"decorative":true,"imageIndex":27,"identifiers":{},"issueTypeId":"MissingAlternativeTextIssue:PPTX","dismiss":false,"pageNumbers":[25],"coordinatesList":[[54.375,370.3699951171875,293.25,238.8800048828125]]},{"pageNumber":0,"geomIndex":-1,"decorative":true,"imageIndex":28,"identifiers":{},"issueTypeId":"MissingAlternativeTextIssue:PPTX","dismiss":false,"pageNumbers":[25],"coordinatesList":[[357.8800048828125,370.3699951171875,295.3699951171875,241.25]]},{"isReadingOrderVerified":"true","pageNumber":0,"geomIndex":-1,"issueTypeId":"ReadingOrderIssue:PPTX","dismiss":false,"pageNumbers":[26],"coordinatesList":[[10.0,10.0,2.0,2.0]]},{"isReadingOrderVerified":"true","pageNumber":0,"geomIndex":-1,"issueTypeId":"ReadingOrderIssue:PPTX","dismiss":false,"pageNumbers":[27],"coordinatesList":[[10.0,10.0,2.0,2.0]]},{"isReadingOrderVerified":"true","pageNumber":0,"geomIndex":-1,"issueTypeId":"ReadingOrderIssue:PPTX","dismiss":false,"pageNumbers":[28],"coordinatesList":[[10.0,10.0,2.0,2.0]]},{"pageNumber":0,"geomIndex":-1,"decorative":true,"imageIndex":13,"identifiers":{},"issueTypeId":"MissingAlternativeTextIssue:PPTX","dismiss":false,"pageNumbers":[28],"coordinatesList":[[37.5,312.75,628.5,228.75]]},{"isReadingOrderVerified":"true","pageNumber":0,"geomIndex":-1,"issueTypeId":"ReadingOrderIssue:PPTX","dismiss":false,"pageNumbers":[29],"coordinatesList":[[10.0,10.0,2.0,2.0]]},{"isReadingOrderVerified":"true","pageNumber":0,"geomIndex":-1,"issueTypeId":"ReadingOrderIssue:PPTX","dismiss":false,"pageNumbers":[30],"coordinatesList":[[10.0,10.0,2.0,2.0]]},{"isReadingOrderVerified":"true","pageNumber":0,"geomIndex":-1,"issueTypeId":"ReadingOrderIssue:PPTX","dismiss":false,"pageNumbers":[31],"coordinatesList":[[10.0,10.0,2.0,2.0]]},{"pageNumber":0,"geomIndex":-1,"decorative":true,"imageIndex":7,"identifiers":{},"issueTypeId":"MissingAlternativeTextIssue:PPTX","dismiss":false,"pageNumbers":[31],"coordinatesList":[[102.0,465.0,479.25,141.0]]},{"isReadingOrderVerified":"true","pageNumber":0,"geomIndex":-1,"issueTypeId":"ReadingOrderIssue:PPTX","dismiss":false,"pageNumbers":[32],"coordinatesList":[[10.0,10.0,2.0,2.0]]},{"pageNumber":0,"geomIndex":-1,"decorative":true,"imageIndex":8,"identifiers":{},"issueTypeId":"MissingAlternativeTextIssue:PPTX","dismiss":false,"pageNumbers":[32],"coordinatesList":[[12.0,276.0,698.3699951171875,138.0]]},{"isReadingOrderVerified":"true","pageNumber":0,"geomIndex":-1,"issueTypeId":"ReadingOrderIssue:PPTX","dismiss":false,"pageNumbers":[33],"coordinatesList":[[10.0,10.0,2.0,2.0]]},{"isReadingOrderVerified":"true","pageNumber":0,"geomIndex":-1,"issueTypeId":"ReadingOrderIssue:PPTX","dismiss":false,"pageNumbers":[34],"coordinatesList":[[10.0,10.0,2.0,2.0]]},{"pageNumber":0,"geomIndex":5997,"lastGeomIndex":6005,"textElement":"NineTail","tableIndex":-1,"rowIndex":-1,"cellIndex":-1,"fontColor":"#009c47","identifiers":{"PARAGRAPH_ID":"236","RUN_ID":"0","SLIDE_ID":"33"},"issueDetails":{"luminance25":"0.31629855161888504","isHeader":"true","luminance75":"0.31629855161888504","textColor":"cbcbcb"},"issueTypeId":"LowContrastIssue:PPTX","dismiss":false,"pageNumbers":[34],"coordinatesList":[[391.55999755859375,491.135986328125,93.02401733398438,12.107999801635742]]},{"pageNumber":0,"geomIndex":-1,"decorative":true,"imageIndex":13,"identifiers":{},"issueTypeId":"MissingAlternativeTextIssue:PPTX","dismiss":false,"pageNumbers":[34],"coordinatesList":[[5.25,407.6199951171875,715.6199951171875,305.6199951171875]]}]</vt:lpwstr>
  </property>
  <property fmtid="{D5CDD505-2E9C-101B-9397-08002B2CF9AE}" pid="3" name="ReadingOrderVerifiedPages">
    <vt:lpwstr>1,2,3,4,5,6,7,8,9,10,11,12,13,14,15,16,17,18,19,20,21,22,23,24,25,26,27,28,29,30,31,32,33,34</vt:lpwstr>
  </property>
</Properties>
</file>