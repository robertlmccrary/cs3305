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6110"/>
  </p:normalViewPr>
  <p:slideViewPr>
    <p:cSldViewPr snapToGrid="0">
      <p:cViewPr varScale="1">
        <p:scale>
          <a:sx n="116" d="100"/>
          <a:sy n="116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ma Tasnim" userId="02b7d893-96d2-4b75-90c3-7515de1ecabf" providerId="ADAL" clId="{A1578692-3B6C-344E-868E-FB90FAADA9E1}"/>
    <pc:docChg chg="custSel addSld modSld">
      <pc:chgData name="Umama Tasnim" userId="02b7d893-96d2-4b75-90c3-7515de1ecabf" providerId="ADAL" clId="{A1578692-3B6C-344E-868E-FB90FAADA9E1}" dt="2024-09-20T14:06:14.612" v="425" actId="20577"/>
      <pc:docMkLst>
        <pc:docMk/>
      </pc:docMkLst>
      <pc:sldChg chg="modSp mod">
        <pc:chgData name="Umama Tasnim" userId="02b7d893-96d2-4b75-90c3-7515de1ecabf" providerId="ADAL" clId="{A1578692-3B6C-344E-868E-FB90FAADA9E1}" dt="2024-09-20T14:06:14.612" v="425" actId="20577"/>
        <pc:sldMkLst>
          <pc:docMk/>
          <pc:sldMk cId="3835830475" sldId="256"/>
        </pc:sldMkLst>
        <pc:spChg chg="mod">
          <ac:chgData name="Umama Tasnim" userId="02b7d893-96d2-4b75-90c3-7515de1ecabf" providerId="ADAL" clId="{A1578692-3B6C-344E-868E-FB90FAADA9E1}" dt="2024-09-20T14:06:14.612" v="425" actId="20577"/>
          <ac:spMkLst>
            <pc:docMk/>
            <pc:sldMk cId="3835830475" sldId="256"/>
            <ac:spMk id="2" creationId="{39A4A967-BBCE-60CE-EBF0-34BF631F5D35}"/>
          </ac:spMkLst>
        </pc:spChg>
      </pc:sldChg>
      <pc:sldChg chg="modSp mod">
        <pc:chgData name="Umama Tasnim" userId="02b7d893-96d2-4b75-90c3-7515de1ecabf" providerId="ADAL" clId="{A1578692-3B6C-344E-868E-FB90FAADA9E1}" dt="2024-09-20T14:00:58.708" v="76" actId="20577"/>
        <pc:sldMkLst>
          <pc:docMk/>
          <pc:sldMk cId="436481631" sldId="257"/>
        </pc:sldMkLst>
        <pc:spChg chg="mod">
          <ac:chgData name="Umama Tasnim" userId="02b7d893-96d2-4b75-90c3-7515de1ecabf" providerId="ADAL" clId="{A1578692-3B6C-344E-868E-FB90FAADA9E1}" dt="2024-09-20T14:00:58.708" v="76" actId="20577"/>
          <ac:spMkLst>
            <pc:docMk/>
            <pc:sldMk cId="436481631" sldId="257"/>
            <ac:spMk id="3" creationId="{01029592-260B-1759-C4DD-BC1E94E39E18}"/>
          </ac:spMkLst>
        </pc:spChg>
      </pc:sldChg>
      <pc:sldChg chg="modSp mod">
        <pc:chgData name="Umama Tasnim" userId="02b7d893-96d2-4b75-90c3-7515de1ecabf" providerId="ADAL" clId="{A1578692-3B6C-344E-868E-FB90FAADA9E1}" dt="2024-09-20T14:01:50.099" v="100" actId="20577"/>
        <pc:sldMkLst>
          <pc:docMk/>
          <pc:sldMk cId="2870654339" sldId="258"/>
        </pc:sldMkLst>
        <pc:spChg chg="mod">
          <ac:chgData name="Umama Tasnim" userId="02b7d893-96d2-4b75-90c3-7515de1ecabf" providerId="ADAL" clId="{A1578692-3B6C-344E-868E-FB90FAADA9E1}" dt="2024-09-20T14:01:50.099" v="100" actId="20577"/>
          <ac:spMkLst>
            <pc:docMk/>
            <pc:sldMk cId="2870654339" sldId="258"/>
            <ac:spMk id="3" creationId="{3A4D7C26-F72B-5D02-185C-5B40977DFE43}"/>
          </ac:spMkLst>
        </pc:spChg>
      </pc:sldChg>
      <pc:sldChg chg="modSp new mod">
        <pc:chgData name="Umama Tasnim" userId="02b7d893-96d2-4b75-90c3-7515de1ecabf" providerId="ADAL" clId="{A1578692-3B6C-344E-868E-FB90FAADA9E1}" dt="2024-09-20T14:04:52.626" v="309" actId="120"/>
        <pc:sldMkLst>
          <pc:docMk/>
          <pc:sldMk cId="34909276" sldId="264"/>
        </pc:sldMkLst>
        <pc:spChg chg="mod">
          <ac:chgData name="Umama Tasnim" userId="02b7d893-96d2-4b75-90c3-7515de1ecabf" providerId="ADAL" clId="{A1578692-3B6C-344E-868E-FB90FAADA9E1}" dt="2024-09-20T14:02:07.904" v="106" actId="20577"/>
          <ac:spMkLst>
            <pc:docMk/>
            <pc:sldMk cId="34909276" sldId="264"/>
            <ac:spMk id="2" creationId="{ED39BAA9-946A-6AC9-B8E9-F0939442FCC0}"/>
          </ac:spMkLst>
        </pc:spChg>
        <pc:spChg chg="mod">
          <ac:chgData name="Umama Tasnim" userId="02b7d893-96d2-4b75-90c3-7515de1ecabf" providerId="ADAL" clId="{A1578692-3B6C-344E-868E-FB90FAADA9E1}" dt="2024-09-20T14:04:52.626" v="309" actId="120"/>
          <ac:spMkLst>
            <pc:docMk/>
            <pc:sldMk cId="34909276" sldId="264"/>
            <ac:spMk id="3" creationId="{75BF6DC7-B0FF-49AE-5712-887A2F723D3B}"/>
          </ac:spMkLst>
        </pc:spChg>
      </pc:sldChg>
      <pc:sldChg chg="modSp new mod">
        <pc:chgData name="Umama Tasnim" userId="02b7d893-96d2-4b75-90c3-7515de1ecabf" providerId="ADAL" clId="{A1578692-3B6C-344E-868E-FB90FAADA9E1}" dt="2024-09-20T14:05:48.597" v="424" actId="313"/>
        <pc:sldMkLst>
          <pc:docMk/>
          <pc:sldMk cId="2090087908" sldId="265"/>
        </pc:sldMkLst>
        <pc:spChg chg="mod">
          <ac:chgData name="Umama Tasnim" userId="02b7d893-96d2-4b75-90c3-7515de1ecabf" providerId="ADAL" clId="{A1578692-3B6C-344E-868E-FB90FAADA9E1}" dt="2024-09-20T14:05:04.130" v="324" actId="20577"/>
          <ac:spMkLst>
            <pc:docMk/>
            <pc:sldMk cId="2090087908" sldId="265"/>
            <ac:spMk id="2" creationId="{770BFCF9-DE50-50FF-FD9D-CD05F406666C}"/>
          </ac:spMkLst>
        </pc:spChg>
        <pc:spChg chg="mod">
          <ac:chgData name="Umama Tasnim" userId="02b7d893-96d2-4b75-90c3-7515de1ecabf" providerId="ADAL" clId="{A1578692-3B6C-344E-868E-FB90FAADA9E1}" dt="2024-09-20T14:05:48.597" v="424" actId="313"/>
          <ac:spMkLst>
            <pc:docMk/>
            <pc:sldMk cId="2090087908" sldId="265"/>
            <ac:spMk id="3" creationId="{3514B4FD-B41C-22E9-9C67-57FC705736A1}"/>
          </ac:spMkLst>
        </pc:spChg>
      </pc:sldChg>
    </pc:docChg>
  </pc:docChgLst>
  <pc:docChgLst>
    <pc:chgData name="Umama Tasnim" userId="02b7d893-96d2-4b75-90c3-7515de1ecabf" providerId="ADAL" clId="{A0AEC6FB-76E7-7A45-9FC3-69508E66A49A}"/>
    <pc:docChg chg="custSel delSld modSld">
      <pc:chgData name="Umama Tasnim" userId="02b7d893-96d2-4b75-90c3-7515de1ecabf" providerId="ADAL" clId="{A0AEC6FB-76E7-7A45-9FC3-69508E66A49A}" dt="2024-02-12T20:55:53.185" v="10" actId="2696"/>
      <pc:docMkLst>
        <pc:docMk/>
      </pc:docMkLst>
      <pc:sldChg chg="modSp mod">
        <pc:chgData name="Umama Tasnim" userId="02b7d893-96d2-4b75-90c3-7515de1ecabf" providerId="ADAL" clId="{A0AEC6FB-76E7-7A45-9FC3-69508E66A49A}" dt="2024-02-12T20:55:14.878" v="9" actId="27636"/>
        <pc:sldMkLst>
          <pc:docMk/>
          <pc:sldMk cId="436481631" sldId="257"/>
        </pc:sldMkLst>
        <pc:spChg chg="mod">
          <ac:chgData name="Umama Tasnim" userId="02b7d893-96d2-4b75-90c3-7515de1ecabf" providerId="ADAL" clId="{A0AEC6FB-76E7-7A45-9FC3-69508E66A49A}" dt="2024-02-12T20:55:14.878" v="9" actId="27636"/>
          <ac:spMkLst>
            <pc:docMk/>
            <pc:sldMk cId="436481631" sldId="257"/>
            <ac:spMk id="3" creationId="{01029592-260B-1759-C4DD-BC1E94E39E18}"/>
          </ac:spMkLst>
        </pc:spChg>
      </pc:sldChg>
      <pc:sldChg chg="del">
        <pc:chgData name="Umama Tasnim" userId="02b7d893-96d2-4b75-90c3-7515de1ecabf" providerId="ADAL" clId="{A0AEC6FB-76E7-7A45-9FC3-69508E66A49A}" dt="2024-02-12T20:55:53.185" v="10" actId="2696"/>
        <pc:sldMkLst>
          <pc:docMk/>
          <pc:sldMk cId="125599479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71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14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62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20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58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12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97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01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82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74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9/20/24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3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A6A7D-4A43-A8FE-6F7A-E1CDFB2AD5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38" r="17553" b="2"/>
          <a:stretch/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4A967-BBCE-60CE-EBF0-34BF631F5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795509"/>
            <a:ext cx="4092525" cy="279860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Midterm  Review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08321-C1F7-5AF1-47DA-F58E3A2AF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3686187"/>
            <a:ext cx="4092525" cy="22925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 </a:t>
            </a:r>
          </a:p>
          <a:p>
            <a:r>
              <a:rPr lang="en-US" dirty="0">
                <a:solidFill>
                  <a:srgbClr val="FFFFFF"/>
                </a:solidFill>
              </a:rPr>
              <a:t>Umama Tasnim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83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0C43-17BC-0E6E-4FB6-C2E56AF1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9592-260B-1759-C4DD-BC1E94E3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Lists slides (Array, Array List , Linked List)</a:t>
            </a:r>
          </a:p>
          <a:p>
            <a:pPr lvl="1"/>
            <a:r>
              <a:rPr lang="en-US" dirty="0"/>
              <a:t>Book chapter 20</a:t>
            </a:r>
          </a:p>
          <a:p>
            <a:r>
              <a:rPr lang="en-US" dirty="0"/>
              <a:t>Recursion</a:t>
            </a:r>
          </a:p>
          <a:p>
            <a:pPr lvl="1"/>
            <a:r>
              <a:rPr lang="en-US" dirty="0"/>
              <a:t>Book chapter 18</a:t>
            </a:r>
          </a:p>
          <a:p>
            <a:r>
              <a:rPr lang="en-US" dirty="0"/>
              <a:t>Stack</a:t>
            </a:r>
          </a:p>
          <a:p>
            <a:pPr lvl="1"/>
            <a:r>
              <a:rPr lang="en-US" dirty="0"/>
              <a:t>Book chapter 20</a:t>
            </a:r>
          </a:p>
          <a:p>
            <a:r>
              <a:rPr lang="en-US" dirty="0"/>
              <a:t>Queue</a:t>
            </a:r>
          </a:p>
          <a:p>
            <a:pPr lvl="1"/>
            <a:r>
              <a:rPr lang="en-US" dirty="0"/>
              <a:t>Book chapter 20</a:t>
            </a:r>
          </a:p>
          <a:p>
            <a:r>
              <a:rPr lang="en-US" dirty="0"/>
              <a:t>Big O Notation</a:t>
            </a:r>
          </a:p>
          <a:p>
            <a:pPr lvl="1"/>
            <a:r>
              <a:rPr lang="en-US" dirty="0"/>
              <a:t>Chapter 22</a:t>
            </a:r>
          </a:p>
          <a:p>
            <a:r>
              <a:rPr lang="en-US" dirty="0"/>
              <a:t>Simple Sorting</a:t>
            </a:r>
          </a:p>
          <a:p>
            <a:pPr lvl="1"/>
            <a:r>
              <a:rPr lang="en-US" dirty="0"/>
              <a:t>Chapter 23 part 1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8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74FA-68FE-A73F-CFF3-88CBD770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D7C26-F72B-5D02-185C-5B40977D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Short Questions (2pts each)</a:t>
            </a:r>
          </a:p>
          <a:p>
            <a:r>
              <a:rPr lang="en-US" dirty="0"/>
              <a:t>5 Descriptive/problem solving Questions like postfix/infix conversions and evaluations, Adding deleting elements from Linked list etc. </a:t>
            </a:r>
          </a:p>
          <a:p>
            <a:r>
              <a:rPr lang="en-US" dirty="0">
                <a:solidFill>
                  <a:srgbClr val="FF0000"/>
                </a:solidFill>
              </a:rPr>
              <a:t>There will be no multiple-choice questions and no coding implementation in the exam.</a:t>
            </a:r>
          </a:p>
        </p:txBody>
      </p:sp>
    </p:spTree>
    <p:extLst>
      <p:ext uri="{BB962C8B-B14F-4D97-AF65-F5344CB8AC3E}">
        <p14:creationId xmlns:p14="http://schemas.microsoft.com/office/powerpoint/2010/main" val="287065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D5DA-81CD-4E12-E970-3FD6A568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and Array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EF6F-3039-38BE-A058-7B5033D2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will be some short questions such as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 two differences between Array List and Linked List? 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disadvantage of using an array list compared to a regular array?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a linked list handle memory allocation compared to an array? 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happens if you try to access an index beyond the size of a dynamic array?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4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639E-FCCE-0FC0-93ED-C04AC7C1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2B28-4D45-2B8D-2EE6-FDF97BBB6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Questions such as</a:t>
            </a:r>
          </a:p>
          <a:p>
            <a:pPr lvl="1"/>
            <a:r>
              <a:rPr lang="en-US" dirty="0"/>
              <a:t>In a singly linked list, how is the last node identified?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Descriptive or problem-solving questions such as </a:t>
            </a:r>
          </a:p>
          <a:p>
            <a:pPr lvl="1"/>
            <a:r>
              <a:rPr lang="en-US" dirty="0"/>
              <a:t>Add some node in an existing doubly or circular linked list</a:t>
            </a:r>
          </a:p>
          <a:p>
            <a:pPr lvl="1"/>
            <a:r>
              <a:rPr lang="en-US" dirty="0"/>
              <a:t>Delete some nodes from a given linked list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78339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CB38-F2C9-3A62-18ED-87450A2D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AEB3-E368-46B2-1793-CB496707D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Questions</a:t>
            </a:r>
          </a:p>
          <a:p>
            <a:pPr lvl="1"/>
            <a:r>
              <a:rPr lang="en-US" dirty="0"/>
              <a:t>Why Recursion?</a:t>
            </a:r>
          </a:p>
          <a:p>
            <a:pPr lvl="1"/>
            <a:r>
              <a:rPr lang="en-US" dirty="0"/>
              <a:t>What is tail Recursion?</a:t>
            </a:r>
          </a:p>
          <a:p>
            <a:pPr lvl="1"/>
            <a:r>
              <a:rPr lang="en-US" dirty="0"/>
              <a:t>Recursion vs Iteration?</a:t>
            </a:r>
          </a:p>
          <a:p>
            <a:pPr lvl="1"/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269723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DCDA-A7FB-E1D3-4724-4F7ED553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F0B4B-BD2A-7F03-6474-7A8C98C55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Questions</a:t>
            </a:r>
          </a:p>
          <a:p>
            <a:r>
              <a:rPr lang="en-US" dirty="0"/>
              <a:t>Prefix conversion</a:t>
            </a:r>
          </a:p>
          <a:p>
            <a:pPr lvl="1"/>
            <a:r>
              <a:rPr lang="en-US" dirty="0"/>
              <a:t>Similar like the practice problems in the slides</a:t>
            </a:r>
          </a:p>
          <a:p>
            <a:r>
              <a:rPr lang="en-US" dirty="0"/>
              <a:t>Postfix conversion and Evaluation</a:t>
            </a:r>
          </a:p>
          <a:p>
            <a:pPr lvl="1"/>
            <a:r>
              <a:rPr lang="en-US" dirty="0"/>
              <a:t>Similar like the practice problems in the slides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68A8-662E-333D-197F-6B0659B8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F4E1-94E2-8A45-B01D-BF1590C3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questions such as </a:t>
            </a:r>
          </a:p>
          <a:p>
            <a:pPr lvl="1"/>
            <a:r>
              <a:rPr lang="en-US" dirty="0"/>
              <a:t> Define some special types of Queues and how they work</a:t>
            </a:r>
          </a:p>
          <a:p>
            <a:r>
              <a:rPr lang="en-US" dirty="0"/>
              <a:t>Descriptive questions such as</a:t>
            </a:r>
          </a:p>
          <a:p>
            <a:pPr lvl="1"/>
            <a:r>
              <a:rPr lang="en-US" dirty="0"/>
              <a:t>How circular or static array implementation works?</a:t>
            </a:r>
          </a:p>
        </p:txBody>
      </p:sp>
    </p:spTree>
    <p:extLst>
      <p:ext uri="{BB962C8B-B14F-4D97-AF65-F5344CB8AC3E}">
        <p14:creationId xmlns:p14="http://schemas.microsoft.com/office/powerpoint/2010/main" val="90537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BAA9-946A-6AC9-B8E9-F0939442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F6DC7-B0FF-49AE-5712-887A2F723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Short Question:</a:t>
            </a:r>
          </a:p>
          <a:p>
            <a:pPr marL="0" indent="0">
              <a:buNone/>
            </a:pPr>
            <a:r>
              <a:rPr lang="en-US" dirty="0"/>
              <a:t>	For example: what is growth rate?</a:t>
            </a:r>
          </a:p>
          <a:p>
            <a:pPr marL="0" indent="0">
              <a:buNone/>
            </a:pPr>
            <a:r>
              <a:rPr lang="en-US" dirty="0"/>
              <a:t>Descriptive question:</a:t>
            </a:r>
          </a:p>
          <a:p>
            <a:r>
              <a:rPr lang="en-US" dirty="0"/>
              <a:t>	calculate big O from a given portion of code</a:t>
            </a:r>
          </a:p>
          <a:p>
            <a:r>
              <a:rPr lang="en-US" dirty="0"/>
              <a:t>           Find out the dominating part from a performance       function</a:t>
            </a:r>
          </a:p>
        </p:txBody>
      </p:sp>
    </p:spTree>
    <p:extLst>
      <p:ext uri="{BB962C8B-B14F-4D97-AF65-F5344CB8AC3E}">
        <p14:creationId xmlns:p14="http://schemas.microsoft.com/office/powerpoint/2010/main" val="34909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FCF9-DE50-50FF-FD9D-CD05F406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4B4FD-B41C-22E9-9C67-57FC70573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a given dataset sort the dataset according to the algorithm and time complexity analysis.</a:t>
            </a:r>
          </a:p>
        </p:txBody>
      </p:sp>
    </p:spTree>
    <p:extLst>
      <p:ext uri="{BB962C8B-B14F-4D97-AF65-F5344CB8AC3E}">
        <p14:creationId xmlns:p14="http://schemas.microsoft.com/office/powerpoint/2010/main" val="209008790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331</Words>
  <Application>Microsoft Macintosh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Aharoni</vt:lpstr>
      <vt:lpstr>Arial</vt:lpstr>
      <vt:lpstr>Avenir Next LT Pro</vt:lpstr>
      <vt:lpstr>Calibri</vt:lpstr>
      <vt:lpstr>ShapesVTI</vt:lpstr>
      <vt:lpstr>Midterm  Review Lecture</vt:lpstr>
      <vt:lpstr>Syllabus</vt:lpstr>
      <vt:lpstr>Question types</vt:lpstr>
      <vt:lpstr>Array and Array List</vt:lpstr>
      <vt:lpstr>Linked Lists</vt:lpstr>
      <vt:lpstr>Recursion</vt:lpstr>
      <vt:lpstr>Stack</vt:lpstr>
      <vt:lpstr>Queue</vt:lpstr>
      <vt:lpstr>Big O</vt:lpstr>
      <vt:lpstr>Simple Sorting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1 Review</dc:title>
  <dc:creator>Umama Tasnim</dc:creator>
  <cp:lastModifiedBy>Umama Tasnim</cp:lastModifiedBy>
  <cp:revision>4</cp:revision>
  <dcterms:created xsi:type="dcterms:W3CDTF">2023-09-26T22:41:18Z</dcterms:created>
  <dcterms:modified xsi:type="dcterms:W3CDTF">2024-09-20T14:06:24Z</dcterms:modified>
</cp:coreProperties>
</file>