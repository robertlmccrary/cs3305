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6"/>
  </p:notesMasterIdLst>
  <p:handoutMasterIdLst>
    <p:handoutMasterId r:id="rId17"/>
  </p:handoutMasterIdLst>
  <p:sldIdLst>
    <p:sldId id="256" r:id="rId2"/>
    <p:sldId id="283" r:id="rId3"/>
    <p:sldId id="358" r:id="rId4"/>
    <p:sldId id="404" r:id="rId5"/>
    <p:sldId id="405" r:id="rId6"/>
    <p:sldId id="406" r:id="rId7"/>
    <p:sldId id="392" r:id="rId8"/>
    <p:sldId id="413" r:id="rId9"/>
    <p:sldId id="408" r:id="rId10"/>
    <p:sldId id="409" r:id="rId11"/>
    <p:sldId id="410" r:id="rId12"/>
    <p:sldId id="411" r:id="rId13"/>
    <p:sldId id="394" r:id="rId14"/>
    <p:sldId id="412" r:id="rId1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93" autoAdjust="0"/>
    <p:restoredTop sz="94630" autoAdjust="0"/>
  </p:normalViewPr>
  <p:slideViewPr>
    <p:cSldViewPr>
      <p:cViewPr varScale="1">
        <p:scale>
          <a:sx n="72" d="100"/>
          <a:sy n="72" d="100"/>
        </p:scale>
        <p:origin x="922" y="72"/>
      </p:cViewPr>
      <p:guideLst>
        <p:guide orient="horz" pos="576"/>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917"/>
    </p:cViewPr>
  </p:sorterViewPr>
  <p:notesViewPr>
    <p:cSldViewPr>
      <p:cViewPr varScale="1">
        <p:scale>
          <a:sx n="40" d="100"/>
          <a:sy n="40" d="100"/>
        </p:scale>
        <p:origin x="-1404" y="-78"/>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C8943A4-6AB3-2F4E-4979-D50CF213F22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B1FB3175-974A-F65A-C2F9-1ECBE4DF90C6}"/>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17412" name="Rectangle 4">
            <a:extLst>
              <a:ext uri="{FF2B5EF4-FFF2-40B4-BE49-F238E27FC236}">
                <a16:creationId xmlns:a16="http://schemas.microsoft.com/office/drawing/2014/main" id="{D9D0EABC-57FE-BFD7-2B4C-E3ADB0BCD41D}"/>
              </a:ext>
            </a:extLst>
          </p:cNvPr>
          <p:cNvSpPr>
            <a:spLocks noGrp="1" noRot="1" noChangeAspect="1" noChangeArrowheads="1" noTextEdit="1"/>
          </p:cNvSpPr>
          <p:nvPr>
            <p:ph type="sldImg" idx="2"/>
          </p:nvPr>
        </p:nvSpPr>
        <p:spPr bwMode="auto">
          <a:xfrm>
            <a:off x="1150938" y="692150"/>
            <a:ext cx="4556125"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7D7F55C4-1A24-B9CB-1860-B45FE5C28097}"/>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2F59A319-D40A-ECF3-8A87-526E6620A84C}"/>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D1F97DB0-DA57-8D63-CD14-6805F324D775}"/>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E0C8D485-2BE1-45F1-B18F-27099DBA268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B764B407-6518-B305-A4B0-BD4FA9499A70}"/>
              </a:ext>
            </a:extLst>
          </p:cNvPr>
          <p:cNvGrpSpPr>
            <a:grpSpLocks/>
          </p:cNvGrpSpPr>
          <p:nvPr/>
        </p:nvGrpSpPr>
        <p:grpSpPr bwMode="auto">
          <a:xfrm>
            <a:off x="0" y="114300"/>
            <a:ext cx="9142413" cy="6742113"/>
            <a:chOff x="0" y="72"/>
            <a:chExt cx="5759" cy="4247"/>
          </a:xfrm>
        </p:grpSpPr>
        <p:sp>
          <p:nvSpPr>
            <p:cNvPr id="3" name="Rectangle 2">
              <a:extLst>
                <a:ext uri="{FF2B5EF4-FFF2-40B4-BE49-F238E27FC236}">
                  <a16:creationId xmlns:a16="http://schemas.microsoft.com/office/drawing/2014/main" id="{5816CCDD-6EFB-AABE-90F3-BC2A3CF304F9}"/>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4" name="Group 30">
              <a:extLst>
                <a:ext uri="{FF2B5EF4-FFF2-40B4-BE49-F238E27FC236}">
                  <a16:creationId xmlns:a16="http://schemas.microsoft.com/office/drawing/2014/main" id="{F24D95FD-8F0B-78EE-84A6-F35814CC6542}"/>
                </a:ext>
              </a:extLst>
            </p:cNvPr>
            <p:cNvGrpSpPr>
              <a:grpSpLocks/>
            </p:cNvGrpSpPr>
            <p:nvPr/>
          </p:nvGrpSpPr>
          <p:grpSpPr bwMode="auto">
            <a:xfrm>
              <a:off x="0" y="72"/>
              <a:ext cx="5759" cy="2040"/>
              <a:chOff x="0" y="72"/>
              <a:chExt cx="5759" cy="2040"/>
            </a:xfrm>
          </p:grpSpPr>
          <p:sp>
            <p:nvSpPr>
              <p:cNvPr id="5" name="Rectangle 3">
                <a:extLst>
                  <a:ext uri="{FF2B5EF4-FFF2-40B4-BE49-F238E27FC236}">
                    <a16:creationId xmlns:a16="http://schemas.microsoft.com/office/drawing/2014/main" id="{2DB8C15C-5AC3-1344-CAF7-B26D92293B6A}"/>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9">
                <a:extLst>
                  <a:ext uri="{FF2B5EF4-FFF2-40B4-BE49-F238E27FC236}">
                    <a16:creationId xmlns:a16="http://schemas.microsoft.com/office/drawing/2014/main" id="{E83C9A17-BE83-C2D9-FF27-6391B709AE89}"/>
                  </a:ext>
                </a:extLst>
              </p:cNvPr>
              <p:cNvGrpSpPr>
                <a:grpSpLocks/>
              </p:cNvGrpSpPr>
              <p:nvPr/>
            </p:nvGrpSpPr>
            <p:grpSpPr bwMode="auto">
              <a:xfrm>
                <a:off x="2289" y="72"/>
                <a:ext cx="1440" cy="1984"/>
                <a:chOff x="2289" y="72"/>
                <a:chExt cx="1440" cy="1984"/>
              </a:xfrm>
            </p:grpSpPr>
            <p:sp>
              <p:nvSpPr>
                <p:cNvPr id="27" name="Freeform 4">
                  <a:extLst>
                    <a:ext uri="{FF2B5EF4-FFF2-40B4-BE49-F238E27FC236}">
                      <a16:creationId xmlns:a16="http://schemas.microsoft.com/office/drawing/2014/main" id="{B598C09C-0EC3-453F-06EB-90A7CE2642FE}"/>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5">
                  <a:extLst>
                    <a:ext uri="{FF2B5EF4-FFF2-40B4-BE49-F238E27FC236}">
                      <a16:creationId xmlns:a16="http://schemas.microsoft.com/office/drawing/2014/main" id="{129E4975-144C-8D49-80B9-82E12407002E}"/>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6">
                  <a:extLst>
                    <a:ext uri="{FF2B5EF4-FFF2-40B4-BE49-F238E27FC236}">
                      <a16:creationId xmlns:a16="http://schemas.microsoft.com/office/drawing/2014/main" id="{CA1BDCA5-8C1C-302A-3FBB-9BA2574A9F55}"/>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7">
                  <a:extLst>
                    <a:ext uri="{FF2B5EF4-FFF2-40B4-BE49-F238E27FC236}">
                      <a16:creationId xmlns:a16="http://schemas.microsoft.com/office/drawing/2014/main" id="{76B02D7E-3882-E401-2F04-49BA58806A97}"/>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Freeform 8">
                  <a:extLst>
                    <a:ext uri="{FF2B5EF4-FFF2-40B4-BE49-F238E27FC236}">
                      <a16:creationId xmlns:a16="http://schemas.microsoft.com/office/drawing/2014/main" id="{E98A36AA-D1AB-B61F-5D30-5982D922A84A}"/>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 name="Oval 10">
                <a:extLst>
                  <a:ext uri="{FF2B5EF4-FFF2-40B4-BE49-F238E27FC236}">
                    <a16:creationId xmlns:a16="http://schemas.microsoft.com/office/drawing/2014/main" id="{4DACA06C-41A9-74B5-7657-BB4DA2AF4289}"/>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29">
                <a:extLst>
                  <a:ext uri="{FF2B5EF4-FFF2-40B4-BE49-F238E27FC236}">
                    <a16:creationId xmlns:a16="http://schemas.microsoft.com/office/drawing/2014/main" id="{E8FE13D9-7C53-9188-0A34-CB69FD622529}"/>
                  </a:ext>
                </a:extLst>
              </p:cNvPr>
              <p:cNvGrpSpPr>
                <a:grpSpLocks/>
              </p:cNvGrpSpPr>
              <p:nvPr/>
            </p:nvGrpSpPr>
            <p:grpSpPr bwMode="auto">
              <a:xfrm>
                <a:off x="2071" y="406"/>
                <a:ext cx="1392" cy="1109"/>
                <a:chOff x="2071" y="406"/>
                <a:chExt cx="1392" cy="1109"/>
              </a:xfrm>
            </p:grpSpPr>
            <p:sp>
              <p:nvSpPr>
                <p:cNvPr id="9" name="Freeform 11">
                  <a:extLst>
                    <a:ext uri="{FF2B5EF4-FFF2-40B4-BE49-F238E27FC236}">
                      <a16:creationId xmlns:a16="http://schemas.microsoft.com/office/drawing/2014/main" id="{487BCF48-3F93-40F5-098F-2603AE6E23FA}"/>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334EA2E2-45C6-DB83-83EB-7A451BBB1FD7}"/>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ECF42BED-B7B5-4AFE-042D-07E4A316872B}"/>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2285AD7E-2A4F-493D-D927-29008D0A0313}"/>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80627A4A-6BDF-2873-9A98-8F3A29E3F1B0}"/>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8C6BD545-7A7B-B7FC-2F3A-183F3A2147CE}"/>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723BFEFC-01B6-9EBF-9A03-7324C96399B0}"/>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8">
                  <a:extLst>
                    <a:ext uri="{FF2B5EF4-FFF2-40B4-BE49-F238E27FC236}">
                      <a16:creationId xmlns:a16="http://schemas.microsoft.com/office/drawing/2014/main" id="{6969CA83-C418-7DF7-ED18-8B3A5F2DD8E0}"/>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9">
                  <a:extLst>
                    <a:ext uri="{FF2B5EF4-FFF2-40B4-BE49-F238E27FC236}">
                      <a16:creationId xmlns:a16="http://schemas.microsoft.com/office/drawing/2014/main" id="{4B2FBAE9-EA56-58A3-5E38-44734D4FA438}"/>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20">
                  <a:extLst>
                    <a:ext uri="{FF2B5EF4-FFF2-40B4-BE49-F238E27FC236}">
                      <a16:creationId xmlns:a16="http://schemas.microsoft.com/office/drawing/2014/main" id="{E778217A-781F-DE9D-B6D9-C99EE3DF89A1}"/>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21">
                  <a:extLst>
                    <a:ext uri="{FF2B5EF4-FFF2-40B4-BE49-F238E27FC236}">
                      <a16:creationId xmlns:a16="http://schemas.microsoft.com/office/drawing/2014/main" id="{5F6CF26D-3FAF-2D7E-F9E3-3CB904F2DB87}"/>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2">
                  <a:extLst>
                    <a:ext uri="{FF2B5EF4-FFF2-40B4-BE49-F238E27FC236}">
                      <a16:creationId xmlns:a16="http://schemas.microsoft.com/office/drawing/2014/main" id="{E74D4BD9-7C38-9D0F-EA02-1949FDEB3F6E}"/>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3">
                  <a:extLst>
                    <a:ext uri="{FF2B5EF4-FFF2-40B4-BE49-F238E27FC236}">
                      <a16:creationId xmlns:a16="http://schemas.microsoft.com/office/drawing/2014/main" id="{8A9E7487-3D07-A992-1A4F-8D6F7CAF230D}"/>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4">
                  <a:extLst>
                    <a:ext uri="{FF2B5EF4-FFF2-40B4-BE49-F238E27FC236}">
                      <a16:creationId xmlns:a16="http://schemas.microsoft.com/office/drawing/2014/main" id="{229F8C2F-9357-80BC-F22B-4BA5E37C8E50}"/>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5">
                  <a:extLst>
                    <a:ext uri="{FF2B5EF4-FFF2-40B4-BE49-F238E27FC236}">
                      <a16:creationId xmlns:a16="http://schemas.microsoft.com/office/drawing/2014/main" id="{D9152E1B-AA43-2941-F1E2-8C8001BF4900}"/>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6">
                  <a:extLst>
                    <a:ext uri="{FF2B5EF4-FFF2-40B4-BE49-F238E27FC236}">
                      <a16:creationId xmlns:a16="http://schemas.microsoft.com/office/drawing/2014/main" id="{6F1A1D5F-5D65-E7F5-0714-75A33B4030E5}"/>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7">
                  <a:extLst>
                    <a:ext uri="{FF2B5EF4-FFF2-40B4-BE49-F238E27FC236}">
                      <a16:creationId xmlns:a16="http://schemas.microsoft.com/office/drawing/2014/main" id="{E6C39CD3-866D-677E-CDA1-861184491414}"/>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8">
                  <a:extLst>
                    <a:ext uri="{FF2B5EF4-FFF2-40B4-BE49-F238E27FC236}">
                      <a16:creationId xmlns:a16="http://schemas.microsoft.com/office/drawing/2014/main" id="{B67442E9-5359-FE0F-E3B1-C63F2AE0ACB8}"/>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2" name="Rectangle 34">
            <a:extLst>
              <a:ext uri="{FF2B5EF4-FFF2-40B4-BE49-F238E27FC236}">
                <a16:creationId xmlns:a16="http://schemas.microsoft.com/office/drawing/2014/main" id="{217AF6EE-D4A1-9AE1-F194-8A95752D1D20}"/>
              </a:ext>
            </a:extLst>
          </p:cNvPr>
          <p:cNvSpPr>
            <a:spLocks noGrp="1" noChangeArrowheads="1"/>
          </p:cNvSpPr>
          <p:nvPr>
            <p:ph type="dt" sz="quarter" idx="10"/>
          </p:nvPr>
        </p:nvSpPr>
        <p:spPr/>
        <p:txBody>
          <a:bodyPr/>
          <a:lstStyle>
            <a:lvl1pPr>
              <a:defRPr/>
            </a:lvl1pPr>
          </a:lstStyle>
          <a:p>
            <a:pPr>
              <a:defRPr/>
            </a:pPr>
            <a:endParaRPr lang="en-US"/>
          </a:p>
        </p:txBody>
      </p:sp>
      <p:sp>
        <p:nvSpPr>
          <p:cNvPr id="33" name="Rectangle 35">
            <a:extLst>
              <a:ext uri="{FF2B5EF4-FFF2-40B4-BE49-F238E27FC236}">
                <a16:creationId xmlns:a16="http://schemas.microsoft.com/office/drawing/2014/main" id="{394B0898-E614-F827-23E1-AE1AFA488742}"/>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Tenth Edition, (c) 2013 Pearson Education, Inc. All rights reserved. </a:t>
            </a:r>
          </a:p>
        </p:txBody>
      </p:sp>
      <p:sp>
        <p:nvSpPr>
          <p:cNvPr id="34" name="Rectangle 36">
            <a:extLst>
              <a:ext uri="{FF2B5EF4-FFF2-40B4-BE49-F238E27FC236}">
                <a16:creationId xmlns:a16="http://schemas.microsoft.com/office/drawing/2014/main" id="{3FF10190-76CB-B25A-85A8-2BF26A306AE2}"/>
              </a:ext>
            </a:extLst>
          </p:cNvPr>
          <p:cNvSpPr>
            <a:spLocks noGrp="1" noChangeArrowheads="1"/>
          </p:cNvSpPr>
          <p:nvPr>
            <p:ph type="sldNum" sz="quarter" idx="12"/>
          </p:nvPr>
        </p:nvSpPr>
        <p:spPr>
          <a:xfrm>
            <a:off x="6553200" y="6400800"/>
            <a:ext cx="1905000" cy="457200"/>
          </a:xfrm>
        </p:spPr>
        <p:txBody>
          <a:bodyPr/>
          <a:lstStyle>
            <a:lvl1pPr>
              <a:defRPr/>
            </a:lvl1pPr>
          </a:lstStyle>
          <a:p>
            <a:fld id="{E3126442-D78D-4EA0-AF8B-37B34C3A4E6F}" type="slidenum">
              <a:rPr lang="en-US" altLang="en-US"/>
              <a:pPr/>
              <a:t>‹#›</a:t>
            </a:fld>
            <a:endParaRPr lang="en-US" altLang="en-US"/>
          </a:p>
        </p:txBody>
      </p:sp>
    </p:spTree>
    <p:extLst>
      <p:ext uri="{BB962C8B-B14F-4D97-AF65-F5344CB8AC3E}">
        <p14:creationId xmlns:p14="http://schemas.microsoft.com/office/powerpoint/2010/main" val="1219767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D35B9A49-5331-2F72-A289-5D91529B622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19D52946-36EA-0390-8420-CDCED4328CF0}"/>
              </a:ext>
            </a:extLst>
          </p:cNvPr>
          <p:cNvSpPr>
            <a:spLocks noGrp="1" noChangeArrowheads="1"/>
          </p:cNvSpPr>
          <p:nvPr>
            <p:ph type="sldNum" sz="quarter" idx="11"/>
          </p:nvPr>
        </p:nvSpPr>
        <p:spPr>
          <a:ln/>
        </p:spPr>
        <p:txBody>
          <a:bodyPr/>
          <a:lstStyle>
            <a:lvl1pPr>
              <a:defRPr/>
            </a:lvl1pPr>
          </a:lstStyle>
          <a:p>
            <a:fld id="{C0E95FFA-985C-497B-B4A0-8AF406A40D26}" type="slidenum">
              <a:rPr lang="en-US" altLang="en-US"/>
              <a:pPr/>
              <a:t>‹#›</a:t>
            </a:fld>
            <a:endParaRPr lang="en-US" altLang="en-US"/>
          </a:p>
        </p:txBody>
      </p:sp>
    </p:spTree>
    <p:extLst>
      <p:ext uri="{BB962C8B-B14F-4D97-AF65-F5344CB8AC3E}">
        <p14:creationId xmlns:p14="http://schemas.microsoft.com/office/powerpoint/2010/main" val="1526828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7C38D6AF-C481-26CE-096A-D3B3DF8ACD5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8707DF72-D229-58B0-CD1C-DE7BDCE3A32C}"/>
              </a:ext>
            </a:extLst>
          </p:cNvPr>
          <p:cNvSpPr>
            <a:spLocks noGrp="1" noChangeArrowheads="1"/>
          </p:cNvSpPr>
          <p:nvPr>
            <p:ph type="sldNum" sz="quarter" idx="11"/>
          </p:nvPr>
        </p:nvSpPr>
        <p:spPr>
          <a:ln/>
        </p:spPr>
        <p:txBody>
          <a:bodyPr/>
          <a:lstStyle>
            <a:lvl1pPr>
              <a:defRPr/>
            </a:lvl1pPr>
          </a:lstStyle>
          <a:p>
            <a:fld id="{181C209A-4C73-4A3F-9990-80CD4F1D8DBE}" type="slidenum">
              <a:rPr lang="en-US" altLang="en-US"/>
              <a:pPr/>
              <a:t>‹#›</a:t>
            </a:fld>
            <a:endParaRPr lang="en-US" altLang="en-US"/>
          </a:p>
        </p:txBody>
      </p:sp>
    </p:spTree>
    <p:extLst>
      <p:ext uri="{BB962C8B-B14F-4D97-AF65-F5344CB8AC3E}">
        <p14:creationId xmlns:p14="http://schemas.microsoft.com/office/powerpoint/2010/main" val="2173396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C2932FD-E6D1-27FA-3BD4-53EA376A494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4872A6BF-9C08-0D57-C790-149B8AC303E5}"/>
              </a:ext>
            </a:extLst>
          </p:cNvPr>
          <p:cNvSpPr>
            <a:spLocks noGrp="1" noChangeArrowheads="1"/>
          </p:cNvSpPr>
          <p:nvPr>
            <p:ph type="sldNum" sz="quarter" idx="11"/>
          </p:nvPr>
        </p:nvSpPr>
        <p:spPr>
          <a:ln/>
        </p:spPr>
        <p:txBody>
          <a:bodyPr/>
          <a:lstStyle>
            <a:lvl1pPr>
              <a:defRPr/>
            </a:lvl1pPr>
          </a:lstStyle>
          <a:p>
            <a:fld id="{19D7E260-4F31-41B5-865B-7B7171179F26}" type="slidenum">
              <a:rPr lang="en-US" altLang="en-US"/>
              <a:pPr/>
              <a:t>‹#›</a:t>
            </a:fld>
            <a:endParaRPr lang="en-US" altLang="en-US"/>
          </a:p>
        </p:txBody>
      </p:sp>
    </p:spTree>
    <p:extLst>
      <p:ext uri="{BB962C8B-B14F-4D97-AF65-F5344CB8AC3E}">
        <p14:creationId xmlns:p14="http://schemas.microsoft.com/office/powerpoint/2010/main" val="4449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31CC6055-9A05-1ED7-AFB1-BB890826232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7D9F9007-1EC2-186F-8140-96A1DB9024B9}"/>
              </a:ext>
            </a:extLst>
          </p:cNvPr>
          <p:cNvSpPr>
            <a:spLocks noGrp="1" noChangeArrowheads="1"/>
          </p:cNvSpPr>
          <p:nvPr>
            <p:ph type="sldNum" sz="quarter" idx="11"/>
          </p:nvPr>
        </p:nvSpPr>
        <p:spPr>
          <a:ln/>
        </p:spPr>
        <p:txBody>
          <a:bodyPr/>
          <a:lstStyle>
            <a:lvl1pPr>
              <a:defRPr/>
            </a:lvl1pPr>
          </a:lstStyle>
          <a:p>
            <a:fld id="{D22BD08B-670E-417F-81BD-2E1F13395B52}" type="slidenum">
              <a:rPr lang="en-US" altLang="en-US"/>
              <a:pPr/>
              <a:t>‹#›</a:t>
            </a:fld>
            <a:endParaRPr lang="en-US" altLang="en-US"/>
          </a:p>
        </p:txBody>
      </p:sp>
    </p:spTree>
    <p:extLst>
      <p:ext uri="{BB962C8B-B14F-4D97-AF65-F5344CB8AC3E}">
        <p14:creationId xmlns:p14="http://schemas.microsoft.com/office/powerpoint/2010/main" val="216376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243AF355-93A9-E614-68F7-D3375F975E8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8C2B67F0-A029-1176-19CF-C394956194E1}"/>
              </a:ext>
            </a:extLst>
          </p:cNvPr>
          <p:cNvSpPr>
            <a:spLocks noGrp="1" noChangeArrowheads="1"/>
          </p:cNvSpPr>
          <p:nvPr>
            <p:ph type="sldNum" sz="quarter" idx="11"/>
          </p:nvPr>
        </p:nvSpPr>
        <p:spPr>
          <a:ln/>
        </p:spPr>
        <p:txBody>
          <a:bodyPr/>
          <a:lstStyle>
            <a:lvl1pPr>
              <a:defRPr/>
            </a:lvl1pPr>
          </a:lstStyle>
          <a:p>
            <a:fld id="{B2822FBD-F306-4634-8DC2-C005643D1DC1}" type="slidenum">
              <a:rPr lang="en-US" altLang="en-US"/>
              <a:pPr/>
              <a:t>‹#›</a:t>
            </a:fld>
            <a:endParaRPr lang="en-US" altLang="en-US"/>
          </a:p>
        </p:txBody>
      </p:sp>
    </p:spTree>
    <p:extLst>
      <p:ext uri="{BB962C8B-B14F-4D97-AF65-F5344CB8AC3E}">
        <p14:creationId xmlns:p14="http://schemas.microsoft.com/office/powerpoint/2010/main" val="2533487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2D605B6A-110A-A2CF-E633-ACC6E11346D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89C27A7A-B0D7-07EA-DDD2-D3D474BC4259}"/>
              </a:ext>
            </a:extLst>
          </p:cNvPr>
          <p:cNvSpPr>
            <a:spLocks noGrp="1" noChangeArrowheads="1"/>
          </p:cNvSpPr>
          <p:nvPr>
            <p:ph type="sldNum" sz="quarter" idx="11"/>
          </p:nvPr>
        </p:nvSpPr>
        <p:spPr>
          <a:ln/>
        </p:spPr>
        <p:txBody>
          <a:bodyPr/>
          <a:lstStyle>
            <a:lvl1pPr>
              <a:defRPr/>
            </a:lvl1pPr>
          </a:lstStyle>
          <a:p>
            <a:fld id="{D9B6F9EA-7061-4E77-B6EB-EA3578CFD5E0}" type="slidenum">
              <a:rPr lang="en-US" altLang="en-US"/>
              <a:pPr/>
              <a:t>‹#›</a:t>
            </a:fld>
            <a:endParaRPr lang="en-US" altLang="en-US"/>
          </a:p>
        </p:txBody>
      </p:sp>
    </p:spTree>
    <p:extLst>
      <p:ext uri="{BB962C8B-B14F-4D97-AF65-F5344CB8AC3E}">
        <p14:creationId xmlns:p14="http://schemas.microsoft.com/office/powerpoint/2010/main" val="1212841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79311F73-FC60-2294-5D74-4B358545A50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9130BF6D-0476-242F-CB7A-FB6BF58336D9}"/>
              </a:ext>
            </a:extLst>
          </p:cNvPr>
          <p:cNvSpPr>
            <a:spLocks noGrp="1" noChangeArrowheads="1"/>
          </p:cNvSpPr>
          <p:nvPr>
            <p:ph type="sldNum" sz="quarter" idx="11"/>
          </p:nvPr>
        </p:nvSpPr>
        <p:spPr>
          <a:ln/>
        </p:spPr>
        <p:txBody>
          <a:bodyPr/>
          <a:lstStyle>
            <a:lvl1pPr>
              <a:defRPr/>
            </a:lvl1pPr>
          </a:lstStyle>
          <a:p>
            <a:fld id="{2E3DDEF2-6F45-4D96-8668-54B99CD13B41}" type="slidenum">
              <a:rPr lang="en-US" altLang="en-US"/>
              <a:pPr/>
              <a:t>‹#›</a:t>
            </a:fld>
            <a:endParaRPr lang="en-US" altLang="en-US"/>
          </a:p>
        </p:txBody>
      </p:sp>
    </p:spTree>
    <p:extLst>
      <p:ext uri="{BB962C8B-B14F-4D97-AF65-F5344CB8AC3E}">
        <p14:creationId xmlns:p14="http://schemas.microsoft.com/office/powerpoint/2010/main" val="774307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630B2A27-C67B-9784-AA56-91C20EEB984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14C71697-27C9-20BD-574E-A81C1F6B9D7E}"/>
              </a:ext>
            </a:extLst>
          </p:cNvPr>
          <p:cNvSpPr>
            <a:spLocks noGrp="1" noChangeArrowheads="1"/>
          </p:cNvSpPr>
          <p:nvPr>
            <p:ph type="sldNum" sz="quarter" idx="11"/>
          </p:nvPr>
        </p:nvSpPr>
        <p:spPr>
          <a:ln/>
        </p:spPr>
        <p:txBody>
          <a:bodyPr/>
          <a:lstStyle>
            <a:lvl1pPr>
              <a:defRPr/>
            </a:lvl1pPr>
          </a:lstStyle>
          <a:p>
            <a:fld id="{7B879E52-22FA-4E83-A210-AE22EDA8A909}" type="slidenum">
              <a:rPr lang="en-US" altLang="en-US"/>
              <a:pPr/>
              <a:t>‹#›</a:t>
            </a:fld>
            <a:endParaRPr lang="en-US" altLang="en-US"/>
          </a:p>
        </p:txBody>
      </p:sp>
    </p:spTree>
    <p:extLst>
      <p:ext uri="{BB962C8B-B14F-4D97-AF65-F5344CB8AC3E}">
        <p14:creationId xmlns:p14="http://schemas.microsoft.com/office/powerpoint/2010/main" val="3487005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0E4B9D61-A25A-94CB-C000-82D31C127C7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D3430B5B-28B5-D074-77E5-6F95029F4C40}"/>
              </a:ext>
            </a:extLst>
          </p:cNvPr>
          <p:cNvSpPr>
            <a:spLocks noGrp="1" noChangeArrowheads="1"/>
          </p:cNvSpPr>
          <p:nvPr>
            <p:ph type="sldNum" sz="quarter" idx="11"/>
          </p:nvPr>
        </p:nvSpPr>
        <p:spPr>
          <a:ln/>
        </p:spPr>
        <p:txBody>
          <a:bodyPr/>
          <a:lstStyle>
            <a:lvl1pPr>
              <a:defRPr/>
            </a:lvl1pPr>
          </a:lstStyle>
          <a:p>
            <a:fld id="{38F0DB08-EEAC-494F-B23B-DB8B39D60465}" type="slidenum">
              <a:rPr lang="en-US" altLang="en-US"/>
              <a:pPr/>
              <a:t>‹#›</a:t>
            </a:fld>
            <a:endParaRPr lang="en-US" altLang="en-US"/>
          </a:p>
        </p:txBody>
      </p:sp>
    </p:spTree>
    <p:extLst>
      <p:ext uri="{BB962C8B-B14F-4D97-AF65-F5344CB8AC3E}">
        <p14:creationId xmlns:p14="http://schemas.microsoft.com/office/powerpoint/2010/main" val="4105053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B5356C20-E4E6-8ED8-0BCF-1FC82C393F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08642A38-4465-8631-C982-427483FC46AC}"/>
              </a:ext>
            </a:extLst>
          </p:cNvPr>
          <p:cNvSpPr>
            <a:spLocks noGrp="1" noChangeArrowheads="1"/>
          </p:cNvSpPr>
          <p:nvPr>
            <p:ph type="sldNum" sz="quarter" idx="11"/>
          </p:nvPr>
        </p:nvSpPr>
        <p:spPr>
          <a:ln/>
        </p:spPr>
        <p:txBody>
          <a:bodyPr/>
          <a:lstStyle>
            <a:lvl1pPr>
              <a:defRPr/>
            </a:lvl1pPr>
          </a:lstStyle>
          <a:p>
            <a:fld id="{9CD1A996-1097-4EEF-BBF5-2EAC0BA4486A}" type="slidenum">
              <a:rPr lang="en-US" altLang="en-US"/>
              <a:pPr/>
              <a:t>‹#›</a:t>
            </a:fld>
            <a:endParaRPr lang="en-US" altLang="en-US"/>
          </a:p>
        </p:txBody>
      </p:sp>
    </p:spTree>
    <p:extLst>
      <p:ext uri="{BB962C8B-B14F-4D97-AF65-F5344CB8AC3E}">
        <p14:creationId xmlns:p14="http://schemas.microsoft.com/office/powerpoint/2010/main" val="1331588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0C42A9D3-395C-F7CE-0FE3-E536BDC38C92}"/>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9050303C-5835-0E91-9704-8B1D617DC1BC}"/>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B556C068-8976-A3B7-132B-898388CCA231}"/>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CF22987D-1C43-DEC7-F604-0D3A21F589B7}"/>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A5BAF7F3-7981-2A82-E375-702BA87F968E}"/>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7B321BAD-83C9-81B2-6C3E-4519C43E0BFC}"/>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F77BD40A-4395-7252-D771-383CC42C0927}"/>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CEAE9EC7-0772-9C17-442F-51205D4CB09E}"/>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91D2EE55-3850-002E-7F3C-02AD1E591D7D}"/>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306F88C8-BFB9-83BE-A622-B33A925528BE}"/>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B7823B72-4054-3038-20B8-AD32F1FC1B78}"/>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74F3A658-5CE4-8B5A-2A06-44C012154746}"/>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87A2240B-74BA-C665-6864-5E57424C4E68}"/>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C03413B1-0551-B463-B84E-FFAA327C7599}"/>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CEAD6027-CCA5-F807-05F8-888EF8A527C4}"/>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C3E50D9B-247F-8F3D-8F8E-8BFB729AD73C}"/>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384D137C-1753-8581-E20C-953D93204BAD}"/>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5899BCFF-9319-7422-790B-DF09C3C8C856}"/>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FDF2B671-74D1-9917-C47C-6BB1A887AF8C}"/>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120FD25C-DDC8-F4F9-5EEF-F42C39371F80}"/>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67700C18-30F9-AD16-552E-CF5C35E22A1B}"/>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442A267B-03B2-085C-79ED-3FBFAA097D38}"/>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3B89CDB1-118E-8CBE-2F43-30D74A756015}"/>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171DE967-AC56-E785-9686-DCA2E170965E}"/>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34BBEEE6-D691-5EAA-E561-84617E1E1733}"/>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A27A397E-35D7-45DE-85C9-4FD4730977FF}"/>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E7A9ECEB-1456-CEF3-19C0-A00F4918114D}"/>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530AFD30-CF0D-CFE4-C765-F48C60D10F82}"/>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BB52EE5F-15DF-1829-ED71-F807DCDA4EA9}"/>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708E0C6E-1366-035D-A953-D469940FE1DF}"/>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690F3B6D-773B-E744-0F76-EF13DF97F027}"/>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83BB98C0-0CF6-614D-E17F-85D467337EA5}"/>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5FF41624-A08F-410C-8784-0A891E634730}" type="slidenum">
              <a:rPr lang="en-US" altLang="en-US"/>
              <a:pPr/>
              <a:t>‹#›</a:t>
            </a:fld>
            <a:endParaRPr lang="en-US" altLang="en-US"/>
          </a:p>
        </p:txBody>
      </p:sp>
      <p:sp>
        <p:nvSpPr>
          <p:cNvPr id="1031" name="Rectangle 35">
            <a:extLst>
              <a:ext uri="{FF2B5EF4-FFF2-40B4-BE49-F238E27FC236}">
                <a16:creationId xmlns:a16="http://schemas.microsoft.com/office/drawing/2014/main" id="{B8CC9954-75A7-A430-13BD-A3EB5C9330D2}"/>
              </a:ext>
            </a:extLst>
          </p:cNvPr>
          <p:cNvSpPr>
            <a:spLocks noChangeArrowheads="1"/>
          </p:cNvSpPr>
          <p:nvPr userDrawn="1"/>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a:latin typeface="Arial" charset="0"/>
              </a:rPr>
              <a:t>Liang, Introduction to Java Programming, Tenth Edition, (c) 2013 Pearson Education, Inc. All rights reserved. </a:t>
            </a:r>
          </a:p>
        </p:txBody>
      </p:sp>
    </p:spTree>
  </p:cSld>
  <p:clrMap bg1="lt1" tx1="dk1" bg2="lt2" tx2="dk2" accent1="accent1" accent2="accent2" accent3="accent3" accent4="accent4" accent5="accent5" accent6="accent6" hlink="hlink" folHlink="folHlink"/>
  <p:sldLayoutIdLst>
    <p:sldLayoutId id="2147483719"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cs.armstrong.edu/liang/animation/HashingLinearProbingAnimation.html"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cs.armstrong.edu/liang/animation/HashingUsingSeparateChainingAnimation.html"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www.cs.armstrong.edu/liang/intro10e/html/MyHashMap.html" TargetMode="External"/><Relationship Id="rId3" Type="http://schemas.openxmlformats.org/officeDocument/2006/relationships/hyperlink" Target="html/TestMyHashMap.bat" TargetMode="External"/><Relationship Id="rId7" Type="http://schemas.openxmlformats.org/officeDocument/2006/relationships/hyperlink" Target="http://www.cs.armstrong.edu/liang/intro10e/html/TestMyHashMap.html" TargetMode="Externa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hyperlink" Target="html/MyMap.html" TargetMode="External"/><Relationship Id="rId5" Type="http://schemas.openxmlformats.org/officeDocument/2006/relationships/hyperlink" Target="html/MyHashMap.html" TargetMode="External"/><Relationship Id="rId4" Type="http://schemas.openxmlformats.org/officeDocument/2006/relationships/hyperlink" Target="html/TestMyHashMap.html" TargetMode="External"/><Relationship Id="rId9" Type="http://schemas.openxmlformats.org/officeDocument/2006/relationships/hyperlink" Target="http://www.cs.armstrong.edu/liang/intro10e/html/MyMap.html"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www.cs.armstrong.edu/liang/intro10e/html/MyHashSet.html" TargetMode="External"/><Relationship Id="rId3" Type="http://schemas.openxmlformats.org/officeDocument/2006/relationships/hyperlink" Target="html/TestMyHashSet.html" TargetMode="External"/><Relationship Id="rId7" Type="http://schemas.openxmlformats.org/officeDocument/2006/relationships/hyperlink" Target="html/MyHashSet.html" TargetMode="Externa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hyperlink" Target="http://www.cs.armstrong.edu/liang/intro10e/html/MySet.html" TargetMode="External"/><Relationship Id="rId5" Type="http://schemas.openxmlformats.org/officeDocument/2006/relationships/hyperlink" Target="http://www.cs.armstrong.edu/liang/intro10e/html/TestMyHashSet.html" TargetMode="External"/><Relationship Id="rId4" Type="http://schemas.openxmlformats.org/officeDocument/2006/relationships/hyperlink" Target="html/MySet.html" TargetMode="External"/><Relationship Id="rId9" Type="http://schemas.openxmlformats.org/officeDocument/2006/relationships/hyperlink" Target="html/TestMyHashSet.ba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a:extLst>
              <a:ext uri="{FF2B5EF4-FFF2-40B4-BE49-F238E27FC236}">
                <a16:creationId xmlns:a16="http://schemas.microsoft.com/office/drawing/2014/main" id="{F5A17ED6-3307-D09E-4446-053431E31149}"/>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D16FE90-49FF-4E56-A71E-F7EEF8B433CA}" type="slidenum">
              <a:rPr lang="en-US" altLang="en-US" sz="1400"/>
              <a:pPr>
                <a:spcBef>
                  <a:spcPct val="0"/>
                </a:spcBef>
                <a:buClrTx/>
                <a:buSzTx/>
                <a:buFontTx/>
                <a:buNone/>
              </a:pPr>
              <a:t>1</a:t>
            </a:fld>
            <a:endParaRPr lang="en-US" altLang="en-US" sz="1400"/>
          </a:p>
        </p:txBody>
      </p:sp>
      <p:sp>
        <p:nvSpPr>
          <p:cNvPr id="3075" name="Rectangle 2">
            <a:extLst>
              <a:ext uri="{FF2B5EF4-FFF2-40B4-BE49-F238E27FC236}">
                <a16:creationId xmlns:a16="http://schemas.microsoft.com/office/drawing/2014/main" id="{0F3CC159-F3CC-5CEC-F837-420E638A055E}"/>
              </a:ext>
            </a:extLst>
          </p:cNvPr>
          <p:cNvSpPr>
            <a:spLocks noGrp="1" noChangeArrowheads="1"/>
          </p:cNvSpPr>
          <p:nvPr>
            <p:ph type="title"/>
          </p:nvPr>
        </p:nvSpPr>
        <p:spPr>
          <a:xfrm>
            <a:off x="304800" y="1676400"/>
            <a:ext cx="8534400" cy="1524000"/>
          </a:xfrm>
        </p:spPr>
        <p:txBody>
          <a:bodyPr/>
          <a:lstStyle/>
          <a:p>
            <a:r>
              <a:rPr lang="en-US" altLang="en-US"/>
              <a:t>Chapter 27 Hashing</a:t>
            </a:r>
          </a:p>
        </p:txBody>
      </p:sp>
      <p:sp>
        <p:nvSpPr>
          <p:cNvPr id="3076" name="Rectangle 7">
            <a:extLst>
              <a:ext uri="{FF2B5EF4-FFF2-40B4-BE49-F238E27FC236}">
                <a16:creationId xmlns:a16="http://schemas.microsoft.com/office/drawing/2014/main" id="{968F61B8-02E7-D162-1886-1AB9EE2E7336}"/>
              </a:ext>
            </a:extLst>
          </p:cNvPr>
          <p:cNvSpPr>
            <a:spLocks noChangeArrowheads="1"/>
          </p:cNvSpPr>
          <p:nvPr/>
        </p:nvSpPr>
        <p:spPr bwMode="auto">
          <a:xfrm>
            <a:off x="2109788" y="2319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7" name="Rectangle 9">
            <a:extLst>
              <a:ext uri="{FF2B5EF4-FFF2-40B4-BE49-F238E27FC236}">
                <a16:creationId xmlns:a16="http://schemas.microsoft.com/office/drawing/2014/main" id="{4ADE265D-016C-4C6D-3FDB-D669322649D7}"/>
              </a:ext>
            </a:extLst>
          </p:cNvPr>
          <p:cNvSpPr>
            <a:spLocks noChangeArrowheads="1"/>
          </p:cNvSpPr>
          <p:nvPr/>
        </p:nvSpPr>
        <p:spPr bwMode="auto">
          <a:xfrm>
            <a:off x="2109788" y="23193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CB7A96F2-4206-4C75-30B4-3E109CE63AA0}"/>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64D42C7-CFE7-4E34-9230-BC0C00FDF728}" type="slidenum">
              <a:rPr lang="en-US" altLang="en-US" sz="1400"/>
              <a:pPr>
                <a:spcBef>
                  <a:spcPct val="0"/>
                </a:spcBef>
                <a:buClrTx/>
                <a:buSzTx/>
                <a:buFontTx/>
                <a:buNone/>
              </a:pPr>
              <a:t>2</a:t>
            </a:fld>
            <a:endParaRPr lang="en-US" altLang="en-US" sz="1400"/>
          </a:p>
        </p:txBody>
      </p:sp>
      <p:sp>
        <p:nvSpPr>
          <p:cNvPr id="4099" name="Rectangle 2">
            <a:extLst>
              <a:ext uri="{FF2B5EF4-FFF2-40B4-BE49-F238E27FC236}">
                <a16:creationId xmlns:a16="http://schemas.microsoft.com/office/drawing/2014/main" id="{DFAEC48F-7938-7F6E-18BF-0EAE5E47E3A6}"/>
              </a:ext>
            </a:extLst>
          </p:cNvPr>
          <p:cNvSpPr>
            <a:spLocks noGrp="1" noChangeArrowheads="1"/>
          </p:cNvSpPr>
          <p:nvPr>
            <p:ph type="title"/>
          </p:nvPr>
        </p:nvSpPr>
        <p:spPr>
          <a:xfrm>
            <a:off x="685800" y="152400"/>
            <a:ext cx="7772400" cy="552450"/>
          </a:xfrm>
        </p:spPr>
        <p:txBody>
          <a:bodyPr/>
          <a:lstStyle/>
          <a:p>
            <a:r>
              <a:rPr lang="en-US" altLang="en-US"/>
              <a:t>Objectives</a:t>
            </a:r>
          </a:p>
        </p:txBody>
      </p:sp>
      <p:sp>
        <p:nvSpPr>
          <p:cNvPr id="4100" name="Rectangle 3">
            <a:extLst>
              <a:ext uri="{FF2B5EF4-FFF2-40B4-BE49-F238E27FC236}">
                <a16:creationId xmlns:a16="http://schemas.microsoft.com/office/drawing/2014/main" id="{BEF524F4-C0FB-503C-154C-618F9F6FB358}"/>
              </a:ext>
            </a:extLst>
          </p:cNvPr>
          <p:cNvSpPr>
            <a:spLocks noGrp="1" noChangeArrowheads="1"/>
          </p:cNvSpPr>
          <p:nvPr>
            <p:ph type="body" idx="1"/>
          </p:nvPr>
        </p:nvSpPr>
        <p:spPr>
          <a:xfrm>
            <a:off x="0" y="914400"/>
            <a:ext cx="9144000" cy="5638800"/>
          </a:xfrm>
        </p:spPr>
        <p:txBody>
          <a:bodyPr/>
          <a:lstStyle/>
          <a:p>
            <a:pPr marL="457200" indent="-284163"/>
            <a:r>
              <a:rPr lang="en-US" altLang="en-US" sz="2800"/>
              <a:t>To know what hashing is for (§27.3).</a:t>
            </a:r>
          </a:p>
          <a:p>
            <a:pPr marL="457200" indent="-284163"/>
            <a:r>
              <a:rPr lang="en-US" altLang="en-US" sz="2800"/>
              <a:t>To obtain the hash code for an object and design the hash function to map a key to an index (§27.4).</a:t>
            </a:r>
          </a:p>
          <a:p>
            <a:pPr marL="457200" indent="-284163"/>
            <a:r>
              <a:rPr lang="en-US" altLang="en-US" sz="2800"/>
              <a:t>To handle collisions using open addressing (§27.5).</a:t>
            </a:r>
          </a:p>
          <a:p>
            <a:pPr marL="457200" indent="-284163"/>
            <a:r>
              <a:rPr lang="en-US" altLang="en-US" sz="2800"/>
              <a:t>To know the differences among linear probing, quadratic probing, and double hashing (§27.5).</a:t>
            </a:r>
          </a:p>
          <a:p>
            <a:pPr marL="457200" indent="-284163"/>
            <a:r>
              <a:rPr lang="en-US" altLang="en-US" sz="2800"/>
              <a:t>To handle collisions using separate chaining (§27.6).</a:t>
            </a:r>
          </a:p>
          <a:p>
            <a:pPr marL="457200" indent="-284163"/>
            <a:r>
              <a:rPr lang="en-US" altLang="en-US" sz="2800"/>
              <a:t>To understand the load factor and the need for rehashing (§27.7).</a:t>
            </a:r>
          </a:p>
          <a:p>
            <a:pPr marL="457200" indent="-284163"/>
            <a:r>
              <a:rPr lang="en-US" altLang="en-US" sz="2800"/>
              <a:t>To implement MyHashMap using hashing (§27.8).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44E66826-D5D2-C9BF-2609-70EAFB6CCC09}"/>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CAA9237-9BC1-45F9-925C-C4EBF0153DF6}" type="slidenum">
              <a:rPr lang="en-US" altLang="en-US" sz="1400"/>
              <a:pPr>
                <a:spcBef>
                  <a:spcPct val="0"/>
                </a:spcBef>
                <a:buClrTx/>
                <a:buSzTx/>
                <a:buFontTx/>
                <a:buNone/>
              </a:pPr>
              <a:t>3</a:t>
            </a:fld>
            <a:endParaRPr lang="en-US" altLang="en-US" sz="1400"/>
          </a:p>
        </p:txBody>
      </p:sp>
      <p:sp>
        <p:nvSpPr>
          <p:cNvPr id="5123" name="Rectangle 2">
            <a:extLst>
              <a:ext uri="{FF2B5EF4-FFF2-40B4-BE49-F238E27FC236}">
                <a16:creationId xmlns:a16="http://schemas.microsoft.com/office/drawing/2014/main" id="{F3C4D70F-BDF4-5AB7-8132-C86B9169EF5A}"/>
              </a:ext>
            </a:extLst>
          </p:cNvPr>
          <p:cNvSpPr>
            <a:spLocks noGrp="1" noChangeArrowheads="1"/>
          </p:cNvSpPr>
          <p:nvPr>
            <p:ph type="title"/>
          </p:nvPr>
        </p:nvSpPr>
        <p:spPr>
          <a:xfrm>
            <a:off x="685800" y="285750"/>
            <a:ext cx="7772400" cy="704850"/>
          </a:xfrm>
        </p:spPr>
        <p:txBody>
          <a:bodyPr/>
          <a:lstStyle/>
          <a:p>
            <a:r>
              <a:rPr lang="en-US" altLang="en-US"/>
              <a:t>Why Hashing? </a:t>
            </a:r>
          </a:p>
        </p:txBody>
      </p:sp>
      <p:sp>
        <p:nvSpPr>
          <p:cNvPr id="5124" name="Text Box 3">
            <a:extLst>
              <a:ext uri="{FF2B5EF4-FFF2-40B4-BE49-F238E27FC236}">
                <a16:creationId xmlns:a16="http://schemas.microsoft.com/office/drawing/2014/main" id="{BD866371-003F-3E81-679F-61945F0E23D2}"/>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5125" name="Text Box 4">
            <a:extLst>
              <a:ext uri="{FF2B5EF4-FFF2-40B4-BE49-F238E27FC236}">
                <a16:creationId xmlns:a16="http://schemas.microsoft.com/office/drawing/2014/main" id="{18FD016C-1B01-D521-4097-361ACFA5717F}"/>
              </a:ext>
            </a:extLst>
          </p:cNvPr>
          <p:cNvSpPr txBox="1">
            <a:spLocks noChangeArrowheads="1"/>
          </p:cNvSpPr>
          <p:nvPr/>
        </p:nvSpPr>
        <p:spPr bwMode="auto">
          <a:xfrm>
            <a:off x="304800" y="1219200"/>
            <a:ext cx="8610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The preceding chapters introduced search trees. An element can be found in O(logn) time in a well-balanced search tree. Is there a more efficient way to search for an element in a container? This chapter introduces a technique called </a:t>
            </a:r>
            <a:r>
              <a:rPr lang="en-US" altLang="en-US" sz="2400" i="1"/>
              <a:t>hashing</a:t>
            </a:r>
            <a:r>
              <a:rPr lang="en-US" altLang="en-US" sz="2400"/>
              <a:t>. You can use hashing to implement a map or a set to search, insert, and delete an element in  O(1) time.</a:t>
            </a:r>
          </a:p>
        </p:txBody>
      </p:sp>
      <p:sp>
        <p:nvSpPr>
          <p:cNvPr id="5126" name="Rectangle 6">
            <a:extLst>
              <a:ext uri="{FF2B5EF4-FFF2-40B4-BE49-F238E27FC236}">
                <a16:creationId xmlns:a16="http://schemas.microsoft.com/office/drawing/2014/main" id="{2349BFF3-5344-9673-C47D-9745C0520C9F}"/>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7" name="Rectangle 8">
            <a:extLst>
              <a:ext uri="{FF2B5EF4-FFF2-40B4-BE49-F238E27FC236}">
                <a16:creationId xmlns:a16="http://schemas.microsoft.com/office/drawing/2014/main" id="{DB66948D-04EA-5E98-A038-154454A05538}"/>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8" name="Rectangle 12">
            <a:extLst>
              <a:ext uri="{FF2B5EF4-FFF2-40B4-BE49-F238E27FC236}">
                <a16:creationId xmlns:a16="http://schemas.microsoft.com/office/drawing/2014/main" id="{E0D6C9A5-4244-3D3F-F09E-85B11A943F80}"/>
              </a:ext>
            </a:extLst>
          </p:cNvPr>
          <p:cNvSpPr>
            <a:spLocks noChangeArrowheads="1"/>
          </p:cNvSpPr>
          <p:nvPr/>
        </p:nvSpPr>
        <p:spPr bwMode="auto">
          <a:xfrm>
            <a:off x="0"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9" name="Rectangle 14">
            <a:extLst>
              <a:ext uri="{FF2B5EF4-FFF2-40B4-BE49-F238E27FC236}">
                <a16:creationId xmlns:a16="http://schemas.microsoft.com/office/drawing/2014/main" id="{45BBBDB6-4A8A-B2CB-2E2C-39210392E748}"/>
              </a:ext>
            </a:extLst>
          </p:cNvPr>
          <p:cNvSpPr>
            <a:spLocks noChangeArrowheads="1"/>
          </p:cNvSpPr>
          <p:nvPr/>
        </p:nvSpPr>
        <p:spPr bwMode="auto">
          <a:xfrm>
            <a:off x="0" y="2776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8FED2777-896B-AFCE-DD42-E3EE92489EB1}"/>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C55B5C3-B10E-4B7F-A336-B47BB6223C53}" type="slidenum">
              <a:rPr lang="en-US" altLang="en-US" sz="1400"/>
              <a:pPr>
                <a:spcBef>
                  <a:spcPct val="0"/>
                </a:spcBef>
                <a:buClrTx/>
                <a:buSzTx/>
                <a:buFontTx/>
                <a:buNone/>
              </a:pPr>
              <a:t>4</a:t>
            </a:fld>
            <a:endParaRPr lang="en-US" altLang="en-US" sz="1400"/>
          </a:p>
        </p:txBody>
      </p:sp>
      <p:sp>
        <p:nvSpPr>
          <p:cNvPr id="6147" name="Rectangle 2">
            <a:extLst>
              <a:ext uri="{FF2B5EF4-FFF2-40B4-BE49-F238E27FC236}">
                <a16:creationId xmlns:a16="http://schemas.microsoft.com/office/drawing/2014/main" id="{1EFCC7F8-53DE-4456-4F13-6F9490D4B3F7}"/>
              </a:ext>
            </a:extLst>
          </p:cNvPr>
          <p:cNvSpPr>
            <a:spLocks noGrp="1" noChangeArrowheads="1"/>
          </p:cNvSpPr>
          <p:nvPr>
            <p:ph type="title"/>
          </p:nvPr>
        </p:nvSpPr>
        <p:spPr>
          <a:xfrm>
            <a:off x="685800" y="285750"/>
            <a:ext cx="7772400" cy="704850"/>
          </a:xfrm>
        </p:spPr>
        <p:txBody>
          <a:bodyPr/>
          <a:lstStyle/>
          <a:p>
            <a:r>
              <a:rPr lang="en-US" altLang="en-US"/>
              <a:t>Map </a:t>
            </a:r>
          </a:p>
        </p:txBody>
      </p:sp>
      <p:sp>
        <p:nvSpPr>
          <p:cNvPr id="6148" name="Text Box 3">
            <a:extLst>
              <a:ext uri="{FF2B5EF4-FFF2-40B4-BE49-F238E27FC236}">
                <a16:creationId xmlns:a16="http://schemas.microsoft.com/office/drawing/2014/main" id="{177D22D8-9596-C0D0-64EC-C80A3AE7E76F}"/>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6149" name="Text Box 4">
            <a:extLst>
              <a:ext uri="{FF2B5EF4-FFF2-40B4-BE49-F238E27FC236}">
                <a16:creationId xmlns:a16="http://schemas.microsoft.com/office/drawing/2014/main" id="{8290D935-1C1D-DCB0-A30C-118D99F05662}"/>
              </a:ext>
            </a:extLst>
          </p:cNvPr>
          <p:cNvSpPr txBox="1">
            <a:spLocks noChangeArrowheads="1"/>
          </p:cNvSpPr>
          <p:nvPr/>
        </p:nvSpPr>
        <p:spPr bwMode="auto">
          <a:xfrm>
            <a:off x="304800" y="1219200"/>
            <a:ext cx="86106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A </a:t>
            </a:r>
            <a:r>
              <a:rPr lang="en-US" altLang="en-US" sz="2400" i="1"/>
              <a:t>map</a:t>
            </a:r>
            <a:r>
              <a:rPr lang="en-US" altLang="en-US" sz="2400"/>
              <a:t> is a data structure that stores entries. Each entry contains two parts: </a:t>
            </a:r>
            <a:r>
              <a:rPr lang="en-US" altLang="en-US" sz="2400" i="1"/>
              <a:t>key</a:t>
            </a:r>
            <a:r>
              <a:rPr lang="en-US" altLang="en-US" sz="2400"/>
              <a:t> and </a:t>
            </a:r>
            <a:r>
              <a:rPr lang="en-US" altLang="en-US" sz="2400" i="1"/>
              <a:t>value</a:t>
            </a:r>
            <a:r>
              <a:rPr lang="en-US" altLang="en-US" sz="2400"/>
              <a:t>. The key is also called a </a:t>
            </a:r>
            <a:r>
              <a:rPr lang="en-US" altLang="en-US" sz="2400" i="1"/>
              <a:t>search key</a:t>
            </a:r>
            <a:r>
              <a:rPr lang="en-US" altLang="en-US" sz="2400"/>
              <a:t>, which is used to search for the corresponding value. For example, a dictionary can be stored in a map, where the words are the keys and the definitions of the words are the values.</a:t>
            </a:r>
          </a:p>
        </p:txBody>
      </p:sp>
      <p:sp>
        <p:nvSpPr>
          <p:cNvPr id="6150" name="Rectangle 5">
            <a:extLst>
              <a:ext uri="{FF2B5EF4-FFF2-40B4-BE49-F238E27FC236}">
                <a16:creationId xmlns:a16="http://schemas.microsoft.com/office/drawing/2014/main" id="{705B5F80-696D-CE30-C0D7-F49D773A6A49}"/>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1" name="Rectangle 6">
            <a:extLst>
              <a:ext uri="{FF2B5EF4-FFF2-40B4-BE49-F238E27FC236}">
                <a16:creationId xmlns:a16="http://schemas.microsoft.com/office/drawing/2014/main" id="{BE2F5458-C3F6-8D08-7DE1-7422A5B80085}"/>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2" name="Text Box 7">
            <a:extLst>
              <a:ext uri="{FF2B5EF4-FFF2-40B4-BE49-F238E27FC236}">
                <a16:creationId xmlns:a16="http://schemas.microsoft.com/office/drawing/2014/main" id="{C7A2BA61-AA68-49B8-C57D-10EA2908A44A}"/>
              </a:ext>
            </a:extLst>
          </p:cNvPr>
          <p:cNvSpPr txBox="1">
            <a:spLocks noChangeArrowheads="1"/>
          </p:cNvSpPr>
          <p:nvPr/>
        </p:nvSpPr>
        <p:spPr bwMode="auto">
          <a:xfrm>
            <a:off x="304800" y="350520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A map is also called a </a:t>
            </a:r>
            <a:r>
              <a:rPr lang="en-US" altLang="en-US" sz="2400" i="1"/>
              <a:t>dictionary</a:t>
            </a:r>
            <a:r>
              <a:rPr lang="en-US" altLang="en-US" sz="2400"/>
              <a:t>, a </a:t>
            </a:r>
            <a:r>
              <a:rPr lang="en-US" altLang="en-US" sz="2400" i="1"/>
              <a:t>hash table</a:t>
            </a:r>
            <a:r>
              <a:rPr lang="en-US" altLang="en-US" sz="2400"/>
              <a:t>, or an associative array. The new trend is to use the term map.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8B8D8934-BF0F-10AB-93D2-EB27B09CFA71}"/>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27BD931-3510-4E92-ACFA-9BDF362BAE5F}" type="slidenum">
              <a:rPr lang="en-US" altLang="en-US" sz="1400"/>
              <a:pPr>
                <a:spcBef>
                  <a:spcPct val="0"/>
                </a:spcBef>
                <a:buClrTx/>
                <a:buSzTx/>
                <a:buFontTx/>
                <a:buNone/>
              </a:pPr>
              <a:t>5</a:t>
            </a:fld>
            <a:endParaRPr lang="en-US" altLang="en-US" sz="1400"/>
          </a:p>
        </p:txBody>
      </p:sp>
      <p:sp>
        <p:nvSpPr>
          <p:cNvPr id="7171" name="Rectangle 2">
            <a:extLst>
              <a:ext uri="{FF2B5EF4-FFF2-40B4-BE49-F238E27FC236}">
                <a16:creationId xmlns:a16="http://schemas.microsoft.com/office/drawing/2014/main" id="{81604068-7FAE-7DB6-2AE6-4124744291EB}"/>
              </a:ext>
            </a:extLst>
          </p:cNvPr>
          <p:cNvSpPr>
            <a:spLocks noGrp="1" noChangeArrowheads="1"/>
          </p:cNvSpPr>
          <p:nvPr>
            <p:ph type="title"/>
          </p:nvPr>
        </p:nvSpPr>
        <p:spPr>
          <a:xfrm>
            <a:off x="685800" y="285750"/>
            <a:ext cx="7772400" cy="704850"/>
          </a:xfrm>
        </p:spPr>
        <p:txBody>
          <a:bodyPr/>
          <a:lstStyle/>
          <a:p>
            <a:r>
              <a:rPr lang="en-US" altLang="en-US"/>
              <a:t>What is Hashing? </a:t>
            </a:r>
          </a:p>
        </p:txBody>
      </p:sp>
      <p:sp>
        <p:nvSpPr>
          <p:cNvPr id="7172" name="Text Box 4">
            <a:extLst>
              <a:ext uri="{FF2B5EF4-FFF2-40B4-BE49-F238E27FC236}">
                <a16:creationId xmlns:a16="http://schemas.microsoft.com/office/drawing/2014/main" id="{8B774E58-5D99-A6DC-B97C-B8EFEDB44EDC}"/>
              </a:ext>
            </a:extLst>
          </p:cNvPr>
          <p:cNvSpPr txBox="1">
            <a:spLocks noChangeArrowheads="1"/>
          </p:cNvSpPr>
          <p:nvPr/>
        </p:nvSpPr>
        <p:spPr bwMode="auto">
          <a:xfrm>
            <a:off x="304800" y="1219200"/>
            <a:ext cx="8610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If you know the index of an element in the array, you can retrieve the element using the index in O(1) time. So, can we store the values in an array and use the key as the index to find the value? The answer is yes if you can map a key to an index. </a:t>
            </a:r>
          </a:p>
        </p:txBody>
      </p:sp>
      <p:sp>
        <p:nvSpPr>
          <p:cNvPr id="7173" name="Rectangle 5">
            <a:extLst>
              <a:ext uri="{FF2B5EF4-FFF2-40B4-BE49-F238E27FC236}">
                <a16:creationId xmlns:a16="http://schemas.microsoft.com/office/drawing/2014/main" id="{C35576B2-9E26-0364-9E2D-5794730A15B1}"/>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4" name="Rectangle 6">
            <a:extLst>
              <a:ext uri="{FF2B5EF4-FFF2-40B4-BE49-F238E27FC236}">
                <a16:creationId xmlns:a16="http://schemas.microsoft.com/office/drawing/2014/main" id="{B430F350-6403-B27B-11ED-DDE6DD5C2A37}"/>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5" name="Text Box 7">
            <a:extLst>
              <a:ext uri="{FF2B5EF4-FFF2-40B4-BE49-F238E27FC236}">
                <a16:creationId xmlns:a16="http://schemas.microsoft.com/office/drawing/2014/main" id="{6A668635-C782-AAB7-A785-7EA1F1ED6602}"/>
              </a:ext>
            </a:extLst>
          </p:cNvPr>
          <p:cNvSpPr txBox="1">
            <a:spLocks noChangeArrowheads="1"/>
          </p:cNvSpPr>
          <p:nvPr/>
        </p:nvSpPr>
        <p:spPr bwMode="auto">
          <a:xfrm>
            <a:off x="304800" y="3124200"/>
            <a:ext cx="8610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The array that stores the values is called a </a:t>
            </a:r>
            <a:r>
              <a:rPr lang="en-US" altLang="en-US" sz="2400" i="1"/>
              <a:t>hash table</a:t>
            </a:r>
            <a:r>
              <a:rPr lang="en-US" altLang="en-US" sz="2400"/>
              <a:t>. The function that maps a key to an index in the hash table is called a </a:t>
            </a:r>
            <a:r>
              <a:rPr lang="en-US" altLang="en-US" sz="2400" i="1"/>
              <a:t>hash</a:t>
            </a:r>
            <a:r>
              <a:rPr lang="en-US" altLang="en-US" sz="2400"/>
              <a:t> </a:t>
            </a:r>
            <a:r>
              <a:rPr lang="en-US" altLang="en-US" sz="2400" i="1"/>
              <a:t>function</a:t>
            </a:r>
            <a:r>
              <a:rPr lang="en-US" altLang="en-US" sz="2400"/>
              <a:t>. </a:t>
            </a:r>
          </a:p>
        </p:txBody>
      </p:sp>
      <p:sp>
        <p:nvSpPr>
          <p:cNvPr id="7176" name="Text Box 8">
            <a:extLst>
              <a:ext uri="{FF2B5EF4-FFF2-40B4-BE49-F238E27FC236}">
                <a16:creationId xmlns:a16="http://schemas.microsoft.com/office/drawing/2014/main" id="{8971EFA3-1C18-2ECB-8923-FC195A0010B8}"/>
              </a:ext>
            </a:extLst>
          </p:cNvPr>
          <p:cNvSpPr txBox="1">
            <a:spLocks noChangeArrowheads="1"/>
          </p:cNvSpPr>
          <p:nvPr/>
        </p:nvSpPr>
        <p:spPr bwMode="auto">
          <a:xfrm>
            <a:off x="228600" y="480060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i="1"/>
              <a:t>Hashing</a:t>
            </a:r>
            <a:r>
              <a:rPr lang="en-US" altLang="en-US" sz="2400"/>
              <a:t> is a technique that retrieves the value using the index obtained from key without performing a search.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A34FF9B7-0897-4C04-B708-AF24DB60F8E9}"/>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A4C52C3-D541-4094-9CD6-B87A8D3276D6}" type="slidenum">
              <a:rPr lang="en-US" altLang="en-US" sz="1400"/>
              <a:pPr>
                <a:spcBef>
                  <a:spcPct val="0"/>
                </a:spcBef>
                <a:buClrTx/>
                <a:buSzTx/>
                <a:buFontTx/>
                <a:buNone/>
              </a:pPr>
              <a:t>6</a:t>
            </a:fld>
            <a:endParaRPr lang="en-US" altLang="en-US" sz="1400"/>
          </a:p>
        </p:txBody>
      </p:sp>
      <p:sp>
        <p:nvSpPr>
          <p:cNvPr id="8195" name="Rectangle 2">
            <a:extLst>
              <a:ext uri="{FF2B5EF4-FFF2-40B4-BE49-F238E27FC236}">
                <a16:creationId xmlns:a16="http://schemas.microsoft.com/office/drawing/2014/main" id="{46758E92-D864-F9AE-66E9-874DCD422539}"/>
              </a:ext>
            </a:extLst>
          </p:cNvPr>
          <p:cNvSpPr>
            <a:spLocks noGrp="1" noChangeArrowheads="1"/>
          </p:cNvSpPr>
          <p:nvPr>
            <p:ph type="title"/>
          </p:nvPr>
        </p:nvSpPr>
        <p:spPr>
          <a:xfrm>
            <a:off x="685800" y="285750"/>
            <a:ext cx="8153400" cy="933450"/>
          </a:xfrm>
        </p:spPr>
        <p:txBody>
          <a:bodyPr/>
          <a:lstStyle/>
          <a:p>
            <a:r>
              <a:rPr lang="en-US" altLang="en-US"/>
              <a:t>Hash Function and Hash Codes </a:t>
            </a:r>
          </a:p>
        </p:txBody>
      </p:sp>
      <p:sp>
        <p:nvSpPr>
          <p:cNvPr id="8196" name="Rectangle 4">
            <a:extLst>
              <a:ext uri="{FF2B5EF4-FFF2-40B4-BE49-F238E27FC236}">
                <a16:creationId xmlns:a16="http://schemas.microsoft.com/office/drawing/2014/main" id="{0662CA59-35EB-CC28-C0BE-520EFA7D3D95}"/>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7" name="Rectangle 5">
            <a:extLst>
              <a:ext uri="{FF2B5EF4-FFF2-40B4-BE49-F238E27FC236}">
                <a16:creationId xmlns:a16="http://schemas.microsoft.com/office/drawing/2014/main" id="{128134A7-C500-54B8-A8A3-6AD78F64E581}"/>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198" name="Text Box 6">
            <a:extLst>
              <a:ext uri="{FF2B5EF4-FFF2-40B4-BE49-F238E27FC236}">
                <a16:creationId xmlns:a16="http://schemas.microsoft.com/office/drawing/2014/main" id="{53788763-0E92-D021-461C-D5C12E77D235}"/>
              </a:ext>
            </a:extLst>
          </p:cNvPr>
          <p:cNvSpPr txBox="1">
            <a:spLocks noChangeArrowheads="1"/>
          </p:cNvSpPr>
          <p:nvPr/>
        </p:nvSpPr>
        <p:spPr bwMode="auto">
          <a:xfrm>
            <a:off x="304800" y="1250950"/>
            <a:ext cx="8610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A typical hash function first converts a search key to an integer value called a </a:t>
            </a:r>
            <a:r>
              <a:rPr lang="en-US" altLang="en-US" sz="2400" i="1"/>
              <a:t>hash code</a:t>
            </a:r>
            <a:r>
              <a:rPr lang="en-US" altLang="en-US" sz="2400"/>
              <a:t>, and then compresses the hash code into an index to the hash table. </a:t>
            </a:r>
          </a:p>
        </p:txBody>
      </p:sp>
      <p:sp>
        <p:nvSpPr>
          <p:cNvPr id="8199" name="Rectangle 8">
            <a:extLst>
              <a:ext uri="{FF2B5EF4-FFF2-40B4-BE49-F238E27FC236}">
                <a16:creationId xmlns:a16="http://schemas.microsoft.com/office/drawing/2014/main" id="{63DA3DCE-78E8-E13D-BDDC-0487EF8CAD86}"/>
              </a:ext>
            </a:extLst>
          </p:cNvPr>
          <p:cNvSpPr>
            <a:spLocks noChangeArrowheads="1"/>
          </p:cNvSpPr>
          <p:nvPr/>
        </p:nvSpPr>
        <p:spPr bwMode="auto">
          <a:xfrm>
            <a:off x="0" y="1809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0" name="Rectangle 10">
            <a:extLst>
              <a:ext uri="{FF2B5EF4-FFF2-40B4-BE49-F238E27FC236}">
                <a16:creationId xmlns:a16="http://schemas.microsoft.com/office/drawing/2014/main" id="{12458E92-22A0-A64B-6940-70C437D99C39}"/>
              </a:ext>
            </a:extLst>
          </p:cNvPr>
          <p:cNvSpPr>
            <a:spLocks noChangeArrowheads="1"/>
          </p:cNvSpPr>
          <p:nvPr/>
        </p:nvSpPr>
        <p:spPr bwMode="auto">
          <a:xfrm>
            <a:off x="0" y="2655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8201" name="Rectangle 11">
            <a:extLst>
              <a:ext uri="{FF2B5EF4-FFF2-40B4-BE49-F238E27FC236}">
                <a16:creationId xmlns:a16="http://schemas.microsoft.com/office/drawing/2014/main" id="{00ACAA22-C2D1-B497-CCC2-0040774E32CF}"/>
              </a:ext>
            </a:extLst>
          </p:cNvPr>
          <p:cNvSpPr>
            <a:spLocks noChangeArrowheads="1"/>
          </p:cNvSpPr>
          <p:nvPr/>
        </p:nvSpPr>
        <p:spPr bwMode="auto">
          <a:xfrm>
            <a:off x="0" y="4202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8202" name="Picture 11">
            <a:extLst>
              <a:ext uri="{FF2B5EF4-FFF2-40B4-BE49-F238E27FC236}">
                <a16:creationId xmlns:a16="http://schemas.microsoft.com/office/drawing/2014/main" id="{867BCDCC-27C3-C4F2-0098-DB42A6D1E29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050" y="2438400"/>
            <a:ext cx="6819900" cy="4090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6F9456DE-7D4E-04D9-A9A7-639B527F522F}"/>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1990471-410F-4AC2-8288-AFE37F8457F1}" type="slidenum">
              <a:rPr lang="en-US" altLang="en-US" sz="1400"/>
              <a:pPr>
                <a:spcBef>
                  <a:spcPct val="0"/>
                </a:spcBef>
                <a:buClrTx/>
                <a:buSzTx/>
                <a:buFontTx/>
                <a:buNone/>
              </a:pPr>
              <a:t>7</a:t>
            </a:fld>
            <a:endParaRPr lang="en-US" altLang="en-US" sz="1400"/>
          </a:p>
        </p:txBody>
      </p:sp>
      <p:sp>
        <p:nvSpPr>
          <p:cNvPr id="9219" name="Rectangle 2">
            <a:extLst>
              <a:ext uri="{FF2B5EF4-FFF2-40B4-BE49-F238E27FC236}">
                <a16:creationId xmlns:a16="http://schemas.microsoft.com/office/drawing/2014/main" id="{B150F815-EFF6-E5B9-CD24-CD71FF19E2A6}"/>
              </a:ext>
            </a:extLst>
          </p:cNvPr>
          <p:cNvSpPr>
            <a:spLocks noGrp="1" noChangeArrowheads="1"/>
          </p:cNvSpPr>
          <p:nvPr>
            <p:ph type="title"/>
          </p:nvPr>
        </p:nvSpPr>
        <p:spPr>
          <a:xfrm>
            <a:off x="228600" y="152400"/>
            <a:ext cx="8686800" cy="685800"/>
          </a:xfrm>
        </p:spPr>
        <p:txBody>
          <a:bodyPr/>
          <a:lstStyle/>
          <a:p>
            <a:r>
              <a:rPr lang="en-US" altLang="en-US"/>
              <a:t>Linear Probing Animation</a:t>
            </a:r>
          </a:p>
        </p:txBody>
      </p:sp>
      <p:sp>
        <p:nvSpPr>
          <p:cNvPr id="9220" name="Text Box 3">
            <a:extLst>
              <a:ext uri="{FF2B5EF4-FFF2-40B4-BE49-F238E27FC236}">
                <a16:creationId xmlns:a16="http://schemas.microsoft.com/office/drawing/2014/main" id="{FED1BD8B-9A3D-B92A-E2B9-5BF73EEBED2E}"/>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9221" name="Rectangle 4">
            <a:extLst>
              <a:ext uri="{FF2B5EF4-FFF2-40B4-BE49-F238E27FC236}">
                <a16:creationId xmlns:a16="http://schemas.microsoft.com/office/drawing/2014/main" id="{97A9B3E9-F9C9-B0D6-1089-08B820B3E3F2}"/>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2" name="Rectangle 5">
            <a:extLst>
              <a:ext uri="{FF2B5EF4-FFF2-40B4-BE49-F238E27FC236}">
                <a16:creationId xmlns:a16="http://schemas.microsoft.com/office/drawing/2014/main" id="{54A4C772-0FE4-BEDE-E79E-2749E1063405}"/>
              </a:ext>
            </a:extLst>
          </p:cNvPr>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3" name="Rectangle 7">
            <a:extLst>
              <a:ext uri="{FF2B5EF4-FFF2-40B4-BE49-F238E27FC236}">
                <a16:creationId xmlns:a16="http://schemas.microsoft.com/office/drawing/2014/main" id="{B8990DB4-0511-C890-74E9-2D4737B49349}"/>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4" name="Rectangle 8">
            <a:extLst>
              <a:ext uri="{FF2B5EF4-FFF2-40B4-BE49-F238E27FC236}">
                <a16:creationId xmlns:a16="http://schemas.microsoft.com/office/drawing/2014/main" id="{BF3EDA5A-DFA0-571F-3C9A-35CE6815BF04}"/>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5" name="Rectangle 9">
            <a:extLst>
              <a:ext uri="{FF2B5EF4-FFF2-40B4-BE49-F238E27FC236}">
                <a16:creationId xmlns:a16="http://schemas.microsoft.com/office/drawing/2014/main" id="{44332756-9978-2FEC-4B7F-1F8971BB9EEF}"/>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6" name="Rectangle 10">
            <a:extLst>
              <a:ext uri="{FF2B5EF4-FFF2-40B4-BE49-F238E27FC236}">
                <a16:creationId xmlns:a16="http://schemas.microsoft.com/office/drawing/2014/main" id="{52BB118F-9ACF-7284-216A-DF2002DF0CCF}"/>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7" name="Rectangle 11">
            <a:extLst>
              <a:ext uri="{FF2B5EF4-FFF2-40B4-BE49-F238E27FC236}">
                <a16:creationId xmlns:a16="http://schemas.microsoft.com/office/drawing/2014/main" id="{A20C63C3-883E-AE9B-AEC0-BBF1791C891E}"/>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8" name="Rectangle 12">
            <a:extLst>
              <a:ext uri="{FF2B5EF4-FFF2-40B4-BE49-F238E27FC236}">
                <a16:creationId xmlns:a16="http://schemas.microsoft.com/office/drawing/2014/main" id="{1117FDEE-8E78-8F26-8E8A-11D04B0140F3}"/>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9" name="Rectangle 14">
            <a:extLst>
              <a:ext uri="{FF2B5EF4-FFF2-40B4-BE49-F238E27FC236}">
                <a16:creationId xmlns:a16="http://schemas.microsoft.com/office/drawing/2014/main" id="{D7B4ABE2-B204-EE15-947D-46E166D34817}"/>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30" name="Rectangle 24">
            <a:extLst>
              <a:ext uri="{FF2B5EF4-FFF2-40B4-BE49-F238E27FC236}">
                <a16:creationId xmlns:a16="http://schemas.microsoft.com/office/drawing/2014/main" id="{251B44C7-FA05-BD76-6D8E-9347C30D9BD3}"/>
              </a:ext>
            </a:extLst>
          </p:cNvPr>
          <p:cNvSpPr>
            <a:spLocks noChangeArrowheads="1"/>
          </p:cNvSpPr>
          <p:nvPr/>
        </p:nvSpPr>
        <p:spPr bwMode="auto">
          <a:xfrm>
            <a:off x="0"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31" name="Rectangle 25">
            <a:extLst>
              <a:ext uri="{FF2B5EF4-FFF2-40B4-BE49-F238E27FC236}">
                <a16:creationId xmlns:a16="http://schemas.microsoft.com/office/drawing/2014/main" id="{85788202-D914-F798-3E36-E7D7A7095F72}"/>
              </a:ext>
            </a:extLst>
          </p:cNvPr>
          <p:cNvSpPr>
            <a:spLocks noChangeArrowheads="1"/>
          </p:cNvSpPr>
          <p:nvPr/>
        </p:nvSpPr>
        <p:spPr bwMode="auto">
          <a:xfrm>
            <a:off x="0" y="5040313"/>
            <a:ext cx="2762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2400">
              <a:ea typeface="Times New Roman" panose="02020603050405020304" pitchFamily="18" charset="0"/>
              <a:cs typeface="Courier New" panose="02070309020205020404" pitchFamily="49" charset="0"/>
            </a:endParaRPr>
          </a:p>
        </p:txBody>
      </p:sp>
      <p:sp>
        <p:nvSpPr>
          <p:cNvPr id="9232" name="Rectangle 27">
            <a:extLst>
              <a:ext uri="{FF2B5EF4-FFF2-40B4-BE49-F238E27FC236}">
                <a16:creationId xmlns:a16="http://schemas.microsoft.com/office/drawing/2014/main" id="{89585B87-B134-4F5F-EA6C-83B8C703D7F0}"/>
              </a:ext>
            </a:extLst>
          </p:cNvPr>
          <p:cNvSpPr>
            <a:spLocks noChangeArrowheads="1"/>
          </p:cNvSpPr>
          <p:nvPr/>
        </p:nvSpPr>
        <p:spPr bwMode="auto">
          <a:xfrm>
            <a:off x="0" y="2373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9233" name="Picture 18">
            <a:extLst>
              <a:ext uri="{FF2B5EF4-FFF2-40B4-BE49-F238E27FC236}">
                <a16:creationId xmlns:a16="http://schemas.microsoft.com/office/drawing/2014/main" id="{28501D3B-6954-14C1-0E7F-D29F782EB28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0" y="1524000"/>
            <a:ext cx="8066088" cy="417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6D0AE425-4611-CF28-6619-4233D794D75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DC01D65-493B-4747-8211-F9F4B43E08AA}" type="slidenum">
              <a:rPr lang="en-US" altLang="en-US" sz="1400"/>
              <a:pPr>
                <a:spcBef>
                  <a:spcPct val="0"/>
                </a:spcBef>
                <a:buClrTx/>
                <a:buSzTx/>
                <a:buFontTx/>
                <a:buNone/>
              </a:pPr>
              <a:t>8</a:t>
            </a:fld>
            <a:endParaRPr lang="en-US" altLang="en-US" sz="1400"/>
          </a:p>
        </p:txBody>
      </p:sp>
      <p:sp>
        <p:nvSpPr>
          <p:cNvPr id="10243" name="Rectangle 2">
            <a:extLst>
              <a:ext uri="{FF2B5EF4-FFF2-40B4-BE49-F238E27FC236}">
                <a16:creationId xmlns:a16="http://schemas.microsoft.com/office/drawing/2014/main" id="{F6AE78C6-D461-2655-3ED9-F95225B97014}"/>
              </a:ext>
            </a:extLst>
          </p:cNvPr>
          <p:cNvSpPr>
            <a:spLocks noGrp="1" noChangeArrowheads="1"/>
          </p:cNvSpPr>
          <p:nvPr>
            <p:ph type="title"/>
          </p:nvPr>
        </p:nvSpPr>
        <p:spPr>
          <a:xfrm>
            <a:off x="228600" y="152400"/>
            <a:ext cx="8686800" cy="685800"/>
          </a:xfrm>
        </p:spPr>
        <p:txBody>
          <a:bodyPr/>
          <a:lstStyle/>
          <a:p>
            <a:r>
              <a:rPr lang="en-US" altLang="en-US"/>
              <a:t>Linear Probing Animation</a:t>
            </a:r>
          </a:p>
        </p:txBody>
      </p:sp>
      <p:sp>
        <p:nvSpPr>
          <p:cNvPr id="10244" name="Text Box 3">
            <a:extLst>
              <a:ext uri="{FF2B5EF4-FFF2-40B4-BE49-F238E27FC236}">
                <a16:creationId xmlns:a16="http://schemas.microsoft.com/office/drawing/2014/main" id="{59497D64-6263-D39B-0A9D-DB9D228AD92E}"/>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0245" name="Rectangle 4">
            <a:extLst>
              <a:ext uri="{FF2B5EF4-FFF2-40B4-BE49-F238E27FC236}">
                <a16:creationId xmlns:a16="http://schemas.microsoft.com/office/drawing/2014/main" id="{58BC0BC0-3DDA-A9B9-7EA6-7FA1AE93EF7B}"/>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6" name="Rectangle 5">
            <a:extLst>
              <a:ext uri="{FF2B5EF4-FFF2-40B4-BE49-F238E27FC236}">
                <a16:creationId xmlns:a16="http://schemas.microsoft.com/office/drawing/2014/main" id="{592571C9-0DA8-85F7-A853-2E4003FC8225}"/>
              </a:ext>
            </a:extLst>
          </p:cNvPr>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7" name="Rectangle 7">
            <a:extLst>
              <a:ext uri="{FF2B5EF4-FFF2-40B4-BE49-F238E27FC236}">
                <a16:creationId xmlns:a16="http://schemas.microsoft.com/office/drawing/2014/main" id="{DCF165C6-E257-2FE3-8870-27BB00DE7E5B}"/>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8" name="Rectangle 8">
            <a:extLst>
              <a:ext uri="{FF2B5EF4-FFF2-40B4-BE49-F238E27FC236}">
                <a16:creationId xmlns:a16="http://schemas.microsoft.com/office/drawing/2014/main" id="{B6646D02-748E-FCAB-0A11-678218DF23D6}"/>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9" name="Rectangle 9">
            <a:extLst>
              <a:ext uri="{FF2B5EF4-FFF2-40B4-BE49-F238E27FC236}">
                <a16:creationId xmlns:a16="http://schemas.microsoft.com/office/drawing/2014/main" id="{E0719BBF-7B10-72CA-D562-043A656836E2}"/>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0" name="Rectangle 10">
            <a:extLst>
              <a:ext uri="{FF2B5EF4-FFF2-40B4-BE49-F238E27FC236}">
                <a16:creationId xmlns:a16="http://schemas.microsoft.com/office/drawing/2014/main" id="{36091C29-E514-6198-B06F-5390AFCF9291}"/>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1" name="Rectangle 11">
            <a:extLst>
              <a:ext uri="{FF2B5EF4-FFF2-40B4-BE49-F238E27FC236}">
                <a16:creationId xmlns:a16="http://schemas.microsoft.com/office/drawing/2014/main" id="{07B7BDDA-B965-B104-4098-E326FBE5D56A}"/>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2" name="Rectangle 12">
            <a:extLst>
              <a:ext uri="{FF2B5EF4-FFF2-40B4-BE49-F238E27FC236}">
                <a16:creationId xmlns:a16="http://schemas.microsoft.com/office/drawing/2014/main" id="{131AB9D4-D87E-16C2-5FDE-5B0ED71C56F9}"/>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3" name="Rectangle 13">
            <a:extLst>
              <a:ext uri="{FF2B5EF4-FFF2-40B4-BE49-F238E27FC236}">
                <a16:creationId xmlns:a16="http://schemas.microsoft.com/office/drawing/2014/main" id="{7CA7E9B1-3794-8874-F238-177CADEE1049}"/>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54" name="Rectangle 14">
            <a:extLst>
              <a:ext uri="{FF2B5EF4-FFF2-40B4-BE49-F238E27FC236}">
                <a16:creationId xmlns:a16="http://schemas.microsoft.com/office/drawing/2014/main" id="{F984192C-DFC0-255C-C8CC-853AE9F5FAD3}"/>
              </a:ext>
            </a:extLst>
          </p:cNvPr>
          <p:cNvSpPr>
            <a:spLocks noChangeArrowheads="1"/>
          </p:cNvSpPr>
          <p:nvPr/>
        </p:nvSpPr>
        <p:spPr bwMode="auto">
          <a:xfrm>
            <a:off x="0"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0255" name="Picture 15">
            <a:extLst>
              <a:ext uri="{FF2B5EF4-FFF2-40B4-BE49-F238E27FC236}">
                <a16:creationId xmlns:a16="http://schemas.microsoft.com/office/drawing/2014/main" id="{E914EAC4-8540-A6AA-8E35-31148BE113C9}"/>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371600"/>
            <a:ext cx="62484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6" name="Rectangle 16">
            <a:extLst>
              <a:ext uri="{FF2B5EF4-FFF2-40B4-BE49-F238E27FC236}">
                <a16:creationId xmlns:a16="http://schemas.microsoft.com/office/drawing/2014/main" id="{7916E863-A8DB-9D7A-D218-62267C6B773C}"/>
              </a:ext>
            </a:extLst>
          </p:cNvPr>
          <p:cNvSpPr>
            <a:spLocks noChangeArrowheads="1"/>
          </p:cNvSpPr>
          <p:nvPr/>
        </p:nvSpPr>
        <p:spPr bwMode="auto">
          <a:xfrm>
            <a:off x="0" y="5040313"/>
            <a:ext cx="2762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2400">
              <a:ea typeface="Times New Roman" panose="02020603050405020304" pitchFamily="18" charset="0"/>
              <a:cs typeface="Courier New" panose="02070309020205020404" pitchFamily="49" charset="0"/>
            </a:endParaRPr>
          </a:p>
        </p:txBody>
      </p:sp>
      <p:sp>
        <p:nvSpPr>
          <p:cNvPr id="10257" name="Rounded Rectangle 1">
            <a:hlinkClick r:id="rId3"/>
            <a:extLst>
              <a:ext uri="{FF2B5EF4-FFF2-40B4-BE49-F238E27FC236}">
                <a16:creationId xmlns:a16="http://schemas.microsoft.com/office/drawing/2014/main" id="{19469488-DAC0-67C5-84E0-3121A86B0F36}"/>
              </a:ext>
            </a:extLst>
          </p:cNvPr>
          <p:cNvSpPr>
            <a:spLocks noChangeArrowheads="1"/>
          </p:cNvSpPr>
          <p:nvPr/>
        </p:nvSpPr>
        <p:spPr bwMode="auto">
          <a:xfrm>
            <a:off x="228600" y="838200"/>
            <a:ext cx="8382000" cy="4572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u="sng">
                <a:solidFill>
                  <a:srgbClr val="009C47"/>
                </a:solidFill>
              </a:rPr>
              <a:t>www.cs.armstrong.edu/liang/animation/HashingLinearProbingAnimation.html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6A8745B8-56C8-DA78-4382-911F8A69D47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6A67633-FCEC-4CB8-84FB-166E357831DC}" type="slidenum">
              <a:rPr lang="en-US" altLang="en-US" sz="1400"/>
              <a:pPr>
                <a:spcBef>
                  <a:spcPct val="0"/>
                </a:spcBef>
                <a:buClrTx/>
                <a:buSzTx/>
                <a:buFontTx/>
                <a:buNone/>
              </a:pPr>
              <a:t>9</a:t>
            </a:fld>
            <a:endParaRPr lang="en-US" altLang="en-US" sz="1400"/>
          </a:p>
        </p:txBody>
      </p:sp>
      <p:sp>
        <p:nvSpPr>
          <p:cNvPr id="11267" name="Rectangle 2">
            <a:extLst>
              <a:ext uri="{FF2B5EF4-FFF2-40B4-BE49-F238E27FC236}">
                <a16:creationId xmlns:a16="http://schemas.microsoft.com/office/drawing/2014/main" id="{2BF0E11A-1AEB-1478-4A36-59C5971F2A92}"/>
              </a:ext>
            </a:extLst>
          </p:cNvPr>
          <p:cNvSpPr>
            <a:spLocks noGrp="1" noChangeArrowheads="1"/>
          </p:cNvSpPr>
          <p:nvPr>
            <p:ph type="title"/>
          </p:nvPr>
        </p:nvSpPr>
        <p:spPr>
          <a:xfrm>
            <a:off x="685800" y="285750"/>
            <a:ext cx="8153400" cy="704850"/>
          </a:xfrm>
        </p:spPr>
        <p:txBody>
          <a:bodyPr/>
          <a:lstStyle/>
          <a:p>
            <a:r>
              <a:rPr lang="en-US" altLang="en-US"/>
              <a:t>Quadratic Probing </a:t>
            </a:r>
          </a:p>
        </p:txBody>
      </p:sp>
      <p:sp>
        <p:nvSpPr>
          <p:cNvPr id="11268" name="Rectangle 3">
            <a:extLst>
              <a:ext uri="{FF2B5EF4-FFF2-40B4-BE49-F238E27FC236}">
                <a16:creationId xmlns:a16="http://schemas.microsoft.com/office/drawing/2014/main" id="{A5FBDF7B-5749-82EC-9E66-FA8A99FC33D5}"/>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69" name="Rectangle 4">
            <a:extLst>
              <a:ext uri="{FF2B5EF4-FFF2-40B4-BE49-F238E27FC236}">
                <a16:creationId xmlns:a16="http://schemas.microsoft.com/office/drawing/2014/main" id="{F0EA5695-C7AA-4243-B6EB-CB997E01DF7F}"/>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0" name="Text Box 5">
            <a:extLst>
              <a:ext uri="{FF2B5EF4-FFF2-40B4-BE49-F238E27FC236}">
                <a16:creationId xmlns:a16="http://schemas.microsoft.com/office/drawing/2014/main" id="{2E920E09-F522-A472-F0F9-D505634CA5F9}"/>
              </a:ext>
            </a:extLst>
          </p:cNvPr>
          <p:cNvSpPr txBox="1">
            <a:spLocks noChangeArrowheads="1"/>
          </p:cNvSpPr>
          <p:nvPr/>
        </p:nvSpPr>
        <p:spPr bwMode="auto">
          <a:xfrm>
            <a:off x="228600" y="1216025"/>
            <a:ext cx="8610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Quadratic probing can avoid the clustering problem in linear probing. Linear probing looks at the consecutive cells beginning at index k. </a:t>
            </a:r>
          </a:p>
        </p:txBody>
      </p:sp>
      <p:sp>
        <p:nvSpPr>
          <p:cNvPr id="11271" name="Rectangle 6">
            <a:extLst>
              <a:ext uri="{FF2B5EF4-FFF2-40B4-BE49-F238E27FC236}">
                <a16:creationId xmlns:a16="http://schemas.microsoft.com/office/drawing/2014/main" id="{D4C3A68E-2982-F73C-4310-C3506A9C131C}"/>
              </a:ext>
            </a:extLst>
          </p:cNvPr>
          <p:cNvSpPr>
            <a:spLocks noChangeArrowheads="1"/>
          </p:cNvSpPr>
          <p:nvPr/>
        </p:nvSpPr>
        <p:spPr bwMode="auto">
          <a:xfrm>
            <a:off x="0" y="1809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2" name="Rectangle 7">
            <a:extLst>
              <a:ext uri="{FF2B5EF4-FFF2-40B4-BE49-F238E27FC236}">
                <a16:creationId xmlns:a16="http://schemas.microsoft.com/office/drawing/2014/main" id="{8118B2B3-5DA8-848B-5FF7-DEB492073D8F}"/>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3" name="Rectangle 8">
            <a:extLst>
              <a:ext uri="{FF2B5EF4-FFF2-40B4-BE49-F238E27FC236}">
                <a16:creationId xmlns:a16="http://schemas.microsoft.com/office/drawing/2014/main" id="{D8A244B1-B955-DD37-C316-70C038FB1478}"/>
              </a:ext>
            </a:extLst>
          </p:cNvPr>
          <p:cNvSpPr>
            <a:spLocks noChangeArrowheads="1"/>
          </p:cNvSpPr>
          <p:nvPr/>
        </p:nvSpPr>
        <p:spPr bwMode="auto">
          <a:xfrm>
            <a:off x="0" y="280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4" name="Rectangle 9">
            <a:extLst>
              <a:ext uri="{FF2B5EF4-FFF2-40B4-BE49-F238E27FC236}">
                <a16:creationId xmlns:a16="http://schemas.microsoft.com/office/drawing/2014/main" id="{3A518344-AFC2-D78C-7612-4B9AC99413DC}"/>
              </a:ext>
            </a:extLst>
          </p:cNvPr>
          <p:cNvSpPr>
            <a:spLocks noChangeArrowheads="1"/>
          </p:cNvSpPr>
          <p:nvPr/>
        </p:nvSpPr>
        <p:spPr bwMode="auto">
          <a:xfrm>
            <a:off x="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5" name="Rectangle 11">
            <a:extLst>
              <a:ext uri="{FF2B5EF4-FFF2-40B4-BE49-F238E27FC236}">
                <a16:creationId xmlns:a16="http://schemas.microsoft.com/office/drawing/2014/main" id="{2AF1284F-D178-3A85-0F31-3479051CF13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6" name="Rectangle 13">
            <a:extLst>
              <a:ext uri="{FF2B5EF4-FFF2-40B4-BE49-F238E27FC236}">
                <a16:creationId xmlns:a16="http://schemas.microsoft.com/office/drawing/2014/main" id="{58289450-6732-6B9E-BA2A-AB1E861EE7D2}"/>
              </a:ext>
            </a:extLst>
          </p:cNvPr>
          <p:cNvSpPr>
            <a:spLocks noChangeArrowheads="1"/>
          </p:cNvSpPr>
          <p:nvPr/>
        </p:nvSpPr>
        <p:spPr bwMode="auto">
          <a:xfrm>
            <a:off x="0" y="2371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1277" name="Picture 14">
            <a:extLst>
              <a:ext uri="{FF2B5EF4-FFF2-40B4-BE49-F238E27FC236}">
                <a16:creationId xmlns:a16="http://schemas.microsoft.com/office/drawing/2014/main" id="{C9C0B5A3-9AE2-99BA-DFAE-3B9A3E3A0C07}"/>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514600"/>
            <a:ext cx="7086600"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2089E294-3479-1DDA-B28E-D91DE7BAAF5A}"/>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3A2E1C4-2373-4C08-9BAD-00F09C960E62}" type="slidenum">
              <a:rPr lang="en-US" altLang="en-US" sz="1400"/>
              <a:pPr>
                <a:spcBef>
                  <a:spcPct val="0"/>
                </a:spcBef>
                <a:buClrTx/>
                <a:buSzTx/>
                <a:buFontTx/>
                <a:buNone/>
              </a:pPr>
              <a:t>10</a:t>
            </a:fld>
            <a:endParaRPr lang="en-US" altLang="en-US" sz="1400"/>
          </a:p>
        </p:txBody>
      </p:sp>
      <p:sp>
        <p:nvSpPr>
          <p:cNvPr id="12291" name="Rectangle 2">
            <a:extLst>
              <a:ext uri="{FF2B5EF4-FFF2-40B4-BE49-F238E27FC236}">
                <a16:creationId xmlns:a16="http://schemas.microsoft.com/office/drawing/2014/main" id="{B912D3AE-8096-8C22-5F07-758B2826CAFB}"/>
              </a:ext>
            </a:extLst>
          </p:cNvPr>
          <p:cNvSpPr>
            <a:spLocks noGrp="1" noChangeArrowheads="1"/>
          </p:cNvSpPr>
          <p:nvPr>
            <p:ph type="title"/>
          </p:nvPr>
        </p:nvSpPr>
        <p:spPr>
          <a:xfrm>
            <a:off x="685800" y="285750"/>
            <a:ext cx="8153400" cy="933450"/>
          </a:xfrm>
        </p:spPr>
        <p:txBody>
          <a:bodyPr/>
          <a:lstStyle/>
          <a:p>
            <a:r>
              <a:rPr lang="en-US" altLang="en-US"/>
              <a:t>Double Hashing </a:t>
            </a:r>
          </a:p>
        </p:txBody>
      </p:sp>
      <p:sp>
        <p:nvSpPr>
          <p:cNvPr id="12292" name="Rectangle 3">
            <a:extLst>
              <a:ext uri="{FF2B5EF4-FFF2-40B4-BE49-F238E27FC236}">
                <a16:creationId xmlns:a16="http://schemas.microsoft.com/office/drawing/2014/main" id="{4266ADC7-BBF6-802A-F2FE-DA6C48D751C3}"/>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3" name="Rectangle 4">
            <a:extLst>
              <a:ext uri="{FF2B5EF4-FFF2-40B4-BE49-F238E27FC236}">
                <a16:creationId xmlns:a16="http://schemas.microsoft.com/office/drawing/2014/main" id="{90C06371-540C-7B78-F17E-126FE3BBF43C}"/>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4" name="Text Box 5">
            <a:extLst>
              <a:ext uri="{FF2B5EF4-FFF2-40B4-BE49-F238E27FC236}">
                <a16:creationId xmlns:a16="http://schemas.microsoft.com/office/drawing/2014/main" id="{C461FCE7-A475-3375-53EE-0AD12178B4A3}"/>
              </a:ext>
            </a:extLst>
          </p:cNvPr>
          <p:cNvSpPr txBox="1">
            <a:spLocks noChangeArrowheads="1"/>
          </p:cNvSpPr>
          <p:nvPr/>
        </p:nvSpPr>
        <p:spPr bwMode="auto">
          <a:xfrm>
            <a:off x="304800" y="1219200"/>
            <a:ext cx="8610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Double hashing uses a secondary hash function on the keys to determine the increments to avoid the clustering problem. </a:t>
            </a:r>
          </a:p>
          <a:p>
            <a:pPr>
              <a:spcBef>
                <a:spcPct val="0"/>
              </a:spcBef>
              <a:buClrTx/>
              <a:buSzTx/>
              <a:buFontTx/>
              <a:buNone/>
            </a:pPr>
            <a:endParaRPr lang="en-US" altLang="en-US" sz="2400"/>
          </a:p>
          <a:p>
            <a:pPr>
              <a:spcBef>
                <a:spcPct val="0"/>
              </a:spcBef>
              <a:buClrTx/>
              <a:buSzTx/>
              <a:buFontTx/>
              <a:buNone/>
            </a:pPr>
            <a:r>
              <a:rPr lang="en-US" altLang="en-US" sz="2400"/>
              <a:t>h’(k) = 7 – k % 7;</a:t>
            </a:r>
          </a:p>
        </p:txBody>
      </p:sp>
      <p:sp>
        <p:nvSpPr>
          <p:cNvPr id="12295" name="Rectangle 6">
            <a:extLst>
              <a:ext uri="{FF2B5EF4-FFF2-40B4-BE49-F238E27FC236}">
                <a16:creationId xmlns:a16="http://schemas.microsoft.com/office/drawing/2014/main" id="{17B0F90E-D8D3-A25F-F973-8717C7C38319}"/>
              </a:ext>
            </a:extLst>
          </p:cNvPr>
          <p:cNvSpPr>
            <a:spLocks noChangeArrowheads="1"/>
          </p:cNvSpPr>
          <p:nvPr/>
        </p:nvSpPr>
        <p:spPr bwMode="auto">
          <a:xfrm>
            <a:off x="0" y="1809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6" name="Rectangle 7">
            <a:extLst>
              <a:ext uri="{FF2B5EF4-FFF2-40B4-BE49-F238E27FC236}">
                <a16:creationId xmlns:a16="http://schemas.microsoft.com/office/drawing/2014/main" id="{CD15E1EE-AEB8-DAA7-5BD7-684A2592FA1C}"/>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7" name="Rectangle 8">
            <a:extLst>
              <a:ext uri="{FF2B5EF4-FFF2-40B4-BE49-F238E27FC236}">
                <a16:creationId xmlns:a16="http://schemas.microsoft.com/office/drawing/2014/main" id="{93D8BB4A-BBE4-593D-570C-EDCE00DB91BA}"/>
              </a:ext>
            </a:extLst>
          </p:cNvPr>
          <p:cNvSpPr>
            <a:spLocks noChangeArrowheads="1"/>
          </p:cNvSpPr>
          <p:nvPr/>
        </p:nvSpPr>
        <p:spPr bwMode="auto">
          <a:xfrm>
            <a:off x="0" y="280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8" name="Rectangle 9">
            <a:extLst>
              <a:ext uri="{FF2B5EF4-FFF2-40B4-BE49-F238E27FC236}">
                <a16:creationId xmlns:a16="http://schemas.microsoft.com/office/drawing/2014/main" id="{68BFFF5C-37BB-89F7-8847-784327214B4A}"/>
              </a:ext>
            </a:extLst>
          </p:cNvPr>
          <p:cNvSpPr>
            <a:spLocks noChangeArrowheads="1"/>
          </p:cNvSpPr>
          <p:nvPr/>
        </p:nvSpPr>
        <p:spPr bwMode="auto">
          <a:xfrm>
            <a:off x="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9" name="Rectangle 10">
            <a:extLst>
              <a:ext uri="{FF2B5EF4-FFF2-40B4-BE49-F238E27FC236}">
                <a16:creationId xmlns:a16="http://schemas.microsoft.com/office/drawing/2014/main" id="{79110004-4DAA-7E47-F7B7-0103D17A9B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2300" name="Picture 13">
            <a:extLst>
              <a:ext uri="{FF2B5EF4-FFF2-40B4-BE49-F238E27FC236}">
                <a16:creationId xmlns:a16="http://schemas.microsoft.com/office/drawing/2014/main" id="{0B395F05-A328-6FFE-0B09-65BA568DCBCB}"/>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 y="2865438"/>
            <a:ext cx="8445500" cy="351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11422FE1-DBFD-72A8-8C41-DC771619660A}"/>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BD0740A-CA99-4F97-B068-AF4E436852CD}" type="slidenum">
              <a:rPr lang="en-US" altLang="en-US" sz="1400"/>
              <a:pPr>
                <a:spcBef>
                  <a:spcPct val="0"/>
                </a:spcBef>
                <a:buClrTx/>
                <a:buSzTx/>
                <a:buFontTx/>
                <a:buNone/>
              </a:pPr>
              <a:t>11</a:t>
            </a:fld>
            <a:endParaRPr lang="en-US" altLang="en-US" sz="1400"/>
          </a:p>
        </p:txBody>
      </p:sp>
      <p:sp>
        <p:nvSpPr>
          <p:cNvPr id="13315" name="Rectangle 2">
            <a:extLst>
              <a:ext uri="{FF2B5EF4-FFF2-40B4-BE49-F238E27FC236}">
                <a16:creationId xmlns:a16="http://schemas.microsoft.com/office/drawing/2014/main" id="{8171EBCF-1534-3765-4CAF-AB386232679C}"/>
              </a:ext>
            </a:extLst>
          </p:cNvPr>
          <p:cNvSpPr>
            <a:spLocks noGrp="1" noChangeArrowheads="1"/>
          </p:cNvSpPr>
          <p:nvPr>
            <p:ph type="title"/>
          </p:nvPr>
        </p:nvSpPr>
        <p:spPr>
          <a:xfrm>
            <a:off x="76200" y="285750"/>
            <a:ext cx="8991600" cy="628650"/>
          </a:xfrm>
        </p:spPr>
        <p:txBody>
          <a:bodyPr/>
          <a:lstStyle/>
          <a:p>
            <a:r>
              <a:rPr lang="en-US" altLang="en-US" sz="3700"/>
              <a:t>Handling Collisions Using Separate Chaining </a:t>
            </a:r>
          </a:p>
        </p:txBody>
      </p:sp>
      <p:sp>
        <p:nvSpPr>
          <p:cNvPr id="13316" name="Rectangle 3">
            <a:extLst>
              <a:ext uri="{FF2B5EF4-FFF2-40B4-BE49-F238E27FC236}">
                <a16:creationId xmlns:a16="http://schemas.microsoft.com/office/drawing/2014/main" id="{FF873B02-24E6-EB33-2587-FD13C552F9D0}"/>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7" name="Rectangle 4">
            <a:extLst>
              <a:ext uri="{FF2B5EF4-FFF2-40B4-BE49-F238E27FC236}">
                <a16:creationId xmlns:a16="http://schemas.microsoft.com/office/drawing/2014/main" id="{AD9E91C3-F78C-D96E-3979-17073DDABB29}"/>
              </a:ext>
            </a:extLst>
          </p:cNvPr>
          <p:cNvSpPr>
            <a:spLocks noChangeArrowheads="1"/>
          </p:cNvSpPr>
          <p:nvPr/>
        </p:nvSpPr>
        <p:spPr bwMode="auto">
          <a:xfrm>
            <a:off x="0" y="2990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8" name="Text Box 5">
            <a:extLst>
              <a:ext uri="{FF2B5EF4-FFF2-40B4-BE49-F238E27FC236}">
                <a16:creationId xmlns:a16="http://schemas.microsoft.com/office/drawing/2014/main" id="{2A1A1B54-D932-14F5-DCF9-6AEF36E89F10}"/>
              </a:ext>
            </a:extLst>
          </p:cNvPr>
          <p:cNvSpPr txBox="1">
            <a:spLocks noChangeArrowheads="1"/>
          </p:cNvSpPr>
          <p:nvPr/>
        </p:nvSpPr>
        <p:spPr bwMode="auto">
          <a:xfrm>
            <a:off x="228600" y="1033463"/>
            <a:ext cx="8610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The separate chaining scheme places all entries with the same hash index into the same location, rather than finding new locations. Each location in the separate chaining scheme is called a </a:t>
            </a:r>
            <a:r>
              <a:rPr lang="en-US" altLang="en-US" sz="2400" i="1"/>
              <a:t>bucket</a:t>
            </a:r>
            <a:r>
              <a:rPr lang="en-US" altLang="en-US" sz="2400"/>
              <a:t>. A bucket is a container that holds multiple entries.</a:t>
            </a:r>
          </a:p>
        </p:txBody>
      </p:sp>
      <p:sp>
        <p:nvSpPr>
          <p:cNvPr id="13319" name="Rectangle 6">
            <a:extLst>
              <a:ext uri="{FF2B5EF4-FFF2-40B4-BE49-F238E27FC236}">
                <a16:creationId xmlns:a16="http://schemas.microsoft.com/office/drawing/2014/main" id="{117E405D-80A6-16BD-C601-B475860F298C}"/>
              </a:ext>
            </a:extLst>
          </p:cNvPr>
          <p:cNvSpPr>
            <a:spLocks noChangeArrowheads="1"/>
          </p:cNvSpPr>
          <p:nvPr/>
        </p:nvSpPr>
        <p:spPr bwMode="auto">
          <a:xfrm>
            <a:off x="0" y="1809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0" name="Rectangle 7">
            <a:extLst>
              <a:ext uri="{FF2B5EF4-FFF2-40B4-BE49-F238E27FC236}">
                <a16:creationId xmlns:a16="http://schemas.microsoft.com/office/drawing/2014/main" id="{5BD10BC4-89FF-9D07-C7DC-03B2DCEE8CB5}"/>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1" name="Rectangle 8">
            <a:extLst>
              <a:ext uri="{FF2B5EF4-FFF2-40B4-BE49-F238E27FC236}">
                <a16:creationId xmlns:a16="http://schemas.microsoft.com/office/drawing/2014/main" id="{01C349A1-6ACD-3AD9-44D2-9E273D0A8CAA}"/>
              </a:ext>
            </a:extLst>
          </p:cNvPr>
          <p:cNvSpPr>
            <a:spLocks noChangeArrowheads="1"/>
          </p:cNvSpPr>
          <p:nvPr/>
        </p:nvSpPr>
        <p:spPr bwMode="auto">
          <a:xfrm>
            <a:off x="0" y="280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2" name="Rectangle 9">
            <a:extLst>
              <a:ext uri="{FF2B5EF4-FFF2-40B4-BE49-F238E27FC236}">
                <a16:creationId xmlns:a16="http://schemas.microsoft.com/office/drawing/2014/main" id="{51C23F2F-24FD-EAA9-E737-D238095FEAC5}"/>
              </a:ext>
            </a:extLst>
          </p:cNvPr>
          <p:cNvSpPr>
            <a:spLocks noChangeArrowheads="1"/>
          </p:cNvSpPr>
          <p:nvPr/>
        </p:nvSpPr>
        <p:spPr bwMode="auto">
          <a:xfrm>
            <a:off x="0" y="2833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3" name="Rectangle 10">
            <a:extLst>
              <a:ext uri="{FF2B5EF4-FFF2-40B4-BE49-F238E27FC236}">
                <a16:creationId xmlns:a16="http://schemas.microsoft.com/office/drawing/2014/main" id="{0A24DF63-AB2F-BECD-A028-808028A8837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4" name="Rectangle 13">
            <a:extLst>
              <a:ext uri="{FF2B5EF4-FFF2-40B4-BE49-F238E27FC236}">
                <a16:creationId xmlns:a16="http://schemas.microsoft.com/office/drawing/2014/main" id="{E215DC3A-776C-D954-328F-2CB2C725F156}"/>
              </a:ext>
            </a:extLst>
          </p:cNvPr>
          <p:cNvSpPr>
            <a:spLocks noChangeArrowheads="1"/>
          </p:cNvSpPr>
          <p:nvPr/>
        </p:nvSpPr>
        <p:spPr bwMode="auto">
          <a:xfrm>
            <a:off x="0" y="2371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3325" name="Picture 14">
            <a:extLst>
              <a:ext uri="{FF2B5EF4-FFF2-40B4-BE49-F238E27FC236}">
                <a16:creationId xmlns:a16="http://schemas.microsoft.com/office/drawing/2014/main" id="{5F80D0F2-0C28-5D0C-40BE-4D1750FD30C9}"/>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63" y="2613025"/>
            <a:ext cx="7000875" cy="387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9C0CACAA-386B-DD05-684B-57B02359FE56}"/>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A38C8A1-ED41-4AD4-8FF3-A7D524FE5C53}" type="slidenum">
              <a:rPr lang="en-US" altLang="en-US" sz="1400"/>
              <a:pPr>
                <a:spcBef>
                  <a:spcPct val="0"/>
                </a:spcBef>
                <a:buClrTx/>
                <a:buSzTx/>
                <a:buFontTx/>
                <a:buNone/>
              </a:pPr>
              <a:t>12</a:t>
            </a:fld>
            <a:endParaRPr lang="en-US" altLang="en-US" sz="1400"/>
          </a:p>
        </p:txBody>
      </p:sp>
      <p:sp>
        <p:nvSpPr>
          <p:cNvPr id="14339" name="Rectangle 2">
            <a:extLst>
              <a:ext uri="{FF2B5EF4-FFF2-40B4-BE49-F238E27FC236}">
                <a16:creationId xmlns:a16="http://schemas.microsoft.com/office/drawing/2014/main" id="{3AAE10EF-9A9C-9FCD-EE21-C33224012DF8}"/>
              </a:ext>
            </a:extLst>
          </p:cNvPr>
          <p:cNvSpPr>
            <a:spLocks noGrp="1" noChangeArrowheads="1"/>
          </p:cNvSpPr>
          <p:nvPr>
            <p:ph type="title"/>
          </p:nvPr>
        </p:nvSpPr>
        <p:spPr>
          <a:xfrm>
            <a:off x="228600" y="152400"/>
            <a:ext cx="8686800" cy="685800"/>
          </a:xfrm>
        </p:spPr>
        <p:txBody>
          <a:bodyPr/>
          <a:lstStyle/>
          <a:p>
            <a:r>
              <a:rPr lang="en-US" altLang="en-US"/>
              <a:t>Separate Chaining Animation</a:t>
            </a:r>
          </a:p>
        </p:txBody>
      </p:sp>
      <p:sp>
        <p:nvSpPr>
          <p:cNvPr id="14340" name="Text Box 3">
            <a:extLst>
              <a:ext uri="{FF2B5EF4-FFF2-40B4-BE49-F238E27FC236}">
                <a16:creationId xmlns:a16="http://schemas.microsoft.com/office/drawing/2014/main" id="{198F1EF2-8D4F-1C45-6A5B-E6A998CAAA1F}"/>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4341" name="Rectangle 4">
            <a:extLst>
              <a:ext uri="{FF2B5EF4-FFF2-40B4-BE49-F238E27FC236}">
                <a16:creationId xmlns:a16="http://schemas.microsoft.com/office/drawing/2014/main" id="{49C92C67-7A31-DD27-4955-4D96F986B3D6}"/>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2" name="Rectangle 5">
            <a:extLst>
              <a:ext uri="{FF2B5EF4-FFF2-40B4-BE49-F238E27FC236}">
                <a16:creationId xmlns:a16="http://schemas.microsoft.com/office/drawing/2014/main" id="{8512BAF2-1663-A2F8-428E-DC33195DD9A9}"/>
              </a:ext>
            </a:extLst>
          </p:cNvPr>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3" name="Rectangle 7">
            <a:extLst>
              <a:ext uri="{FF2B5EF4-FFF2-40B4-BE49-F238E27FC236}">
                <a16:creationId xmlns:a16="http://schemas.microsoft.com/office/drawing/2014/main" id="{1F207715-ECC9-A028-C28E-B17E2B0BECB4}"/>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4" name="Rectangle 8">
            <a:extLst>
              <a:ext uri="{FF2B5EF4-FFF2-40B4-BE49-F238E27FC236}">
                <a16:creationId xmlns:a16="http://schemas.microsoft.com/office/drawing/2014/main" id="{DBB0DBE0-5C3C-4EDC-A694-FADF908F35E9}"/>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5" name="Rectangle 9">
            <a:extLst>
              <a:ext uri="{FF2B5EF4-FFF2-40B4-BE49-F238E27FC236}">
                <a16:creationId xmlns:a16="http://schemas.microsoft.com/office/drawing/2014/main" id="{A8048CD8-4879-3585-C772-1DC1A6A6DE4E}"/>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6" name="Rectangle 10">
            <a:extLst>
              <a:ext uri="{FF2B5EF4-FFF2-40B4-BE49-F238E27FC236}">
                <a16:creationId xmlns:a16="http://schemas.microsoft.com/office/drawing/2014/main" id="{EF3BDDDD-A950-00CC-2352-A03F95832300}"/>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7" name="Rectangle 11">
            <a:extLst>
              <a:ext uri="{FF2B5EF4-FFF2-40B4-BE49-F238E27FC236}">
                <a16:creationId xmlns:a16="http://schemas.microsoft.com/office/drawing/2014/main" id="{4B0F313B-0ABB-B74E-DB5F-BE9C7AA83265}"/>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8" name="Rectangle 12">
            <a:extLst>
              <a:ext uri="{FF2B5EF4-FFF2-40B4-BE49-F238E27FC236}">
                <a16:creationId xmlns:a16="http://schemas.microsoft.com/office/drawing/2014/main" id="{DCDC4E40-1EBA-DE7B-FEEC-B5532075685E}"/>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4349" name="Rectangle 13">
            <a:extLst>
              <a:ext uri="{FF2B5EF4-FFF2-40B4-BE49-F238E27FC236}">
                <a16:creationId xmlns:a16="http://schemas.microsoft.com/office/drawing/2014/main" id="{F0686220-34CD-F16D-D353-FEACFE89C224}"/>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4350" name="Picture 16">
            <a:extLst>
              <a:ext uri="{FF2B5EF4-FFF2-40B4-BE49-F238E27FC236}">
                <a16:creationId xmlns:a16="http://schemas.microsoft.com/office/drawing/2014/main" id="{BE95DB38-91FE-2046-8626-F53432DA0FEE}"/>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6477000"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1" name="Rounded Rectangle 1">
            <a:hlinkClick r:id="rId3"/>
            <a:extLst>
              <a:ext uri="{FF2B5EF4-FFF2-40B4-BE49-F238E27FC236}">
                <a16:creationId xmlns:a16="http://schemas.microsoft.com/office/drawing/2014/main" id="{92F6D036-F24B-7369-8A1E-6EC0D7A6BE2B}"/>
              </a:ext>
            </a:extLst>
          </p:cNvPr>
          <p:cNvSpPr>
            <a:spLocks noChangeArrowheads="1"/>
          </p:cNvSpPr>
          <p:nvPr/>
        </p:nvSpPr>
        <p:spPr bwMode="auto">
          <a:xfrm>
            <a:off x="0" y="782638"/>
            <a:ext cx="9220200" cy="5334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u="sng">
                <a:solidFill>
                  <a:srgbClr val="009C47"/>
                </a:solidFill>
              </a:rPr>
              <a:t>www.cs.armstrong.edu/liang/animation/HashingUsingSeparateChainingAnimation.html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8">
            <a:extLst>
              <a:ext uri="{FF2B5EF4-FFF2-40B4-BE49-F238E27FC236}">
                <a16:creationId xmlns:a16="http://schemas.microsoft.com/office/drawing/2014/main" id="{3F1FC2E2-5462-2B55-DC18-6B3810DC8E46}"/>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690563"/>
            <a:ext cx="5757863" cy="578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5363" name="Slide Number Placeholder 4">
            <a:extLst>
              <a:ext uri="{FF2B5EF4-FFF2-40B4-BE49-F238E27FC236}">
                <a16:creationId xmlns:a16="http://schemas.microsoft.com/office/drawing/2014/main" id="{014ABAB0-FDF3-9996-5CBC-25735E716248}"/>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7CC8627-2F9C-49D0-AF34-DE649069438F}" type="slidenum">
              <a:rPr lang="en-US" altLang="en-US" sz="1400"/>
              <a:pPr>
                <a:spcBef>
                  <a:spcPct val="0"/>
                </a:spcBef>
                <a:buClrTx/>
                <a:buSzTx/>
                <a:buFontTx/>
                <a:buNone/>
              </a:pPr>
              <a:t>13</a:t>
            </a:fld>
            <a:endParaRPr lang="en-US" altLang="en-US" sz="1400"/>
          </a:p>
        </p:txBody>
      </p:sp>
      <p:sp>
        <p:nvSpPr>
          <p:cNvPr id="15364" name="Rectangle 2">
            <a:extLst>
              <a:ext uri="{FF2B5EF4-FFF2-40B4-BE49-F238E27FC236}">
                <a16:creationId xmlns:a16="http://schemas.microsoft.com/office/drawing/2014/main" id="{D29C9583-35F4-66F1-DD2B-303BC7E24BBE}"/>
              </a:ext>
            </a:extLst>
          </p:cNvPr>
          <p:cNvSpPr>
            <a:spLocks noGrp="1" noChangeArrowheads="1"/>
          </p:cNvSpPr>
          <p:nvPr>
            <p:ph type="title"/>
          </p:nvPr>
        </p:nvSpPr>
        <p:spPr>
          <a:xfrm>
            <a:off x="266700" y="80963"/>
            <a:ext cx="8686800" cy="609600"/>
          </a:xfrm>
        </p:spPr>
        <p:txBody>
          <a:bodyPr/>
          <a:lstStyle/>
          <a:p>
            <a:r>
              <a:rPr lang="en-US" altLang="en-US"/>
              <a:t>Implementing Map Using Hashing</a:t>
            </a:r>
          </a:p>
        </p:txBody>
      </p:sp>
      <p:sp>
        <p:nvSpPr>
          <p:cNvPr id="15365" name="Rectangle 4">
            <a:extLst>
              <a:ext uri="{FF2B5EF4-FFF2-40B4-BE49-F238E27FC236}">
                <a16:creationId xmlns:a16="http://schemas.microsoft.com/office/drawing/2014/main" id="{ECC33B7D-FE81-0C51-83B0-E57D22F26822}"/>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6" name="Rectangle 5">
            <a:extLst>
              <a:ext uri="{FF2B5EF4-FFF2-40B4-BE49-F238E27FC236}">
                <a16:creationId xmlns:a16="http://schemas.microsoft.com/office/drawing/2014/main" id="{3D5DFF16-461A-5E9F-6627-03409759F004}"/>
              </a:ext>
            </a:extLst>
          </p:cNvPr>
          <p:cNvSpPr>
            <a:spLocks noChangeArrowheads="1"/>
          </p:cNvSpPr>
          <p:nvPr/>
        </p:nvSpPr>
        <p:spPr bwMode="auto">
          <a:xfrm>
            <a:off x="0" y="2838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7" name="Rectangle 7">
            <a:extLst>
              <a:ext uri="{FF2B5EF4-FFF2-40B4-BE49-F238E27FC236}">
                <a16:creationId xmlns:a16="http://schemas.microsoft.com/office/drawing/2014/main" id="{E06CC45E-3B30-FC5D-F92B-F519112B3F98}"/>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8" name="Rectangle 8">
            <a:extLst>
              <a:ext uri="{FF2B5EF4-FFF2-40B4-BE49-F238E27FC236}">
                <a16:creationId xmlns:a16="http://schemas.microsoft.com/office/drawing/2014/main" id="{0E5CD205-BB63-66E9-E55F-12290509BA4D}"/>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69" name="Rectangle 9">
            <a:extLst>
              <a:ext uri="{FF2B5EF4-FFF2-40B4-BE49-F238E27FC236}">
                <a16:creationId xmlns:a16="http://schemas.microsoft.com/office/drawing/2014/main" id="{78CCEDDB-520C-A2D2-8A9E-2F353F2A45F8}"/>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0" name="Rectangle 10">
            <a:extLst>
              <a:ext uri="{FF2B5EF4-FFF2-40B4-BE49-F238E27FC236}">
                <a16:creationId xmlns:a16="http://schemas.microsoft.com/office/drawing/2014/main" id="{47B5402F-864A-2712-B299-26428F5F16CF}"/>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1" name="Rectangle 11">
            <a:extLst>
              <a:ext uri="{FF2B5EF4-FFF2-40B4-BE49-F238E27FC236}">
                <a16:creationId xmlns:a16="http://schemas.microsoft.com/office/drawing/2014/main" id="{C3DF156C-4DA9-2CEF-6FEB-FC8B2861EC4C}"/>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2" name="Rectangle 12">
            <a:extLst>
              <a:ext uri="{FF2B5EF4-FFF2-40B4-BE49-F238E27FC236}">
                <a16:creationId xmlns:a16="http://schemas.microsoft.com/office/drawing/2014/main" id="{BADD8A6A-90E0-ED6D-4E35-FB98659C3190}"/>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3" name="Rectangle 13">
            <a:extLst>
              <a:ext uri="{FF2B5EF4-FFF2-40B4-BE49-F238E27FC236}">
                <a16:creationId xmlns:a16="http://schemas.microsoft.com/office/drawing/2014/main" id="{4F6AB46B-9168-AAAC-E729-87B511357615}"/>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4" name="Rectangle 14">
            <a:extLst>
              <a:ext uri="{FF2B5EF4-FFF2-40B4-BE49-F238E27FC236}">
                <a16:creationId xmlns:a16="http://schemas.microsoft.com/office/drawing/2014/main" id="{747CF0A2-1D89-6A31-0F8F-5478C8D01FBA}"/>
              </a:ext>
            </a:extLst>
          </p:cNvPr>
          <p:cNvSpPr>
            <a:spLocks noChangeArrowheads="1"/>
          </p:cNvSpPr>
          <p:nvPr/>
        </p:nvSpPr>
        <p:spPr bwMode="auto">
          <a:xfrm>
            <a:off x="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5" name="AutoShape 16">
            <a:hlinkClick r:id="rId3" action="ppaction://program" highlightClick="1"/>
            <a:extLst>
              <a:ext uri="{FF2B5EF4-FFF2-40B4-BE49-F238E27FC236}">
                <a16:creationId xmlns:a16="http://schemas.microsoft.com/office/drawing/2014/main" id="{AAD7A4D1-20A5-DC07-9652-D00E3F66D511}"/>
              </a:ext>
            </a:extLst>
          </p:cNvPr>
          <p:cNvSpPr>
            <a:spLocks noChangeArrowheads="1"/>
          </p:cNvSpPr>
          <p:nvPr/>
        </p:nvSpPr>
        <p:spPr bwMode="auto">
          <a:xfrm>
            <a:off x="6553200" y="5791200"/>
            <a:ext cx="24384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Run</a:t>
            </a:r>
          </a:p>
        </p:txBody>
      </p:sp>
      <p:sp>
        <p:nvSpPr>
          <p:cNvPr id="536593" name="AutoShape 17">
            <a:hlinkClick r:id="" action="ppaction://noaction" highlightClick="1"/>
            <a:extLst>
              <a:ext uri="{FF2B5EF4-FFF2-40B4-BE49-F238E27FC236}">
                <a16:creationId xmlns:a16="http://schemas.microsoft.com/office/drawing/2014/main" id="{82269599-E395-91B6-3107-DFA4D4375C3A}"/>
              </a:ext>
            </a:extLst>
          </p:cNvPr>
          <p:cNvSpPr>
            <a:spLocks noChangeArrowheads="1"/>
          </p:cNvSpPr>
          <p:nvPr/>
        </p:nvSpPr>
        <p:spPr bwMode="auto">
          <a:xfrm>
            <a:off x="6553200" y="5029200"/>
            <a:ext cx="24384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4" action="ppaction://program">
                  <a:extLst>
                    <a:ext uri="{A12FA001-AC4F-418D-AE19-62706E023703}">
                      <ahyp:hlinkClr xmlns:ahyp="http://schemas.microsoft.com/office/drawing/2018/hyperlinkcolor" val="tx"/>
                    </a:ext>
                  </a:extLst>
                </a:hlinkClick>
              </a:rPr>
              <a:t>TestMyHashMap</a:t>
            </a:r>
            <a:endParaRPr lang="en-US" dirty="0"/>
          </a:p>
        </p:txBody>
      </p:sp>
      <p:sp>
        <p:nvSpPr>
          <p:cNvPr id="536594" name="AutoShape 18">
            <a:hlinkClick r:id="" action="ppaction://noaction" highlightClick="1"/>
            <a:extLst>
              <a:ext uri="{FF2B5EF4-FFF2-40B4-BE49-F238E27FC236}">
                <a16:creationId xmlns:a16="http://schemas.microsoft.com/office/drawing/2014/main" id="{D134E836-555D-CA9D-1FA6-E755590BB397}"/>
              </a:ext>
            </a:extLst>
          </p:cNvPr>
          <p:cNvSpPr>
            <a:spLocks noChangeArrowheads="1"/>
          </p:cNvSpPr>
          <p:nvPr/>
        </p:nvSpPr>
        <p:spPr bwMode="auto">
          <a:xfrm>
            <a:off x="6553200" y="4343400"/>
            <a:ext cx="24384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5" action="ppaction://program">
                  <a:extLst>
                    <a:ext uri="{A12FA001-AC4F-418D-AE19-62706E023703}">
                      <ahyp:hlinkClr xmlns:ahyp="http://schemas.microsoft.com/office/drawing/2018/hyperlinkcolor" val="tx"/>
                    </a:ext>
                  </a:extLst>
                </a:hlinkClick>
              </a:rPr>
              <a:t>MyHashMap</a:t>
            </a:r>
            <a:endParaRPr lang="en-US" dirty="0"/>
          </a:p>
        </p:txBody>
      </p:sp>
      <p:sp>
        <p:nvSpPr>
          <p:cNvPr id="15378" name="Rectangle 20">
            <a:extLst>
              <a:ext uri="{FF2B5EF4-FFF2-40B4-BE49-F238E27FC236}">
                <a16:creationId xmlns:a16="http://schemas.microsoft.com/office/drawing/2014/main" id="{035A1C96-D969-1EEC-57BE-544C1710CD21}"/>
              </a:ext>
            </a:extLst>
          </p:cNvPr>
          <p:cNvSpPr>
            <a:spLocks noChangeArrowheads="1"/>
          </p:cNvSpPr>
          <p:nvPr/>
        </p:nvSpPr>
        <p:spPr bwMode="auto">
          <a:xfrm>
            <a:off x="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79" name="Rectangle 22">
            <a:extLst>
              <a:ext uri="{FF2B5EF4-FFF2-40B4-BE49-F238E27FC236}">
                <a16:creationId xmlns:a16="http://schemas.microsoft.com/office/drawing/2014/main" id="{A007F1D5-0339-2B6A-0B46-5CC0B98772A5}"/>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80" name="Rectangle 24">
            <a:extLst>
              <a:ext uri="{FF2B5EF4-FFF2-40B4-BE49-F238E27FC236}">
                <a16:creationId xmlns:a16="http://schemas.microsoft.com/office/drawing/2014/main" id="{4776B9E5-26E9-2D2F-95F5-0A32D3E21157}"/>
              </a:ext>
            </a:extLst>
          </p:cNvPr>
          <p:cNvSpPr>
            <a:spLocks noChangeArrowheads="1"/>
          </p:cNvSpPr>
          <p:nvPr/>
        </p:nvSpPr>
        <p:spPr bwMode="auto">
          <a:xfrm>
            <a:off x="0" y="2438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81" name="Rectangle 26">
            <a:extLst>
              <a:ext uri="{FF2B5EF4-FFF2-40B4-BE49-F238E27FC236}">
                <a16:creationId xmlns:a16="http://schemas.microsoft.com/office/drawing/2014/main" id="{DB0A26DC-67B0-F26F-C673-5FDFD041E777}"/>
              </a:ext>
            </a:extLst>
          </p:cNvPr>
          <p:cNvSpPr>
            <a:spLocks noChangeArrowheads="1"/>
          </p:cNvSpPr>
          <p:nvPr/>
        </p:nvSpPr>
        <p:spPr bwMode="auto">
          <a:xfrm>
            <a:off x="0" y="1276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36603" name="AutoShape 27">
            <a:hlinkClick r:id="" action="ppaction://noaction" highlightClick="1"/>
            <a:extLst>
              <a:ext uri="{FF2B5EF4-FFF2-40B4-BE49-F238E27FC236}">
                <a16:creationId xmlns:a16="http://schemas.microsoft.com/office/drawing/2014/main" id="{9E400C6B-A04C-1A32-70E1-BC990E38756A}"/>
              </a:ext>
            </a:extLst>
          </p:cNvPr>
          <p:cNvSpPr>
            <a:spLocks noChangeArrowheads="1"/>
          </p:cNvSpPr>
          <p:nvPr/>
        </p:nvSpPr>
        <p:spPr bwMode="auto">
          <a:xfrm>
            <a:off x="6553200" y="3581400"/>
            <a:ext cx="2362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6" action="ppaction://program">
                  <a:extLst>
                    <a:ext uri="{A12FA001-AC4F-418D-AE19-62706E023703}">
                      <ahyp:hlinkClr xmlns:ahyp="http://schemas.microsoft.com/office/drawing/2018/hyperlinkcolor" val="tx"/>
                    </a:ext>
                  </a:extLst>
                </a:hlinkClick>
              </a:rPr>
              <a:t>MyMap</a:t>
            </a:r>
            <a:endParaRPr lang="en-US" dirty="0"/>
          </a:p>
        </p:txBody>
      </p:sp>
      <p:sp>
        <p:nvSpPr>
          <p:cNvPr id="15383" name="AutoShape 28">
            <a:hlinkClick r:id="rId7" highlightClick="1"/>
            <a:extLst>
              <a:ext uri="{FF2B5EF4-FFF2-40B4-BE49-F238E27FC236}">
                <a16:creationId xmlns:a16="http://schemas.microsoft.com/office/drawing/2014/main" id="{2160C66D-9481-2E1D-B376-BA5798D9C304}"/>
              </a:ext>
            </a:extLst>
          </p:cNvPr>
          <p:cNvSpPr>
            <a:spLocks noChangeArrowheads="1"/>
          </p:cNvSpPr>
          <p:nvPr/>
        </p:nvSpPr>
        <p:spPr bwMode="auto">
          <a:xfrm>
            <a:off x="6019800" y="50292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84" name="AutoShape 29">
            <a:hlinkClick r:id="rId8" highlightClick="1"/>
            <a:extLst>
              <a:ext uri="{FF2B5EF4-FFF2-40B4-BE49-F238E27FC236}">
                <a16:creationId xmlns:a16="http://schemas.microsoft.com/office/drawing/2014/main" id="{A663A242-BE06-D56A-6D6C-17AD46E22FE3}"/>
              </a:ext>
            </a:extLst>
          </p:cNvPr>
          <p:cNvSpPr>
            <a:spLocks noChangeArrowheads="1"/>
          </p:cNvSpPr>
          <p:nvPr/>
        </p:nvSpPr>
        <p:spPr bwMode="auto">
          <a:xfrm>
            <a:off x="6019800" y="4343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85" name="AutoShape 30">
            <a:hlinkClick r:id="rId9" highlightClick="1"/>
            <a:extLst>
              <a:ext uri="{FF2B5EF4-FFF2-40B4-BE49-F238E27FC236}">
                <a16:creationId xmlns:a16="http://schemas.microsoft.com/office/drawing/2014/main" id="{3216FE16-2659-5699-8698-41815EACAC55}"/>
              </a:ext>
            </a:extLst>
          </p:cNvPr>
          <p:cNvSpPr>
            <a:spLocks noChangeArrowheads="1"/>
          </p:cNvSpPr>
          <p:nvPr/>
        </p:nvSpPr>
        <p:spPr bwMode="auto">
          <a:xfrm>
            <a:off x="6019800" y="3581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5386" name="Rectangle 32">
            <a:extLst>
              <a:ext uri="{FF2B5EF4-FFF2-40B4-BE49-F238E27FC236}">
                <a16:creationId xmlns:a16="http://schemas.microsoft.com/office/drawing/2014/main" id="{95C8F4A3-51BA-7A44-6F9E-B5FBC7DC0F1E}"/>
              </a:ext>
            </a:extLst>
          </p:cNvPr>
          <p:cNvSpPr>
            <a:spLocks noChangeArrowheads="1"/>
          </p:cNvSpPr>
          <p:nvPr/>
        </p:nvSpPr>
        <p:spPr bwMode="auto">
          <a:xfrm>
            <a:off x="0" y="976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9">
            <a:extLst>
              <a:ext uri="{FF2B5EF4-FFF2-40B4-BE49-F238E27FC236}">
                <a16:creationId xmlns:a16="http://schemas.microsoft.com/office/drawing/2014/main" id="{14E99900-CD83-5348-DAB3-EFF526A0B5D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 y="1846263"/>
            <a:ext cx="6343650" cy="452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6387" name="Slide Number Placeholder 4">
            <a:extLst>
              <a:ext uri="{FF2B5EF4-FFF2-40B4-BE49-F238E27FC236}">
                <a16:creationId xmlns:a16="http://schemas.microsoft.com/office/drawing/2014/main" id="{E2C3DA74-21AF-8C90-FB7D-36E43A78FC30}"/>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B11DA91-77A4-400A-9C94-0ABC5382CCC2}" type="slidenum">
              <a:rPr lang="en-US" altLang="en-US" sz="1400"/>
              <a:pPr>
                <a:spcBef>
                  <a:spcPct val="0"/>
                </a:spcBef>
                <a:buClrTx/>
                <a:buSzTx/>
                <a:buFontTx/>
                <a:buNone/>
              </a:pPr>
              <a:t>14</a:t>
            </a:fld>
            <a:endParaRPr lang="en-US" altLang="en-US" sz="1400"/>
          </a:p>
        </p:txBody>
      </p:sp>
      <p:sp>
        <p:nvSpPr>
          <p:cNvPr id="16388" name="Rectangle 2">
            <a:extLst>
              <a:ext uri="{FF2B5EF4-FFF2-40B4-BE49-F238E27FC236}">
                <a16:creationId xmlns:a16="http://schemas.microsoft.com/office/drawing/2014/main" id="{CF43E74B-1A49-2793-3EC5-CF379902C622}"/>
              </a:ext>
            </a:extLst>
          </p:cNvPr>
          <p:cNvSpPr>
            <a:spLocks noGrp="1" noChangeArrowheads="1"/>
          </p:cNvSpPr>
          <p:nvPr>
            <p:ph type="title"/>
          </p:nvPr>
        </p:nvSpPr>
        <p:spPr>
          <a:xfrm>
            <a:off x="228600" y="152400"/>
            <a:ext cx="8686800" cy="1066800"/>
          </a:xfrm>
        </p:spPr>
        <p:txBody>
          <a:bodyPr/>
          <a:lstStyle/>
          <a:p>
            <a:r>
              <a:rPr lang="en-US" altLang="en-US"/>
              <a:t>Implementing Set Using Hashing</a:t>
            </a:r>
          </a:p>
        </p:txBody>
      </p:sp>
      <p:sp>
        <p:nvSpPr>
          <p:cNvPr id="16389" name="Text Box 3">
            <a:extLst>
              <a:ext uri="{FF2B5EF4-FFF2-40B4-BE49-F238E27FC236}">
                <a16:creationId xmlns:a16="http://schemas.microsoft.com/office/drawing/2014/main" id="{A0F63684-61AA-B43F-94FB-763CDB312EB7}"/>
              </a:ext>
            </a:extLst>
          </p:cNvPr>
          <p:cNvSpPr txBox="1">
            <a:spLocks noChangeArrowheads="1"/>
          </p:cNvSpPr>
          <p:nvPr/>
        </p:nvSpPr>
        <p:spPr bwMode="auto">
          <a:xfrm>
            <a:off x="609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16390" name="Rectangle 4">
            <a:extLst>
              <a:ext uri="{FF2B5EF4-FFF2-40B4-BE49-F238E27FC236}">
                <a16:creationId xmlns:a16="http://schemas.microsoft.com/office/drawing/2014/main" id="{A8F51E04-8706-DFFC-74F7-53941F640642}"/>
              </a:ext>
            </a:extLst>
          </p:cNvPr>
          <p:cNvSpPr>
            <a:spLocks noChangeArrowheads="1"/>
          </p:cNvSpPr>
          <p:nvPr/>
        </p:nvSpPr>
        <p:spPr bwMode="auto">
          <a:xfrm>
            <a:off x="0" y="2854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1" name="Rectangle 5">
            <a:extLst>
              <a:ext uri="{FF2B5EF4-FFF2-40B4-BE49-F238E27FC236}">
                <a16:creationId xmlns:a16="http://schemas.microsoft.com/office/drawing/2014/main" id="{182B4686-4816-0019-5683-4F897318DEB8}"/>
              </a:ext>
            </a:extLst>
          </p:cNvPr>
          <p:cNvSpPr>
            <a:spLocks noChangeArrowheads="1"/>
          </p:cNvSpPr>
          <p:nvPr/>
        </p:nvSpPr>
        <p:spPr bwMode="auto">
          <a:xfrm>
            <a:off x="4479925" y="259080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2400"/>
          </a:p>
        </p:txBody>
      </p:sp>
      <p:sp>
        <p:nvSpPr>
          <p:cNvPr id="16392" name="Rectangle 6">
            <a:extLst>
              <a:ext uri="{FF2B5EF4-FFF2-40B4-BE49-F238E27FC236}">
                <a16:creationId xmlns:a16="http://schemas.microsoft.com/office/drawing/2014/main" id="{2BE88A98-A4C5-6D72-3E8B-88CCCBB0DAA9}"/>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3" name="Rectangle 7">
            <a:extLst>
              <a:ext uri="{FF2B5EF4-FFF2-40B4-BE49-F238E27FC236}">
                <a16:creationId xmlns:a16="http://schemas.microsoft.com/office/drawing/2014/main" id="{23B6705C-C037-3A54-C4BE-BCF2A7D0E379}"/>
              </a:ext>
            </a:extLst>
          </p:cNvPr>
          <p:cNvSpPr>
            <a:spLocks noChangeArrowheads="1"/>
          </p:cNvSpPr>
          <p:nvPr/>
        </p:nvSpPr>
        <p:spPr bwMode="auto">
          <a:xfrm>
            <a:off x="0" y="2389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4" name="Rectangle 8">
            <a:extLst>
              <a:ext uri="{FF2B5EF4-FFF2-40B4-BE49-F238E27FC236}">
                <a16:creationId xmlns:a16="http://schemas.microsoft.com/office/drawing/2014/main" id="{547C5EEB-7C06-4661-7037-7423AAEAF76C}"/>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5" name="Rectangle 9">
            <a:extLst>
              <a:ext uri="{FF2B5EF4-FFF2-40B4-BE49-F238E27FC236}">
                <a16:creationId xmlns:a16="http://schemas.microsoft.com/office/drawing/2014/main" id="{20E26A4E-CA82-2014-22CE-76086C184DA2}"/>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6" name="Rectangle 10">
            <a:extLst>
              <a:ext uri="{FF2B5EF4-FFF2-40B4-BE49-F238E27FC236}">
                <a16:creationId xmlns:a16="http://schemas.microsoft.com/office/drawing/2014/main" id="{E8D511E3-3C95-4519-16F8-23CEA78A787E}"/>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7" name="Rectangle 11">
            <a:extLst>
              <a:ext uri="{FF2B5EF4-FFF2-40B4-BE49-F238E27FC236}">
                <a16:creationId xmlns:a16="http://schemas.microsoft.com/office/drawing/2014/main" id="{2362899C-AD84-325A-3B6B-5F56207B0765}"/>
              </a:ext>
            </a:extLst>
          </p:cNvPr>
          <p:cNvSpPr>
            <a:spLocks noChangeArrowheads="1"/>
          </p:cNvSpPr>
          <p:nvPr/>
        </p:nvSpPr>
        <p:spPr bwMode="auto">
          <a:xfrm>
            <a:off x="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8" name="Rectangle 12">
            <a:extLst>
              <a:ext uri="{FF2B5EF4-FFF2-40B4-BE49-F238E27FC236}">
                <a16:creationId xmlns:a16="http://schemas.microsoft.com/office/drawing/2014/main" id="{FF3DC536-3E65-7474-4731-A9EC379BF84C}"/>
              </a:ext>
            </a:extLst>
          </p:cNvPr>
          <p:cNvSpPr>
            <a:spLocks noChangeArrowheads="1"/>
          </p:cNvSpPr>
          <p:nvPr/>
        </p:nvSpPr>
        <p:spPr bwMode="auto">
          <a:xfrm>
            <a:off x="0" y="2316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399" name="Rectangle 13">
            <a:extLst>
              <a:ext uri="{FF2B5EF4-FFF2-40B4-BE49-F238E27FC236}">
                <a16:creationId xmlns:a16="http://schemas.microsoft.com/office/drawing/2014/main" id="{7C9A8620-3E90-30A0-62D4-F306C00D5121}"/>
              </a:ext>
            </a:extLst>
          </p:cNvPr>
          <p:cNvSpPr>
            <a:spLocks noChangeArrowheads="1"/>
          </p:cNvSpPr>
          <p:nvPr/>
        </p:nvSpPr>
        <p:spPr bwMode="auto">
          <a:xfrm>
            <a:off x="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5024" name="AutoShape 16">
            <a:hlinkClick r:id="" action="ppaction://noaction" highlightClick="1"/>
            <a:extLst>
              <a:ext uri="{FF2B5EF4-FFF2-40B4-BE49-F238E27FC236}">
                <a16:creationId xmlns:a16="http://schemas.microsoft.com/office/drawing/2014/main" id="{30F5475F-73F0-BB73-A484-720F49F42B5E}"/>
              </a:ext>
            </a:extLst>
          </p:cNvPr>
          <p:cNvSpPr>
            <a:spLocks noChangeArrowheads="1"/>
          </p:cNvSpPr>
          <p:nvPr/>
        </p:nvSpPr>
        <p:spPr bwMode="auto">
          <a:xfrm>
            <a:off x="6400800" y="1828800"/>
            <a:ext cx="24384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3" action="ppaction://program">
                  <a:extLst>
                    <a:ext uri="{A12FA001-AC4F-418D-AE19-62706E023703}">
                      <ahyp:hlinkClr xmlns:ahyp="http://schemas.microsoft.com/office/drawing/2018/hyperlinkcolor" val="tx"/>
                    </a:ext>
                  </a:extLst>
                </a:hlinkClick>
              </a:rPr>
              <a:t>TestMyHashSet</a:t>
            </a:r>
            <a:endParaRPr lang="en-US" dirty="0"/>
          </a:p>
        </p:txBody>
      </p:sp>
      <p:sp>
        <p:nvSpPr>
          <p:cNvPr id="16401" name="Rectangle 17">
            <a:extLst>
              <a:ext uri="{FF2B5EF4-FFF2-40B4-BE49-F238E27FC236}">
                <a16:creationId xmlns:a16="http://schemas.microsoft.com/office/drawing/2014/main" id="{FAEBC5E8-55E5-300B-5325-9A666413F7ED}"/>
              </a:ext>
            </a:extLst>
          </p:cNvPr>
          <p:cNvSpPr>
            <a:spLocks noChangeArrowheads="1"/>
          </p:cNvSpPr>
          <p:nvPr/>
        </p:nvSpPr>
        <p:spPr bwMode="auto">
          <a:xfrm>
            <a:off x="0" y="1676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2" name="Rectangle 18">
            <a:extLst>
              <a:ext uri="{FF2B5EF4-FFF2-40B4-BE49-F238E27FC236}">
                <a16:creationId xmlns:a16="http://schemas.microsoft.com/office/drawing/2014/main" id="{654B3162-34AC-A8EB-29BF-F81A05861645}"/>
              </a:ext>
            </a:extLst>
          </p:cNvPr>
          <p:cNvSpPr>
            <a:spLocks noChangeArrowheads="1"/>
          </p:cNvSpPr>
          <p:nvPr/>
        </p:nvSpPr>
        <p:spPr bwMode="auto">
          <a:xfrm>
            <a:off x="0" y="876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3" name="Rectangle 19">
            <a:extLst>
              <a:ext uri="{FF2B5EF4-FFF2-40B4-BE49-F238E27FC236}">
                <a16:creationId xmlns:a16="http://schemas.microsoft.com/office/drawing/2014/main" id="{67394087-DE02-17DA-68CE-3754B19CBD4F}"/>
              </a:ext>
            </a:extLst>
          </p:cNvPr>
          <p:cNvSpPr>
            <a:spLocks noChangeArrowheads="1"/>
          </p:cNvSpPr>
          <p:nvPr/>
        </p:nvSpPr>
        <p:spPr bwMode="auto">
          <a:xfrm>
            <a:off x="0" y="2438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4" name="Rectangle 20">
            <a:extLst>
              <a:ext uri="{FF2B5EF4-FFF2-40B4-BE49-F238E27FC236}">
                <a16:creationId xmlns:a16="http://schemas.microsoft.com/office/drawing/2014/main" id="{728D62BE-D7D6-DF18-7245-F577F04036B8}"/>
              </a:ext>
            </a:extLst>
          </p:cNvPr>
          <p:cNvSpPr>
            <a:spLocks noChangeArrowheads="1"/>
          </p:cNvSpPr>
          <p:nvPr/>
        </p:nvSpPr>
        <p:spPr bwMode="auto">
          <a:xfrm>
            <a:off x="0" y="1276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5030" name="AutoShape 22">
            <a:hlinkClick r:id="" action="ppaction://noaction" highlightClick="1"/>
            <a:extLst>
              <a:ext uri="{FF2B5EF4-FFF2-40B4-BE49-F238E27FC236}">
                <a16:creationId xmlns:a16="http://schemas.microsoft.com/office/drawing/2014/main" id="{C4A99339-FB19-28F5-B0B1-2E80062C7D95}"/>
              </a:ext>
            </a:extLst>
          </p:cNvPr>
          <p:cNvSpPr>
            <a:spLocks noChangeArrowheads="1"/>
          </p:cNvSpPr>
          <p:nvPr/>
        </p:nvSpPr>
        <p:spPr bwMode="auto">
          <a:xfrm>
            <a:off x="3276600" y="1066800"/>
            <a:ext cx="2362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4" action="ppaction://program">
                  <a:extLst>
                    <a:ext uri="{A12FA001-AC4F-418D-AE19-62706E023703}">
                      <ahyp:hlinkClr xmlns:ahyp="http://schemas.microsoft.com/office/drawing/2018/hyperlinkcolor" val="tx"/>
                    </a:ext>
                  </a:extLst>
                </a:hlinkClick>
              </a:rPr>
              <a:t>MySet</a:t>
            </a:r>
            <a:endParaRPr lang="en-US" dirty="0"/>
          </a:p>
        </p:txBody>
      </p:sp>
      <p:sp>
        <p:nvSpPr>
          <p:cNvPr id="16406" name="Rectangle 24">
            <a:extLst>
              <a:ext uri="{FF2B5EF4-FFF2-40B4-BE49-F238E27FC236}">
                <a16:creationId xmlns:a16="http://schemas.microsoft.com/office/drawing/2014/main" id="{1D860A17-3F47-B6A1-C55F-02EA96969BB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7" name="AutoShape 25">
            <a:hlinkClick r:id="rId5" highlightClick="1"/>
            <a:extLst>
              <a:ext uri="{FF2B5EF4-FFF2-40B4-BE49-F238E27FC236}">
                <a16:creationId xmlns:a16="http://schemas.microsoft.com/office/drawing/2014/main" id="{F19932E7-612E-7A41-737F-C6CC1257E24B}"/>
              </a:ext>
            </a:extLst>
          </p:cNvPr>
          <p:cNvSpPr>
            <a:spLocks noChangeArrowheads="1"/>
          </p:cNvSpPr>
          <p:nvPr/>
        </p:nvSpPr>
        <p:spPr bwMode="auto">
          <a:xfrm>
            <a:off x="5867400" y="1828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8" name="AutoShape 26">
            <a:hlinkClick r:id="rId6" highlightClick="1"/>
            <a:extLst>
              <a:ext uri="{FF2B5EF4-FFF2-40B4-BE49-F238E27FC236}">
                <a16:creationId xmlns:a16="http://schemas.microsoft.com/office/drawing/2014/main" id="{E31AF967-C375-343D-8B2D-5B0E2CB5E695}"/>
              </a:ext>
            </a:extLst>
          </p:cNvPr>
          <p:cNvSpPr>
            <a:spLocks noChangeArrowheads="1"/>
          </p:cNvSpPr>
          <p:nvPr/>
        </p:nvSpPr>
        <p:spPr bwMode="auto">
          <a:xfrm>
            <a:off x="2743200" y="1066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09" name="Rectangle 28">
            <a:extLst>
              <a:ext uri="{FF2B5EF4-FFF2-40B4-BE49-F238E27FC236}">
                <a16:creationId xmlns:a16="http://schemas.microsoft.com/office/drawing/2014/main" id="{5C0AD952-6C2E-2D15-4900-37FDEAAF479F}"/>
              </a:ext>
            </a:extLst>
          </p:cNvPr>
          <p:cNvSpPr>
            <a:spLocks noChangeArrowheads="1"/>
          </p:cNvSpPr>
          <p:nvPr/>
        </p:nvSpPr>
        <p:spPr bwMode="auto">
          <a:xfrm>
            <a:off x="0" y="1616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55037" name="AutoShape 29">
            <a:hlinkClick r:id="" action="ppaction://noaction" highlightClick="1"/>
            <a:extLst>
              <a:ext uri="{FF2B5EF4-FFF2-40B4-BE49-F238E27FC236}">
                <a16:creationId xmlns:a16="http://schemas.microsoft.com/office/drawing/2014/main" id="{ADDB869E-FF2A-AAB9-84DD-C782CA342CCD}"/>
              </a:ext>
            </a:extLst>
          </p:cNvPr>
          <p:cNvSpPr>
            <a:spLocks noChangeArrowheads="1"/>
          </p:cNvSpPr>
          <p:nvPr/>
        </p:nvSpPr>
        <p:spPr bwMode="auto">
          <a:xfrm>
            <a:off x="6324600" y="1066800"/>
            <a:ext cx="24384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7" action="ppaction://program">
                  <a:extLst>
                    <a:ext uri="{A12FA001-AC4F-418D-AE19-62706E023703}">
                      <ahyp:hlinkClr xmlns:ahyp="http://schemas.microsoft.com/office/drawing/2018/hyperlinkcolor" val="tx"/>
                    </a:ext>
                  </a:extLst>
                </a:hlinkClick>
              </a:rPr>
              <a:t>MyHashSet</a:t>
            </a:r>
            <a:endParaRPr lang="en-US" dirty="0"/>
          </a:p>
        </p:txBody>
      </p:sp>
      <p:sp>
        <p:nvSpPr>
          <p:cNvPr id="16411" name="AutoShape 30">
            <a:hlinkClick r:id="rId8" highlightClick="1"/>
            <a:extLst>
              <a:ext uri="{FF2B5EF4-FFF2-40B4-BE49-F238E27FC236}">
                <a16:creationId xmlns:a16="http://schemas.microsoft.com/office/drawing/2014/main" id="{26C3818C-EF8A-FE5B-8031-5382224EECC9}"/>
              </a:ext>
            </a:extLst>
          </p:cNvPr>
          <p:cNvSpPr>
            <a:spLocks noChangeArrowheads="1"/>
          </p:cNvSpPr>
          <p:nvPr/>
        </p:nvSpPr>
        <p:spPr bwMode="auto">
          <a:xfrm>
            <a:off x="5791200" y="1066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6412" name="AutoShape 31">
            <a:hlinkClick r:id="rId9" action="ppaction://program" highlightClick="1"/>
            <a:extLst>
              <a:ext uri="{FF2B5EF4-FFF2-40B4-BE49-F238E27FC236}">
                <a16:creationId xmlns:a16="http://schemas.microsoft.com/office/drawing/2014/main" id="{DD5D3D3C-48FC-D177-11C9-74E73F1488DC}"/>
              </a:ext>
            </a:extLst>
          </p:cNvPr>
          <p:cNvSpPr>
            <a:spLocks noChangeArrowheads="1"/>
          </p:cNvSpPr>
          <p:nvPr/>
        </p:nvSpPr>
        <p:spPr bwMode="auto">
          <a:xfrm>
            <a:off x="6400800" y="2590800"/>
            <a:ext cx="24384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Run</a:t>
            </a:r>
          </a:p>
        </p:txBody>
      </p:sp>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24977</TotalTime>
  <Words>597</Words>
  <Application>Microsoft Office PowerPoint</Application>
  <PresentationFormat>On-screen Show (4:3)</PresentationFormat>
  <Paragraphs>59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Book Antiqua</vt:lpstr>
      <vt:lpstr>Courier New</vt:lpstr>
      <vt:lpstr>Monotype Sorts</vt:lpstr>
      <vt:lpstr>Times New Roman</vt:lpstr>
      <vt:lpstr>International</vt:lpstr>
      <vt:lpstr>Chapter 27 Hashing</vt:lpstr>
      <vt:lpstr>Objectives</vt:lpstr>
      <vt:lpstr>Why Hashing? </vt:lpstr>
      <vt:lpstr>Map </vt:lpstr>
      <vt:lpstr>What is Hashing? </vt:lpstr>
      <vt:lpstr>Hash Function and Hash Codes </vt:lpstr>
      <vt:lpstr>Linear Probing Animation</vt:lpstr>
      <vt:lpstr>Linear Probing Animation</vt:lpstr>
      <vt:lpstr>Quadratic Probing </vt:lpstr>
      <vt:lpstr>Double Hashing </vt:lpstr>
      <vt:lpstr>Handling Collisions Using Separate Chaining </vt:lpstr>
      <vt:lpstr>Separate Chaining Animation</vt:lpstr>
      <vt:lpstr>Implementing Map Using Hashing</vt:lpstr>
      <vt:lpstr>Implementing Set Using Hashing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Objects and Classes</dc:title>
  <dc:creator>Y. Daniel Liang</dc:creator>
  <cp:lastModifiedBy>Hisham Haddad</cp:lastModifiedBy>
  <cp:revision>229</cp:revision>
  <dcterms:created xsi:type="dcterms:W3CDTF">1995-06-10T17:31:50Z</dcterms:created>
  <dcterms:modified xsi:type="dcterms:W3CDTF">2026-04-10T12:25:45Z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isReadingOrderVerified":"true","pageNumber":0,"geomIndex":-1,"issueTypeId":"ReadingOrderIssue:PPTX","dismiss":false,"pageNumbers":[2],"coordinatesList":[[10.0,10.0,2.0,2.0]]},{"isReadingOrderVerified":"true","pageNumber":0,"geomIndex":-1,"issueTypeId":"ReadingOrderIssue:PPTX","dismiss":false,"pageNumbers":[3],"coordinatesList":[[10.0,10.0,2.0,2.0]]},{"isReadingOrderVerified":"true","pageNumber":0,"geomIndex":-1,"issueTypeId":"ReadingOrderIssue:PPTX","dismiss":false,"pageNumbers":[4],"coordinatesList":[[10.0,10.0,2.0,2.0]]},{"isReadingOrderVerified":"true","pageNumber":0,"geomIndex":-1,"issueTypeId":"ReadingOrderIssue:PPTX","dismiss":false,"pageNumbers":[5],"coordinatesList":[[10.0,10.0,2.0,2.0]]},{"isReadingOrderVerified":"true","pageNumber":0,"geomIndex":-1,"issueTypeId":"ReadingOrderIssue:PPTX","dismiss":false,"pageNumbers":[6],"coordinatesList":[[10.0,10.0,2.0,2.0]]},{"pageNumber":0,"geomIndex":-1,"decorative":true,"imageIndex":9,"identifiers":{},"issueTypeId":"MissingAlternativeTextIssue:PPTX","dismiss":false,"pageNumbers":[6],"coordinatesList":[[91.5,514.125,537.0,322.1199951171875]]},{"isReadingOrderVerified":"true","pageNumber":0,"geomIndex":-1,"issueTypeId":"ReadingOrderIssue:PPTX","dismiss":false,"pageNumbers":[7],"coordinatesList":[[10.0,10.0,2.0,2.0]]},{"pageNumber":0,"geomIndex":-1,"decorative":true,"imageIndex":16,"identifiers":{},"issueTypeId":"MissingAlternativeTextIssue:PPTX","dismiss":false,"pageNumbers":[7],"coordinatesList":[[35.0,449.0,635.1199951171875,329.0]]},{"isReadingOrderVerified":"true","pageNumber":0,"geomIndex":-1,"issueTypeId":"ReadingOrderIssue:PPTX","dismiss":false,"pageNumbers":[8],"coordinatesList":[[10.0,10.0,2.0,2.0]]},{"pageNumber":0,"geomIndex":1670,"lastGeomIndex":1741,"textElement":"www.cs.armstrong.edu/liang/animation/HashingLinearProbingAnimation.html","tableIndex":-1,"rowIndex":-1,"cellIndex":-1,"fontColor":"#009c47","identifiers":{"PARAGRAPH_ID":"30","RUN_ID":"0","SLIDE_ID":"7"},"issueDetails":{"luminance25":"1.0","isHeader":"true","luminance75":"1.0","textColor":"00b050"},"issueTypeId":"LowContrastIssue:PPTX","dismiss":false,"pageNumbers":[8],"coordinatesList":[[26.95199966430664,90.70001220703125,633.9653587341309,9.108180046081543]]},{"pageNumber":0,"geomIndex":-1,"decorative":true,"imageIndex":14,"identifiers":{},"issueTypeId":"MissingAlternativeTextIssue:PPTX","dismiss":false,"pageNumbers":[8],"coordinatesList":[[102.0,513.75,492.0,405.75]]},{"isReadingOrderVerified":"true","pageNumber":0,"geomIndex":-1,"issueTypeId":"ReadingOrderIssue:PPTX","dismiss":false,"pageNumbers":[9],"coordinatesList":[[10.0,10.0,2.0,2.0]]},{"pageNumber":0,"geomIndex":-1,"decorative":true,"imageIndex":12,"identifiers":{},"issueTypeId":"MissingAlternativeTextIssue:PPTX","dismiss":false,"pageNumbers":[9],"coordinatesList":[[84.0,495.0,558.0,297.0]]},{"isReadingOrderVerified":"true","pageNumber":0,"geomIndex":-1,"issueTypeId":"ReadingOrderIssue:PPTX","dismiss":false,"pageNumbers":[10],"coordinatesList":[[10.0,10.0,2.0,2.0]]},{"pageNumber":0,"geomIndex":-1,"decorative":true,"imageIndex":11,"identifiers":{},"issueTypeId":"MissingAlternativeTextIssue:PPTX","dismiss":false,"pageNumbers":[10],"coordinatesList":[[27.5,502.125,665.0,276.5]]},{"isReadingOrderVerified":"true","pageNumber":0,"geomIndex":-1,"issueTypeId":"ReadingOrderIssue:PPTX","dismiss":false,"pageNumbers":[11],"coordinatesList":[[10.0,10.0,2.0,2.0]]},{"pageNumber":0,"geomIndex":-1,"decorative":true,"imageIndex":12,"identifiers":{},"issueTypeId":"MissingAlternativeTextIssue:PPTX","dismiss":false,"pageNumbers":[11],"coordinatesList":[[81.375,510.75,551.25,305.0]]},{"isReadingOrderVerified":"true","pageNumber":0,"geomIndex":-1,"issueTypeId":"ReadingOrderIssue:PPTX","dismiss":false,"pageNumbers":[12],"coordinatesList":[[10.0,10.0,2.0,2.0]]},{"pageNumber":0,"geomIndex":2280,"lastGeomIndex":2359,"textElement":"www.cs.armstrong.edu/liang/animation/HashingUsingSeparateChainingAnimation.html","tableIndex":-1,"rowIndex":-1,"cellIndex":-1,"fontColor":"#009c47","identifiers":{"PARAGRAPH_ID":"44","RUN_ID":"0","SLIDE_ID":"11"},"issueDetails":{"luminance25":"1.0","isHeader":"true","luminance75":"1.0","textColor":"00b050"},"issueTypeId":"LowContrastIssue:PPTX","dismiss":false,"pageNumbers":[12],"coordinatesList":[[9.263999938964844,86.6199951171875,708.2336196899414,9.108180046081543]]},{"pageNumber":0,"geomIndex":-1,"decorative":true,"imageIndex":13,"identifiers":{},"issueTypeId":"MissingAlternativeTextIssue:PPTX","dismiss":false,"pageNumbers":[12],"coordinatesList":[[90.0,509.625,510.0,401.6199951171875]]},{"isReadingOrderVerified":"true","pageNumber":0,"geomIndex":-1,"issueTypeId":"ReadingOrderIssue:PPTX","dismiss":false,"pageNumbers":[13],"coordinatesList":[[10.0,10.0,2.0,2.0]]},{"pageNumber":0,"geomIndex":2391,"lastGeomIndex":2404,"textElement":"TestMyHashMap","tableIndex":-1,"rowIndex":-1,"cellIndex":-1,"fontColor":"#009c47","identifiers":{"PARAGRAPH_ID":"48","RUN_ID":"0","SLIDE_ID":"12"},"issueDetails":{"luminance25":"0.316298551618885","isHeader":"true","luminance75":"0.316298551618885","textColor":"cbcbcb"},"issueTypeId":"LowContrastIssue:PPTX","dismiss":false,"pageNumbers":[13],"coordinatesList":[[519.3599853515625,425.1400146484375,185.44793701171875,12.107999801635742]]},{"pageNumber":0,"geomIndex":2404,"lastGeomIndex":2413,"textElement":"MyHashMap","tableIndex":-1,"rowIndex":-1,"cellIndex":-1,"fontColor":"#009c47","identifiers":{"PARAGRAPH_ID":"49","RUN_ID":"0","SLIDE_ID":"12"},"issueDetails":{"luminance25":"0.316298551618885","isHeader":"true","luminance75":"0.316298551618885","textColor":"cbcbcb"},"issueTypeId":"LowContrastIssue:PPTX","dismiss":false,"pageNumbers":[13],"coordinatesList":[[541.4600219726562,371.1099853515625,141.1920166015625,12.107999801635742]]},{"pageNumber":0,"geomIndex":2413,"lastGeomIndex":2418,"textElement":"MyMap","tableIndex":-1,"rowIndex":-1,"cellIndex":-1,"fontColor":"#009c47","identifiers":{"PARAGRAPH_ID":"50","RUN_ID":"0","SLIDE_ID":"12"},"issueDetails":{"luminance25":"0.316298551618885","isHeader":"true","luminance75":"0.316298551618885","textColor":"cbcbcb"},"issueTypeId":"LowContrastIssue:PPTX","dismiss":false,"pageNumbers":[13],"coordinatesList":[[566.5399780273438,311.1099853515625,85.10394287109375,12.107999801635742]]},{"pageNumber":0,"geomIndex":-1,"decorative":true,"imageIndex":1,"identifiers":{},"issueTypeId":"MissingAlternativeTextIssue:PPTX","dismiss":false,"pageNumbers":[13],"coordinatesList":[[9.0,509.625,453.3699951171875,455.25]]},{"isReadingOrderVerified":"true","pageNumber":0,"geomIndex":-1,"issueTypeId":"ReadingOrderIssue:PPTX","dismiss":false,"pageNumbers":[14],"coordinatesList":[[10.0,10.0,2.0,2.0]]},{"pageNumber":0,"geomIndex":2447,"lastGeomIndex":2460,"textElement":"TestMyHashSet","tableIndex":-1,"rowIndex":-1,"cellIndex":-1,"fontColor":"#009c47","identifiers":{"PARAGRAPH_ID":"53","RUN_ID":"0","SLIDE_ID":"13"},"issueDetails":{"luminance25":"0.316298551618885","isHeader":"true","luminance75":"0.316298551618885","textColor":"cbcbcb"},"issueTypeId":"LowContrastIssue:PPTX","dismiss":false,"pageNumbers":[14],"coordinatesList":[[515.8800048828125,173.05999755859375,168.26416015625,12.120107650756836]]},{"pageNumber":0,"geomIndex":2460,"lastGeomIndex":2465,"textElement":"MySet","tableIndex":-1,"rowIndex":-1,"cellIndex":-1,"fontColor":"#009c47","identifiers":{"PARAGRAPH_ID":"54","RUN_ID":"0","SLIDE_ID":"13"},"issueDetails":{"luminance25":"0.316298551618885","isHeader":"true","luminance75":"0.316298551618885","textColor":"cbcbcb"},"issueTypeId":"LowContrastIssue:PPTX","dismiss":false,"pageNumbers":[14],"coordinatesList":[[317.0199890136719,113.05999755859375,67.968017578125,12.107999801635742]]},{"pageNumber":0,"geomIndex":2465,"lastGeomIndex":2474,"textElement":"MyHashSet","tableIndex":-1,"rowIndex":-1,"cellIndex":-1,"fontColor":"#009c47","identifiers":{"PARAGRAPH_ID":"55","RUN_ID":"0","SLIDE_ID":"13"},"issueDetails":{"luminance25":"0.316298551618885","isHeader":"true","luminance75":"0.316298551618885","textColor":"cbcbcb"},"issueTypeId":"LowContrastIssue:PPTX","dismiss":false,"pageNumbers":[14],"coordinatesList":[[532.0800170898438,113.05999755859375,124.0079345703125,12.107999801635742]]},{"pageNumber":0,"geomIndex":-1,"decorative":true,"imageIndex":1,"identifiers":{},"issueTypeId":"MissingAlternativeTextIssue:PPTX","dismiss":false,"pageNumbers":[14],"coordinatesList":[[8.25,501.375,499.5,356.0]]}]</vt:lpwstr>
  </property>
  <property fmtid="{D5CDD505-2E9C-101B-9397-08002B2CF9AE}" pid="3" name="ReadingOrderVerifiedPages">
    <vt:lpwstr>1,2,3,4,5,6,7,8,9,10,11,12,13,14</vt:lpwstr>
  </property>
</Properties>
</file>