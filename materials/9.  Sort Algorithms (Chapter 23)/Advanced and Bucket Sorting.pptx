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9"/>
  </p:normalViewPr>
  <p:slideViewPr>
    <p:cSldViewPr>
      <p:cViewPr varScale="1">
        <p:scale>
          <a:sx n="104" d="100"/>
          <a:sy n="104" d="100"/>
        </p:scale>
        <p:origin x="603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ma Tasnim" userId="02b7d893-96d2-4b75-90c3-7515de1ecabf" providerId="ADAL" clId="{78A7DB1F-8CC0-2341-A4A5-6E572E644A88}"/>
    <pc:docChg chg="modSld">
      <pc:chgData name="Umama Tasnim" userId="02b7d893-96d2-4b75-90c3-7515de1ecabf" providerId="ADAL" clId="{78A7DB1F-8CC0-2341-A4A5-6E572E644A88}" dt="2024-10-04T02:58:22.305" v="5"/>
      <pc:docMkLst>
        <pc:docMk/>
      </pc:docMkLst>
      <pc:sldChg chg="modSp mod">
        <pc:chgData name="Umama Tasnim" userId="02b7d893-96d2-4b75-90c3-7515de1ecabf" providerId="ADAL" clId="{78A7DB1F-8CC0-2341-A4A5-6E572E644A88}" dt="2024-10-04T02:58:22.305" v="5"/>
        <pc:sldMkLst>
          <pc:docMk/>
          <pc:sldMk cId="0" sldId="264"/>
        </pc:sldMkLst>
        <pc:spChg chg="mod">
          <ac:chgData name="Umama Tasnim" userId="02b7d893-96d2-4b75-90c3-7515de1ecabf" providerId="ADAL" clId="{78A7DB1F-8CC0-2341-A4A5-6E572E644A88}" dt="2024-10-04T02:58:22.305" v="5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7:46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4145 0 0,'0'-1'127'0'0,"0"0"0"0"0,0 0 0 0 0,0 1 0 0 0,0-1 0 0 0,1 0 1 0 0,-1 0-1 0 0,0 0 0 0 0,1 0 0 0 0,-1 0 0 0 0,0 0 0 0 0,1 0 0 0 0,-1 0 0 0 0,1 1 1 0 0,0-2-1 0 0,0 1-235 0 0,-1 1 0 0 0,1-1 1 0 0,0 0-1 0 0,0 1 1 0 0,-1-1-1 0 0,1 0 0 0 0,0 1 1 0 0,0-1-1 0 0,0 1 1 0 0,0-1-1 0 0,-1 1 0 0 0,1 0 1 0 0,0-1-1 0 0,0 1 0 0 0,0 0 1 0 0,0 0-1 0 0,0 0 1 0 0,0-1-1 0 0,0 1 0 0 0,0 0 1 0 0,0 0-1 0 0,0 1 1 0 0,0-1-1 0 0,0 0 0 0 0,0 0 1 0 0,0 0-1 0 0,0 1 1 0 0,0-1-1 0 0,0 0 0 0 0,0 1 1 0 0,-1-1-1 0 0,3 2 1 0 0,16 10 961 0 0,-14-8-752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7:49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5 1840 0 0,'-1'0'1'0'0,"0"-1"-1"0"0,0 1 0 0 0,0-1 0 0 0,0 1 0 0 0,0-1 0 0 0,0 1 0 0 0,0-1 0 0 0,0 1 1 0 0,-1 0-1 0 0,1 0 0 0 0,0-1 0 0 0,0 1 0 0 0,0 0 0 0 0,0 0 0 0 0,-1 0 0 0 0,1 1 1 0 0,0-1-1 0 0,0 0 0 0 0,0 0 0 0 0,0 0 0 0 0,-1 1 0 0 0,1-1 0 0 0,0 1 0 0 0,0-1 1 0 0,0 1-1 0 0,-2 1 0 0 0,-5 2 266 0 0,0 1 1 0 0,-11 9-1 0 0,11-8-211 0 0,-15 12 93 0 0,1 0 0 0 0,0 1 1 0 0,-25 31-1 0 0,-47 74 36 0 0,78-99-130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7:49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 2761 0 0,'-3'0'25'0'0,"-1"-1"0"0"0,1 1 0 0 0,0 0-1 0 0,0 0 1 0 0,0 0 0 0 0,-1 1 0 0 0,1-1 0 0 0,0 1 0 0 0,0 0 0 0 0,0 0 0 0 0,0 0 0 0 0,0 0 0 0 0,0 0 0 0 0,0 1 0 0 0,0-1 0 0 0,-3 3 0 0 0,-5 4 157 0 0,0 0 0 0 0,-14 16 1 0 0,16-16-42 0 0,-24 26-80 0 0,1 2 1 0 0,1 0-1 0 0,-39 64 0 0 0,59-82-250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7:5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1376 0 0,'-24'2'64'0'0,"8"1"8"0"0,1 1-72 0 0,4 0 0 0 0,5 0 0 0 0,2 1 0 0 0,0 2 208 0 0,-7 3 24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7:51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 5065 0 0,'-4'-2'448'0'0,"3"2"-352"0"0,2 0-96 0 0,2 2 208 0 0,-1-2 24 0 0,2 1 8 0 0,3 0 0 0 0,3 1-240 0 0,2-1-120 0 0,2 0 16 0 0,1 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7:51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15 7834 0 0,'-6'-7'696'0'0,"2"3"-560"0"0,0 1-136 0 0,2 2 0 0 0,2 2-680 0 0,0 1-168 0 0,-1 2-1465 0 0,1-2 1841 0 0,-1 2 16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7:57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33 139 1840 0 0,'4'-4'408'0'0,"0"0"0"0"0,-1 0 0 0 0,1-1 0 0 0,-1 0 0 0 0,0 0 0 0 0,0 0-1 0 0,0 0 1 0 0,-1 0 0 0 0,0-1 0 0 0,0 1 0 0 0,2-11 0 0 0,-3 14-396 0 0,0 1-1 0 0,0 0 1 0 0,0-1 0 0 0,-1 1 0 0 0,1 0 0 0 0,0 0 0 0 0,0 0-1 0 0,1-1 1 0 0,-1 1 0 0 0,0 0 0 0 0,0 1 0 0 0,0-1 0 0 0,1 0-1 0 0,-1 0 1 0 0,1 0 0 0 0,-1 1 0 0 0,0-1 0 0 0,1 1 0 0 0,-1-1-1 0 0,1 1 1 0 0,-1 0 0 0 0,3-1 0 0 0,5 0 2 0 0,-1 0 0 0 0,15 0 1 0 0,-17 5-52 0 0,-6-4 62 0 0,0 1-1 0 0,1-1 1 0 0,-1 0-1 0 0,0 1 1 0 0,1-1-1 0 0,-1 1 1 0 0,1-1-1 0 0,-1 0 1 0 0,1 1-1 0 0,-1-1 1 0 0,1 0-1 0 0,-1 1 1 0 0,1-1-1 0 0,-1 0 1 0 0,1 0-1 0 0,-1 0 1 0 0,1 1-1 0 0,-1-1 1 0 0,1 0-1 0 0,-1 0 1 0 0,1 0-1 0 0,0 0 1 0 0,-1 0-1 0 0,1 0 1 0 0,-1 0-1 0 0,2 0 1 0 0,22-4 304 0 0,-24 4-421 0 0,-4-4 2278 0 0,2 1-2086 0 0,-1 1-1 0 0,0-1 0 0 0,0 1 1 0 0,0 0-1 0 0,-1 0 0 0 0,1 0 1 0 0,0 0-1 0 0,-1 1 0 0 0,1-1 1 0 0,-1 1-1 0 0,-4-1 0 0 0,-7-2 424 0 0,-1-1 0 0 0,-22-10 0 0 0,34 15-488 0 0,0 0 1 0 0,0 1-1 0 0,0-1 1 0 0,0 1 0 0 0,0 0-1 0 0,0 0 1 0 0,1 0-1 0 0,-6 3 1 0 0,6-2-347 0 0,1-1 0 0 0,-1 1 1 0 0,1 0-1 0 0,0 0 0 0 0,-1 0 0 0 0,1 0 1 0 0,0 0-1 0 0,1 0 0 0 0,-1 1 0 0 0,0-1 1 0 0,-2 4-1 0 0,25 11-3495 0 0,-15-13 1371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8:01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74 175 1032 0 0,'-7'-7'587'0'0,"11"10"711"0"0,-3-2-1121 0 0,0 1 0 0 0,0-1 0 0 0,0 1 0 0 0,0-1 0 0 0,0 1 0 0 0,0-1 1 0 0,0 1-1 0 0,-1 0 0 0 0,1-1 0 0 0,0 4 0 0 0,-3-20 2261 0 0,-1 1-2258 0 0,1 1-1 0 0,1 0 0 0 0,0-19 0 0 0,3 19-58 0 0,7-22 0 0 0,1-8 35 0 0,-10 42-151 0 0,0 1 0 0 0,0 0 0 0 0,0-1 0 0 0,0 1 0 0 0,0-1 0 0 0,0 1 0 0 0,0-1 0 0 0,0 1 0 0 0,0 0 0 0 0,0-1 0 0 0,0 1 0 0 0,0-1 0 0 0,0 1 0 0 0,0 0 0 0 0,0-1 0 0 0,0 1 0 0 0,-1-1 0 0 0,1 1 0 0 0,0 0 0 0 0,0-1 0 0 0,-1 1 0 0 0,1 0 0 0 0,0-1 0 0 0,0 1 0 0 0,-1 0 0 0 0,1 0 0 0 0,0-1 1 0 0,-1 1-1 0 0,1 0 0 0 0,0 0 0 0 0,-1-1 0 0 0,1 1 0 0 0,-1 0 0 0 0,1 0 0 0 0,0 0 0 0 0,-1 0 0 0 0,1 0 0 0 0,-1 0 0 0 0,1-1 0 0 0,-1 1 0 0 0,-18 2 253 0 0,19-2-223 0 0,-1 1 1 0 0,0-1-1 0 0,1 1 1 0 0,-1-1-1 0 0,1 1 0 0 0,-1-1 1 0 0,0 1-1 0 0,1-1 1 0 0,-1 1-1 0 0,1 0 1 0 0,0-1-1 0 0,-1 1 0 0 0,1-1 1 0 0,0 1-1 0 0,-1 0 1 0 0,1 0-1 0 0,0-1 0 0 0,-1 1 1 0 0,1 0-1 0 0,0 0 1 0 0,-5 21 152 0 0,4-14-128 0 0,-1 1-51 0 0,0 1 0 0 0,0-1 0 0 0,-1 0 0 0 0,-1 0 0 0 0,1 0-1 0 0,-1 0 1 0 0,-1-1 0 0 0,-6 11 0 0 0,3-14-15 0 0,4-8 138 0 0,3 2-93 0 0,1 0 0 0 0,0 0-1 0 0,0 0 1 0 0,-1 0-1 0 0,1 0 1 0 0,0 0-1 0 0,0 0 1 0 0,0 0-1 0 0,0 0 1 0 0,0 0-1 0 0,0 0 1 0 0,1 0-1 0 0,-1 0 1 0 0,0 0-1 0 0,1-1 1 0 0,10-20 613 0 0,1 1 0 0 0,1 1-1 0 0,23-30 1 0 0,-35 49-651 0 0,-1 1 0 0 0,0 0 0 0 0,0-1 0 0 0,0 1 0 0 0,0 0 0 0 0,1 0 0 0 0,-1-1 0 0 0,0 1 0 0 0,0 0-1 0 0,0 0 1 0 0,1-1 0 0 0,-1 1 0 0 0,0 0 0 0 0,0 0 0 0 0,1-1 0 0 0,-1 1 0 0 0,0 0 0 0 0,1 0 0 0 0,-1 0 0 0 0,0 0 0 0 0,1 0 0 0 0,-1 0 0 0 0,0-1-1 0 0,1 1 1 0 0,-1 0 0 0 0,0 0 0 0 0,1 0 0 0 0,-1 0 0 0 0,0 0 0 0 0,1 0 0 0 0,-1 0 0 0 0,0 0 0 0 0,1 0 0 0 0,-1 1 0 0 0,0-1 0 0 0,1 0 0 0 0,-1 0-1 0 0,1 0 1 0 0,-1 1-30 0 0,1 0 0 0 0,-1 0 0 0 0,1 0 0 0 0,-1-1 0 0 0,1 1 0 0 0,-1 0 0 0 0,0 0 0 0 0,1 0 0 0 0,-1 0 0 0 0,0 0 0 0 0,0 0 0 0 0,0 0-1 0 0,0 2 1 0 0,1 9-421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8:02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23 6449 0 0,'-5'-8'1921'0'0,"-6"-6"502"0"0,9 17-3567 0 0,1 1-2344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8:18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96 453 7370 0 0,'-64'-29'605'0'0,"62"28"-531"0"0,-1 0-1 0 0,1 0 1 0 0,0-1 0 0 0,0 1-1 0 0,0-1 1 0 0,0 0-1 0 0,0 1 1 0 0,1-1 0 0 0,-1 0-1 0 0,0 0 1 0 0,1 0 0 0 0,0 0-1 0 0,-1 0 1 0 0,1 0-1 0 0,0-1 1 0 0,-2-3 0 0 0,3 5-15 0 0,0-1 0 0 0,0 1 0 0 0,0 0 0 0 0,0 0 0 0 0,0 0 1 0 0,0-1-1 0 0,0 1 0 0 0,0 0 0 0 0,0 0 0 0 0,0 0 0 0 0,1-1 1 0 0,-1 1-1 0 0,1 0 0 0 0,-1 0 0 0 0,1 0 0 0 0,-1 0 0 0 0,1 0 0 0 0,0 0 1 0 0,-1 0-1 0 0,1 0 0 0 0,0 0 0 0 0,0 0 0 0 0,0 0 0 0 0,0 0 1 0 0,-1 0-1 0 0,1 1 0 0 0,0-1 0 0 0,1 0 0 0 0,-1 1 0 0 0,0-1 0 0 0,0 1 1 0 0,0-1-1 0 0,0 1 0 0 0,3-1 0 0 0,-2 0-28 0 0,0 0-1 0 0,1 1 1 0 0,-1-1-1 0 0,1 1 1 0 0,-1-1-1 0 0,1 1 1 0 0,-1 0 0 0 0,1 0-1 0 0,-1 0 1 0 0,0 0-1 0 0,1 0 1 0 0,-1 1-1 0 0,1-1 1 0 0,-1 1 0 0 0,5 1-1 0 0,-4 0-14 0 0,0-1 0 0 0,1 1-1 0 0,-1 0 1 0 0,0 1 0 0 0,-1-1 0 0 0,1 0-1 0 0,0 1 1 0 0,-1 0 0 0 0,5 4 0 0 0,1 6-11 0 0,-1-1 1 0 0,0 1 0 0 0,0 0 0 0 0,5 18-1 0 0,-10-26 10 0 0,6 17 173 0 0,1 0 178 0 0,12 25 0 0 0,-18-42-290 0 0,0 0 1 0 0,0 1-1 0 0,1-1 0 0 0,-1 0 1 0 0,1-1-1 0 0,1 1 1 0 0,-1-1-1 0 0,1 1 1 0 0,7 4-1 0 0,-9-7-50 0 0,-1 0 1 0 0,1-1 0 0 0,-1 0-1 0 0,1 0 1 0 0,-1 0-1 0 0,1 0 1 0 0,0 0-1 0 0,0 0 1 0 0,-1-1-1 0 0,1 1 1 0 0,0-1-1 0 0,0 0 1 0 0,0 0-1 0 0,0 0 1 0 0,0 0-1 0 0,-1 0 1 0 0,5-1-1 0 0,-3-1 47 0 0,0 1 0 0 0,-1-1 0 0 0,1 1 0 0 0,0-1 0 0 0,-1 0 0 0 0,1-1-1 0 0,-1 1 1 0 0,1-1 0 0 0,-1 1 0 0 0,5-6 0 0 0,3-6 183 0 0,-1 0 0 0 0,0 0 0 0 0,0-1 1 0 0,9-23-1 0 0,-16 32-233 0 0,63-151 162 0 0,-47 103-115 0 0,35-64 1 0 0,-40 91-847 0 0,2 1 0 0 0,0 1 1 0 0,2 0-1 0 0,33-34 0 0 0,-46 55-993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8:18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18 157 456 0 0,'0'0'88'0'0,"-1"0"-1"0"0,0 1 0 0 0,0-1 1 0 0,1 0-1 0 0,-1 0 1 0 0,0 1-1 0 0,1-1 1 0 0,-1 0-1 0 0,0 1 1 0 0,1-1-1 0 0,-1 1 0 0 0,0-1 1 0 0,1 1-1 0 0,-1-1 1 0 0,1 1-1 0 0,-1-1 1 0 0,1 1-1 0 0,-1-1 1 0 0,1 1-1 0 0,-1 1 1 0 0,-1 15 2599 0 0,1-12-2401 0 0,0 15 945 0 0,0 1-1 0 0,1 0 0 0 0,1-1 0 0 0,2 1 0 0 0,4 21 0 0 0,-6-36-948 0 0,1-1 0 0 0,0 1 0 0 0,0 0 0 0 0,1-1 0 0 0,0 1 0 0 0,0-1 0 0 0,0 0 0 0 0,0 0 0 0 0,7 6 0 0 0,-7-7-127 0 0,1-1 0 0 0,0 0 0 0 0,-1 0 0 0 0,1-1-1 0 0,0 1 1 0 0,1-1 0 0 0,-1 0 0 0 0,0 0-1 0 0,1 0 1 0 0,-1 0 0 0 0,1-1 0 0 0,-1 0 0 0 0,9 1-1 0 0,-7-1-39 0 0,1-1 0 0 0,0 0-1 0 0,-1 0 1 0 0,1 0 0 0 0,-1-1-1 0 0,1 0 1 0 0,-1-1-1 0 0,1 0 1 0 0,-1 0 0 0 0,1 0-1 0 0,-1 0 1 0 0,0-1-1 0 0,0 0 1 0 0,-1 0 0 0 0,12-9-1 0 0,3-4 103 0 0,-1-1-1 0 0,32-36 1 0 0,-15 14-61 0 0,-33 36-151 0 0,24-25 20 0 0,1 1 1 0 0,2 1-1 0 0,59-40 0 0 0,61-10-510 0 0,-123 63 140 0 0,34-17-505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8:34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403 243 1552 0 0,'-23'-37'814'0'0,"20"29"-335"0"0,-1 1 1 0 0,0 1-1 0 0,0-1 0 0 0,-1 0 1 0 0,1 1-1 0 0,-7-6 0 0 0,-17-13 1277 0 0,17 16-802 0 0,0 0 1 0 0,1-1 0 0 0,0-1-1 0 0,0 1 1 0 0,-15-24-1 0 0,22 28-509 0 0,1 2-294 0 0,0-1 1 0 0,-1 1-1 0 0,1 0 1 0 0,-1 0-1 0 0,0 1 0 0 0,-6-6 1 0 0,8 8-114 0 0,1 0 1 0 0,-1 1-1 0 0,0-1 0 0 0,0 1 1 0 0,0-1-1 0 0,0 1 1 0 0,0 0-1 0 0,0-1 0 0 0,0 1 1 0 0,0 0-1 0 0,0 0 1 0 0,0 0-1 0 0,0 0 0 0 0,0 0 1 0 0,-1 0-1 0 0,1 0 1 0 0,0 0-1 0 0,0 0 1 0 0,0 0-1 0 0,0 1 0 0 0,0-1 1 0 0,0 0-1 0 0,0 1 1 0 0,0-1-1 0 0,0 0 0 0 0,0 1 1 0 0,1 0-1 0 0,-1-1 1 0 0,0 1-1 0 0,0-1 0 0 0,0 1 1 0 0,0 0-1 0 0,1 0 1 0 0,-1-1-1 0 0,-1 3 0 0 0,-7 8 317 0 0,1 0 1 0 0,0 1-1 0 0,0 0 0 0 0,-11 25 0 0 0,9-17-90 0 0,-11 22 69 0 0,1 2 0 0 0,3 1 0 0 0,-19 70 1 0 0,29-85-226 0 0,2 1 0 0 0,0-1 0 0 0,2 1 1 0 0,2 0-1 0 0,1 0 0 0 0,5 45 1 0 0,-4-64-103 0 0,2 0 0 0 0,-1-1 0 0 0,2 1 0 0 0,-1-1-1 0 0,1 0 1 0 0,1 0 0 0 0,0-1 0 0 0,1 1 0 0 0,12 17 0 0 0,-14-22-9 0 0,1-1 0 0 0,-1 0-1 0 0,1 0 1 0 0,0 0 0 0 0,1-1-1 0 0,-1 0 1 0 0,1 0 0 0 0,0 0-1 0 0,0-1 1 0 0,0 1 0 0 0,0-1-1 0 0,1-1 1 0 0,-1 1 0 0 0,1-1-1 0 0,-1-1 1 0 0,1 1 0 0 0,0-1-1 0 0,7 1 1 0 0,9-2 64 0 0,1-1 0 0 0,-1-1 0 0 0,1-1 0 0 0,-1-1 0 0 0,0-1-1 0 0,0-1 1 0 0,-1-1 0 0 0,0-1 0 0 0,0 0 0 0 0,-1-2 0 0 0,28-17 0 0 0,-43 23-69 0 0,-1 0 0 0 0,0 0 0 0 0,0 0 0 0 0,0-1 0 0 0,-1 0 0 0 0,1 0 0 0 0,-1 0 0 0 0,0 0 0 0 0,-1-1 1 0 0,1 1-1 0 0,-1-1 0 0 0,0 0 0 0 0,-1 0 0 0 0,1 0 0 0 0,-1-1 0 0 0,-1 1 0 0 0,1 0 0 0 0,-1-1 0 0 0,1-9 0 0 0,-1-9-99 0 0,-1-1-1 0 0,-1 1 1 0 0,-7-43 0 0 0,7 56 80 0 0,-26-138-179 0 0,20 124 348 0 0,-1 0 1 0 0,-1 0-1 0 0,-19-39 0 0 0,26 61-56 0 0,-1 0 0 0 0,1 0-1 0 0,-1-1 1 0 0,0 2-1 0 0,0-1 1 0 0,0 0-1 0 0,0 1 1 0 0,-7-6 0 0 0,8 8-39 0 0,0 0 1 0 0,0 0 0 0 0,0 0 0 0 0,0 0 0 0 0,0 0-1 0 0,0 0 1 0 0,0 1 0 0 0,0-1 0 0 0,-1 1 0 0 0,1-1 0 0 0,0 1-1 0 0,0 0 1 0 0,-1 0 0 0 0,1 0 0 0 0,0 0 0 0 0,0 0 0 0 0,-1 0-1 0 0,1 1 1 0 0,0-1 0 0 0,-4 2 0 0 0,-4 2 6 0 0,1 1 1 0 0,0 0-1 0 0,0 0 0 0 0,0 1 1 0 0,0-1-1 0 0,1 2 0 0 0,-14 13 1 0 0,8-5-15 0 0,0 1-1 0 0,-23 33 1 0 0,17-16-28 0 0,2 1 0 0 0,1 1 0 0 0,2 1 0 0 0,1 0 0 0 0,2 1 0 0 0,1 1 0 0 0,-9 63 0 0 0,5 24-19 0 0,2 128-1 0 0,12-227 11 0 0,-10 713 53 0 0,9-457-38 0 0,1 106 16 0 0,5-207-162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8:37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26 5065 0 0,'-2'0'162'0'0,"-1"-1"263"0"0,1 0-1 0 0,-1 0 0 0 0,0 1 1 0 0,1-2-1 0 0,-1 1 0 0 0,1 0 1 0 0,-1-1-1 0 0,1 1 0 0 0,-1-1 1 0 0,1 1-1 0 0,0-1 0 0 0,0 0 0 0 0,-3-4 1 0 0,5 4 1873 0 0,5 3-956 0 0,3 4 141 0 0,-2 2-857 0 0,-1 1 0 0 0,0 0-1 0 0,0 1 1 0 0,4 10-1 0 0,-6-11-448 0 0,1 0 0 0 0,0 0 0 0 0,1-1 0 0 0,0 1 0 0 0,7 8 0 0 0,-10-14-176 0 0,0 0 1 0 0,0 0-1 0 0,1 0 0 0 0,-1-1 1 0 0,0 1-1 0 0,1-1 1 0 0,-1 1-1 0 0,1-1 1 0 0,0 0-1 0 0,0 0 1 0 0,-1 0-1 0 0,1 0 0 0 0,0-1 1 0 0,0 1-1 0 0,0-1 1 0 0,0 1-1 0 0,0-1 1 0 0,-1 0-1 0 0,1 0 1 0 0,5-1-1 0 0,7-2-157 0 0,1-1 0 0 0,-1 0 0 0 0,0-1 0 0 0,0-1 1 0 0,17-8-1 0 0,32-12-17 0 0,-48 20 319 0 0,0 1 1 0 0,1 1-1 0 0,-1 1 0 0 0,1 0 1 0 0,0 1-1 0 0,0 1 1 0 0,0 1-1 0 0,0 0 1 0 0,0 1-1 0 0,0 1 0 0 0,-1 1 1 0 0,1 0-1 0 0,27 9 1 0 0,-8 2 216 0 0,-9-3-193 0 0,1-1 0 0 0,0-1 0 0 0,0-2 0 0 0,58 8 0 0 0,96-17-39 0 0,-129-1-211 0 0,-1 2 1 0 0,72 7-1 0 0,-114-4 62 0 0,-1 0 0 0 0,1 0 0 0 0,0 1 0 0 0,-1 0-1 0 0,1 1 1 0 0,-1 0 0 0 0,0 0 0 0 0,0 1 0 0 0,-1 0 0 0 0,1 1 0 0 0,9 8-1 0 0,-3-1-14 0 0,-2 1-1 0 0,0 1 1 0 0,0 0-1 0 0,19 31 1 0 0,-29-41 33 0 0,215 318-12 0 0,-191-284-113 0 0,-15-22-50 0 0,0 0 1 0 0,0-1-1 0 0,2-1 0 0 0,19 19 0 0 0,-31-32 113 0 0,0-1 0 0 0,0 1 0 0 0,0-1 0 0 0,0 1 0 0 0,0-1 0 0 0,1 0 0 0 0,-1 0 0 0 0,0 0 0 0 0,1 0 0 0 0,-1 0 0 0 0,1-1 0 0 0,-1 1 0 0 0,1-1 0 0 0,-1 1 0 0 0,1-1 0 0 0,-1 0 0 0 0,1 0 0 0 0,0 0 0 0 0,-1 0 0 0 0,4-1 0 0 0,-2 0-15 0 0,0-1 0 0 0,0 0-1 0 0,-1 0 1 0 0,1 0 0 0 0,0 0-1 0 0,-1 0 1 0 0,1-1-1 0 0,-1 1 1 0 0,0-1 0 0 0,0 0-1 0 0,5-5 1 0 0,-5 4 103 0 0,12-14 412 0 0,1 1 0 0 0,0 1 0 0 0,1 0 0 0 0,1 1 0 0 0,27-17 0 0 0,98-38 456 0 0,-40 21-626 0 0,-19 6-253 0 0,1 5 1 0 0,124-39-1 0 0,-196 73-34 0 0,185-47-350 0 0,-171 47 332 0 0,1 0 0 0 0,-1 2 1 0 0,0 1-1 0 0,1 1 1 0 0,39 5-1 0 0,6 8 235 0 0,97 29 0 0 0,67 40 46 0 0,-55-25-169 0 0,-112-38-21 0 0,102 44 1 0 0,-75-16 3 0 0,46 20 12 0 0,-71-38 80 0 0,118 29-1 0 0,-169-54-94 0 0,1-1 1 0 0,0-1-1 0 0,0-1 0 0 0,1-1 1 0 0,-1-1-1 0 0,23-3 1 0 0,128-33 219 0 0,-159 34-259 0 0,33-10-3 0 0,72-31 1 0 0,40-31-151 0 0,15-2-153 0 0,37-20-302 0 0,-89 25-3177 0 0,-87 50 935 0 0,49-28-4269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9:21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51 13363 0 0,'-10'-16'1973'0'0,"10"14"-1847"0"0,-1 0 0 0 0,0 0 0 0 0,0 1 0 0 0,0-1 0 0 0,0 0 0 0 0,0 1 0 0 0,0-1 0 0 0,0 1 0 0 0,-2-2 0 0 0,3 3-115 0 0,-1 0 1 0 0,1 0-1 0 0,0 0 0 0 0,0 0 1 0 0,0 0-1 0 0,0 0 1 0 0,0 0-1 0 0,-1 0 1 0 0,1 0-1 0 0,0 0 1 0 0,0 0-1 0 0,0 0 1 0 0,0 0-1 0 0,-1 0 1 0 0,1 0-1 0 0,0 0 1 0 0,0 0-1 0 0,0 0 1 0 0,0 0-1 0 0,0 0 1 0 0,-1 0-1 0 0,1 0 1 0 0,0 0-1 0 0,0 0 1 0 0,0 0-1 0 0,0 1 1 0 0,0-1-1 0 0,0 0 0 0 0,0 0 1 0 0,-1 0-1 0 0,1 0 1 0 0,0 0-1 0 0,0 0 1 0 0,0 1-1 0 0,0-1 1 0 0,0 0-1 0 0,0 0 1 0 0,0 0-1 0 0,0 0 1 0 0,0 0-1 0 0,0 1 1 0 0,0-1-1 0 0,0 0 1 0 0,0 0-1 0 0,0 0 1 0 0,0 0-1 0 0,0 1 1 0 0,0-1-1 0 0,0 0 1 0 0,0 0-1 0 0,0 0 1 0 0,0 0-1 0 0,0 1 0 0 0,0 9 242 0 0,44 272 1822 0 0,-37-246-1817 0 0,1 0 0 0 0,2 0 0 0 0,1-1 0 0 0,18 37-1 0 0,-25-62-197 0 0,1-1 0 0 0,1 1 0 0 0,0-1 0 0 0,1 0 0 0 0,-1 0 0 0 0,2-1 0 0 0,-1 1 0 0 0,1-2 0 0 0,0 1 0 0 0,1-1 0 0 0,0-1 0 0 0,0 1 0 0 0,0-1 0 0 0,1-1 0 0 0,0 0 0 0 0,0 0-1 0 0,0-1 1 0 0,12 3 0 0 0,-14-5-31 0 0,0 0 0 0 0,1-1-1 0 0,-1 0 1 0 0,0 0 0 0 0,1-1-1 0 0,-1 0 1 0 0,1 0 0 0 0,-1-1-1 0 0,1 0 1 0 0,-1-1-1 0 0,0 0 1 0 0,0 0 0 0 0,14-6-1 0 0,-10 2 2 0 0,1-1-1 0 0,-2 0 1 0 0,1-1-1 0 0,-1 0 0 0 0,0-1 1 0 0,0 0-1 0 0,14-16 1 0 0,-8 5-33 0 0,-1 0 0 0 0,-1-1 0 0 0,-1-1 1 0 0,22-44-1 0 0,30-99-34 0 0,-49 117-1303 0 0,2 0-1 0 0,2 1 0 0 0,30-51 0 0 0,-33 72-5027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9:22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14 328 20276 0 0,'-2'4'159'0'0,"0"0"116"0"0,0 0-1 0 0,0 0 0 0 0,1 1 0 0 0,-1-1 0 0 0,0 7 0 0 0,2-9-258 0 0,-1-1-1 0 0,1 0 1 0 0,0 0-1 0 0,0 0 1 0 0,1 1-1 0 0,-1-1 0 0 0,0 0 1 0 0,0 0-1 0 0,1 1 1 0 0,-1-1-1 0 0,0 0 1 0 0,1 0-1 0 0,0 0 0 0 0,-1 0 1 0 0,1 0-1 0 0,-1 0 1 0 0,1 0-1 0 0,0 0 0 0 0,0 0 1 0 0,0 0-1 0 0,-1 0 1 0 0,1 0-1 0 0,0 0 1 0 0,0-1-1 0 0,0 1 0 0 0,2 0 1 0 0,17 12 92 0 0,23 14 130 0 0,78 36 1 0 0,-106-57-234 0 0,0 0 0 0 0,1-1 0 0 0,0-1 1 0 0,0-1-1 0 0,0 0 0 0 0,0 0 0 0 0,0-2 1 0 0,1 0-1 0 0,23-2 0 0 0,-26-1-44 0 0,1-1 1 0 0,-1 0-1 0 0,0-1 0 0 0,0 0 0 0 0,0-1 0 0 0,0-1 0 0 0,-1 0 0 0 0,0 0 0 0 0,0-2 0 0 0,-1 0 1 0 0,0 0-1 0 0,0-1 0 0 0,-1 0 0 0 0,0-1 0 0 0,0 0 0 0 0,-1-1 0 0 0,-1 0 0 0 0,12-18 0 0 0,63-106-619 0 0,13-20-933 0 0,-33 71 649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9:31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528 381 6449 0 0,'-23'-22'538'0'0,"-29"-24"1493"0"0,37 34-1653 0 0,-1 2 0 0 0,0 0 0 0 0,0 0 0 0 0,-1 2 0 0 0,-1 0 0 0 0,1 1 0 0 0,-1 1 0 0 0,-20-4 0 0 0,29 8-172 0 0,1 1 1 0 0,-1 0-1 0 0,0 1 0 0 0,1 0 0 0 0,-1 0 0 0 0,0 0 0 0 0,1 1 0 0 0,-16 4 0 0 0,18-3-91 0 0,0 0 0 0 0,0 1 0 0 0,0 0 0 0 0,0 0 0 0 0,0 0 0 0 0,1 1 0 0 0,-1 0 0 0 0,1 0 0 0 0,0 0 0 0 0,0 0 0 0 0,1 1 0 0 0,-8 9 0 0 0,2 0-48 0 0,0 1 0 0 0,2 0 0 0 0,0 0 0 0 0,1 1 0 0 0,0 0 0 0 0,1 0 0 0 0,1 1 0 0 0,-5 27 0 0 0,1 14 39 0 0,-1 70 1 0 0,10-127-105 0 0,-1 3 2 0 0,-18 508 509 0 0,25-314 140 0 0,-2-163-377 0 0,0-1 0 0 0,3 1 0 0 0,17 54-1 0 0,-18-73-142 0 0,0-1-1 0 0,1 0 0 0 0,1-1 0 0 0,0 0 0 0 0,2 0 1 0 0,-1-1-1 0 0,1 0 0 0 0,1 0 0 0 0,0-1 1 0 0,1-1-1 0 0,18 14 0 0 0,-7-8 1 0 0,2-1-1 0 0,0-1 1 0 0,1-1-1 0 0,0-2 1 0 0,42 14-1 0 0,-50-19-101 0 0,15 5 154 0 0,0-2-1 0 0,49 10 1 0 0,-72-19-133 0 0,0 0 0 0 0,0 0 0 0 0,0-1 0 0 0,0 0 0 0 0,0 0 0 0 0,0-1 0 0 0,0-1 0 0 0,0 1 1 0 0,-1-2-1 0 0,1 1 0 0 0,-1-1 0 0 0,1-1 0 0 0,10-5 0 0 0,-4-1 6 0 0,-1-1 0 0 0,0 0 0 0 0,0 0 0 0 0,-1-2 0 0 0,-1 0-1 0 0,0 0 1 0 0,13-18 0 0 0,-9 7-18 0 0,0-1 1 0 0,-1-1-1 0 0,21-49 0 0 0,-26 47-33 0 0,-2 0 0 0 0,0-1 1 0 0,-2-1-1 0 0,3-31 0 0 0,-3 4 11 0 0,-2-68 0 0 0,-7 59-55 0 0,-18-113 1 0 0,-32-58-95 0 0,-99-199-378 0 0,137 401 399 0 0,-2-6-40 0 0,-25-59-218 0 0,32 82 209 0 0,0 0-1 0 0,-2 0 1 0 0,-14-18-1 0 0,22 31 36 0 0,-1 0 1 0 0,0 1-1 0 0,0 0 0 0 0,0 0 1 0 0,-1 0-1 0 0,0 1 1 0 0,1-1-1 0 0,-11-4 0 0 0,13 7-23 0 0,-1 0-1 0 0,0 0 1 0 0,0 0-1 0 0,1 0 1 0 0,-1 0-1 0 0,0 1 1 0 0,0 0-1 0 0,0-1 1 0 0,0 1-1 0 0,0 0 1 0 0,0 1 0 0 0,0-1-1 0 0,0 0 1 0 0,0 1-1 0 0,1 0 1 0 0,-1-1-1 0 0,0 1 1 0 0,0 0-1 0 0,-3 2 1 0 0,-3 3-1976 0 0,0 0-1 0 0,-13 10 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9:34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1612 14283 0 0,'-7'1'720'0'0,"-6"3"-25"0"0,13-3-686 0 0,0-1 0 0 0,-1 0 0 0 0,1 0 0 0 0,0 0 0 0 0,0 0 0 0 0,0 0 0 0 0,-1 0 0 0 0,1 0 0 0 0,0 0 0 0 0,0 1 0 0 0,0-1 0 0 0,0 0 0 0 0,-1 0 0 0 0,1 0 0 0 0,0 0 0 0 0,0 1 0 0 0,0-1 0 0 0,0 0 0 0 0,0 0 0 0 0,-1 0 0 0 0,1 1 1 0 0,0-1-1 0 0,0 0 0 0 0,0 0 0 0 0,0 0 0 0 0,0 1 0 0 0,0-1 0 0 0,0 0 0 0 0,0 0 0 0 0,0 0 0 0 0,0 1 0 0 0,0-1 0 0 0,0 0 0 0 0,0 0 0 0 0,0 1 0 0 0,0-1 0 0 0,0 0 0 0 0,0 0 0 0 0,0 0 0 0 0,0 1 0 0 0,1-1 0 0 0,0 3 75 0 0,-1-1 0 0 0,1 0 0 0 0,0 1 0 0 0,-1-1 0 0 0,0 1 0 0 0,1-1 0 0 0,-1 1-1 0 0,0-1 1 0 0,0 4 0 0 0,1 13 146 0 0,0-11-114 0 0,2 0-1 0 0,-1 0 0 0 0,1 0 1 0 0,0-1-1 0 0,1 1 0 0 0,0-1 1 0 0,0 0-1 0 0,0 0 1 0 0,1 0-1 0 0,0 0 0 0 0,1-1 1 0 0,-1 0-1 0 0,1 0 0 0 0,0 0 1 0 0,1-1-1 0 0,-1 0 0 0 0,1 0 1 0 0,0 0-1 0 0,1-1 0 0 0,-1 0 1 0 0,1-1-1 0 0,-1 0 1 0 0,1 0-1 0 0,0 0 0 0 0,0-1 1 0 0,0 0-1 0 0,1-1 0 0 0,-1 0 1 0 0,0 0-1 0 0,0-1 0 0 0,16-1 1 0 0,-4-1 106 0 0,0-2 1 0 0,0 0 0 0 0,0-1 0 0 0,0-1-1 0 0,28-13 1 0 0,-21 6-59 0 0,-2-1 0 0 0,0-1-1 0 0,30-24 1 0 0,6-14 65 0 0,103-113 0 0 0,-136 135-152 0 0,200-198 248 0 0,-2 2 7 0 0,190-207 124 0 0,-281 276-376 0 0,1-2-58 0 0,-107 130-45 0 0,1 1 0 0 0,67-49 1 0 0,-62 55-88 0 0,39-20 1 0 0,-59 36 21 0 0,1 0 1 0 0,0 0 0 0 0,0 2-1 0 0,0 0 1 0 0,21-3 0 0 0,-32 7 17 0 0,0 0 1 0 0,-1 1 0 0 0,1 0-1 0 0,0 0 1 0 0,0 0-1 0 0,0 0 1 0 0,-1 1 0 0 0,1 0-1 0 0,0 0 1 0 0,0 0-1 0 0,-1 0 1 0 0,1 1-1 0 0,-1 0 1 0 0,1 0 0 0 0,-1 0-1 0 0,0 1 1 0 0,0-1-1 0 0,0 1 1 0 0,7 6 0 0 0,-7-4-112 0 0,0 0 1 0 0,0 0 0 0 0,0 1-1 0 0,0-1 1 0 0,-1 1 0 0 0,0 0-1 0 0,0 0 1 0 0,-1 0 0 0 0,1 0-1 0 0,-2 0 1 0 0,1 1 0 0 0,0-1 0 0 0,-1 1-1 0 0,0 7 1 0 0,1 43-915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9:34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1051 20276 0 0,'-17'-2'867'0'0,"10"0"-642"0"0,0 1 1 0 0,0 1 0 0 0,0-1-1 0 0,0 1 1 0 0,-9 1 0 0 0,16-1-213 0 0,1 0-1 0 0,-1 0 1 0 0,0 0 0 0 0,0 0 0 0 0,0 0 0 0 0,0 0-1 0 0,1 0 1 0 0,-1 0 0 0 0,0 0 0 0 0,0 0-1 0 0,0 0 1 0 0,0 0 0 0 0,1 0 0 0 0,-1 0 0 0 0,0 0-1 0 0,0 0 1 0 0,0 0 0 0 0,0 1 0 0 0,0-1 0 0 0,1 0-1 0 0,-1 0 1 0 0,0 0 0 0 0,0 0 0 0 0,0 0-1 0 0,0 0 1 0 0,0 0 0 0 0,0 1 0 0 0,0-1 0 0 0,0 0-1 0 0,1 0 1 0 0,-1 0 0 0 0,0 0 0 0 0,0 1-1 0 0,0-1 1 0 0,0 0 0 0 0,0 0 0 0 0,0 0 0 0 0,0 0-1 0 0,0 1 1 0 0,0-1 0 0 0,0 0 0 0 0,0 0 0 0 0,0 0-1 0 0,0 0 1 0 0,0 1 0 0 0,0-1 0 0 0,0 0-1 0 0,0 0 1 0 0,0 0 0 0 0,-1 0 0 0 0,1 1 0 0 0,-4 13 516 0 0,1-1-262 0 0,3-6-232 0 0,1-1 0 0 0,-1 1 0 0 0,1-1 0 0 0,1 1-1 0 0,-1-1 1 0 0,1 0 0 0 0,4 9 0 0 0,22 43 47 0 0,-17-38-44 0 0,309 537 724 0 0,-296-521-670 0 0,2-1 0 0 0,1-1 1 0 0,1-1-1 0 0,43 37 0 0 0,-54-56-72 0 0,0 0-1 0 0,1-1 1 0 0,0 0-1 0 0,1-2 1 0 0,0 0-1 0 0,1-2 1 0 0,0 0-1 0 0,0-1 1 0 0,1-1-1 0 0,31 7 1 0 0,-33-12-31 0 0,0 0 1 0 0,0-1-1 0 0,0-1 1 0 0,0-1-1 0 0,0 0 1 0 0,0-2-1 0 0,31-8 1 0 0,-17 2-25 0 0,1-3 1 0 0,-2 0 0 0 0,39-22-1 0 0,-38 16-29 0 0,-1-1 0 0 0,0-2 0 0 0,35-32 0 0 0,77-88-192 0 0,-28 18 89 0 0,149-175-18 0 0,-123 100 108 0 0,-8 12-15 0 0,-69 100 20 0 0,203-283-304 0 0,-101 118-1430 0 0,9-13-6205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9:40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4 160 17508 0 0,'0'0'64'0'0,"0"1"1"0"0,-1-1-1 0 0,1 1 0 0 0,0-1 1 0 0,-1 1-1 0 0,1 0 1 0 0,0-1-1 0 0,-1 1 1 0 0,1 0-1 0 0,0-1 1 0 0,0 1-1 0 0,0 0 0 0 0,0-1 1 0 0,0 1-1 0 0,0 0 1 0 0,0-1-1 0 0,0 1 1 0 0,0 0-1 0 0,0-1 0 0 0,0 1 1 0 0,0 0-1 0 0,0-1 1 0 0,1 1-1 0 0,-1 0 1 0 0,0-1-1 0 0,0 1 1 0 0,1 0-1 0 0,-1-1 0 0 0,0 1 1 0 0,1-1-1 0 0,-1 1 1 0 0,1-1-1 0 0,-1 1 1 0 0,1 0-1 0 0,3 3-6 0 0,0-1 0 0 0,1 0 1 0 0,7 6-1 0 0,1-1 262 0 0,26 18-561 0 0,2-1-1 0 0,81 36 0 0 0,-25-14-264 0 0,-82-39 448 0 0,-1 0-1 0 0,0 2 0 0 0,0 0 0 0 0,-1 0 1 0 0,-1 1-1 0 0,0 1 0 0 0,0 0 0 0 0,-1 1 1 0 0,-1 0-1 0 0,0 0 0 0 0,-1 1 0 0 0,0 1 0 0 0,-1-1 1 0 0,11 30-1 0 0,-6-12 3 0 0,-1-2-198 0 0,1 0 0 0 0,26 44 0 0 0,-34-66 244 0 0,0-1 0 0 0,1 1 0 0 0,-1-1 0 0 0,1-1 0 0 0,1 1 0 0 0,-1-1 0 0 0,1 0 0 0 0,0-1 0 0 0,1 0 0 0 0,-1 0 0 0 0,1 0 0 0 0,0-1 0 0 0,0 0 0 0 0,10 3 0 0 0,-8-4 232 0 0,0 0-1 0 0,0-1 1 0 0,0-1 0 0 0,1 0 0 0 0,-1 0 0 0 0,0-1 0 0 0,1 0 0 0 0,-1-1 0 0 0,0 0 0 0 0,0 0-1 0 0,17-5 1 0 0,-15 2 77 0 0,0-1 0 0 0,-1 0 0 0 0,1-1 0 0 0,-1 0-1 0 0,0 0 1 0 0,0-1 0 0 0,-1-1 0 0 0,19-16 0 0 0,84-103 609 0 0,-5 5-544 0 0,-60 76-244 0 0,-8 8-29 0 0,70-83-1 0 0,-55 39-49 0 0,-37 53-29 0 0,0 1 0 0 0,33-36-1 0 0,-47 59-19 0 0,1 0-1 0 0,0 1 1 0 0,1-1-1 0 0,-1 1 1 0 0,1 0-1 0 0,0 0 1 0 0,0 1-1 0 0,0 0 0 0 0,0 0 1 0 0,8-3-1 0 0,-11 6-14 0 0,0-1-1 0 0,0 0 1 0 0,1 1-1 0 0,-1-1 1 0 0,0 1-1 0 0,1 0 1 0 0,-1 0-1 0 0,0 1 1 0 0,0-1-1 0 0,1 0 1 0 0,-1 1-1 0 0,0 0 1 0 0,0 0-1 0 0,1 0 1 0 0,-1 0-1 0 0,0 1 1 0 0,0-1-1 0 0,-1 1 0 0 0,1-1 1 0 0,0 1-1 0 0,0 0 1 0 0,4 4-1 0 0,-2-1-12 0 0,-1 1 0 0 0,1-1 0 0 0,-1 1 0 0 0,0 0 0 0 0,0 0 0 0 0,-1 0 0 0 0,0 1 0 0 0,4 9 0 0 0,14 57-144 0 0,-14-47 128 0 0,13 55-85 0 0,-9-31-274 0 0,3 0 0 0 0,37 88-1 0 0,59 94-6619 0 0,-104-223 5749 0 0,-6-9 1283 0 0,0 0 0 0 0,0 0-1 0 0,0 0 1 0 0,0 0 0 0 0,0 0-1 0 0,0 1 1 0 0,0-1 0 0 0,0 0-1 0 0,0 0 1 0 0,0 0 0 0 0,0 0 0 0 0,0 0-1 0 0,1 0 1 0 0,-1 0 0 0 0,0 0-1 0 0,0 0 1 0 0,0 0 0 0 0,0 0-1 0 0,0 0 1 0 0,0 0 0 0 0,0 0-1 0 0,0 0 1 0 0,0 0 0 0 0,0 0-1 0 0,0 0 1 0 0,0 0 0 0 0,1 0-1 0 0,-1 0 1 0 0,0 0 0 0 0,0 0 0 0 0,0 0-1 0 0,0 0 1 0 0,0 0 0 0 0,0 0-1 0 0,0-1 1 0 0,0 1 0 0 0,0 0-1 0 0,0 0 1 0 0,0 0 0 0 0,0 0-1 0 0,0 0 1 0 0,0 0 0 0 0,1 0-1 0 0,-1 0 1 0 0,0 0 0 0 0,0 0 0 0 0,0 0-1 0 0,0 0 1 0 0,0 0 0 0 0,0 0-1 0 0,0-1 1 0 0,2-16 1812 0 0,-2 8-1155 0 0,5-34 326 0 0,2 0 0 0 0,1 0 0 0 0,3 0 0 0 0,1 1 0 0 0,2 0 0 0 0,31-62 1 0 0,-33 81-918 0 0,2 0 0 0 0,0 0 1 0 0,1 2-1 0 0,1 0 0 0 0,1 0 1 0 0,1 2-1 0 0,1 0 0 0 0,0 1 1 0 0,2 1-1 0 0,0 1 0 0 0,0 1 1 0 0,29-15-1 0 0,6 4-62 0 0,2 3 0 0 0,0 2 0 0 0,80-17 0 0 0,-81 26 105 0 0,1 2 0 0 0,78-3 0 0 0,-9 10-1197 0 0,-1 3-4685 0 0,-120 0 5308 0 0,62 2-6698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9:4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84 752 12899 0 0,'-43'-9'1376'0'0,"41"8"-1320"0"0,0 0 0 0 0,-1 0 0 0 0,1 1 1 0 0,0 0-1 0 0,0-1 0 0 0,-1 1 0 0 0,1 0 0 0 0,0 0 0 0 0,0 0 0 0 0,-4 1 0 0 0,5-1-57 0 0,1 0-1 0 0,-1 0 1 0 0,1 0-1 0 0,-1 1 1 0 0,0-1-1 0 0,1 0 1 0 0,-1 1-1 0 0,1-1 1 0 0,-1 0-1 0 0,1 1 1 0 0,-1-1-1 0 0,1 0 1 0 0,-1 1-1 0 0,1-1 1 0 0,-1 1-1 0 0,1-1 0 0 0,-1 1 1 0 0,0 0-1 0 0,1 0 7 0 0,0 1-1 0 0,0-1 0 0 0,-1 0 0 0 0,1 0 1 0 0,0 0-1 0 0,0 0 0 0 0,0 0 0 0 0,0 0 1 0 0,0 0-1 0 0,0 0 0 0 0,0 0 0 0 0,1 0 0 0 0,-1 0 1 0 0,0 1-1 0 0,1 0 0 0 0,6 15 328 0 0,1-1 1 0 0,1 0-1 0 0,0 0 0 0 0,23 28 0 0 0,0 1 208 0 0,62 114 558 0 0,-14-22-299 0 0,-72-124-645 0 0,0-1-1 0 0,1 1 0 0 0,1-2 0 0 0,0 1 0 0 0,16 13 1 0 0,-22-22-97 0 0,0 0-1 0 0,0 0 1 0 0,0 0 0 0 0,0-1 0 0 0,1 1 0 0 0,-1-1-1 0 0,1 0 1 0 0,0 0 0 0 0,-1-1 0 0 0,1 1 0 0 0,0-1 0 0 0,0 0-1 0 0,0 0 1 0 0,0-1 0 0 0,0 1 0 0 0,0-1 0 0 0,0 0-1 0 0,0-1 1 0 0,0 1 0 0 0,5-2 0 0 0,1-2 80 0 0,0 0 0 0 0,0 0 0 0 0,0-1 0 0 0,-1 0 1 0 0,14-10-1 0 0,45-36 361 0 0,-20 9-99 0 0,-3-1-1 0 0,74-90 1 0 0,65-114 518 0 0,-153 201-816 0 0,185-213 229 0 0,-22 31-140 0 0,-152 171-718 0 0,92-92 0 0 0,-105 119-491 0 0,-27 23 302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09:45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1101 18892 0 0,'-10'-2'818'0'0,"7"2"-662"0"0,-1-1 1 0 0,1 0-1 0 0,-1 1 1 0 0,1 0-1 0 0,-1 0 1 0 0,1 0-1 0 0,-6 1 1 0 0,0 13 1286 0 0,6-9-1376 0 0,0-1 1 0 0,1 0-1 0 0,0 0 1 0 0,-1 1-1 0 0,2-1 1 0 0,-1 1 0 0 0,0 0-1 0 0,1 0 1 0 0,0-1-1 0 0,0 1 1 0 0,0 0-1 0 0,1 0 1 0 0,0 0-1 0 0,0 0 1 0 0,0 0-1 0 0,0 0 1 0 0,3 9 0 0 0,0 1 10 0 0,1 0 1 0 0,0 0-1 0 0,1 0 1 0 0,11 21-1 0 0,-5-15 11 0 0,1-1 0 0 0,1 0 1 0 0,0-1-1 0 0,2-1 0 0 0,0 0 0 0 0,1-1 0 0 0,1 0 0 0 0,0-2 0 0 0,1 0 1 0 0,1-1-1 0 0,30 18 0 0 0,-19-16-18 0 0,0-1 1 0 0,0-2-1 0 0,1-1 0 0 0,1-1 0 0 0,0-2 1 0 0,0-1-1 0 0,53 6 0 0 0,-58-12-66 0 0,0-1 0 0 0,0-1 0 0 0,36-6-1 0 0,78-20-23 0 0,-107 16-1 0 0,-1 0 0 0 0,0-3 0 0 0,0 0 0 0 0,-1-2 0 0 0,-1-2 0 0 0,-1 0 0 0 0,50-39 0 0 0,287-237-34 0 0,-249 196 18 0 0,-78 64-26 0 0,350-298-464 0 0,-333 278 401 0 0,113-101-313 0 0,-124 114 321 0 0,167-148-448 0 0,-81 61-52 0 0,8-3-107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0:58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90 456 0 0,'34'-7'468'0'0,"0"2"0"0"0,0 1-1 0 0,67 0 1 0 0,-91 5-342 0 0,0-2 0 0 0,0 1 0 0 0,0-1 0 0 0,0-1-1 0 0,0 0 1 0 0,0 0 0 0 0,11-5 0 0 0,-5 1 277 0 0,-1-2 0 0 0,1 0-1 0 0,19-14 1 0 0,-33 21-289 0 0,0 0 1 0 0,0-1-1 0 0,0 1 0 0 0,0 0 1 0 0,0 0-1 0 0,0 0 0 0 0,0 0 1 0 0,1 1-1 0 0,-1-1 0 0 0,0 0 1 0 0,0 1-1 0 0,1 0 0 0 0,-1 0 1 0 0,0-1-1 0 0,4 2 0 0 0,-4-1 6 0 0,0 1 0 0 0,0 0 0 0 0,0-1 0 0 0,0 1 0 0 0,0 0-1 0 0,-1 0 1 0 0,1 1 0 0 0,0-1 0 0 0,-1 0 0 0 0,1 1 0 0 0,-1-1-1 0 0,1 1 1 0 0,-1-1 0 0 0,1 1 0 0 0,-1-1 0 0 0,0 1 0 0 0,0 0-1 0 0,1 2 1 0 0,33 61 61 0 0,-22-39-644 0 0,1-1 1 0 0,28 39 0 0 0,-35-56 243 0 0,-1-1 1 0 0,1 0 0 0 0,0 0-1 0 0,0 0 1 0 0,1-1 0 0 0,0 0 0 0 0,0-1-1 0 0,1 0 1 0 0,-1 0 0 0 0,1-1-1 0 0,17 6 1 0 0,-5-4-17 0 0,-1-1 0 0 0,1-2 0 0 0,-1 0 0 0 0,1-1 0 0 0,22 0 0 0 0,106-12 1154 0 0,13 0-681 0 0,-84 13-634 0 0,-9 0-383 0 0,0-3-1 0 0,100-13 1 0 0,-139 8 1297 0 0,0 2 0 0 0,1 0 0 0 0,-1 2 0 0 0,34 4 0 0 0,69 13-346 0 0,-55-5-231 0 0,144 2-1 0 0,-187-13 1161 0 0,-1 0 0 0 0,0 2 0 0 0,66 14 0 0 0,-69-10-796 0 0,127 25-831 0 0,-132-27 43 0 0,0-2 0 0 0,0-1 0 0 0,0-1 0 0 0,32-4 0 0 0,281-66 1788 0 0,-249 46-2 0 0,-49 12-783 0 0,0 1 1 0 0,1 3-1 0 0,77-7 0 0 0,-33 17-436 0 0,100 16-1 0 0,-86-7-1354 0 0,-34-6 103 0 0,124-8-1 0 0,64-24 1430 0 0,-211 21 101 0 0,14 1 272 0 0,0 2 0 0 0,0 3 0 0 0,0 2 0 0 0,0 2 0 0 0,0 3 0 0 0,0 3 0 0 0,82 25 0 0 0,-101-25-798 0 0,0-2-1 0 0,0-1 0 0 0,1-2 1 0 0,44 0-1 0 0,158-13-68 0 0,-41 0 228 0 0,-136 8-24 0 0,0 4 1 0 0,-1 2 0 0 0,123 28-1 0 0,-152-26-529 0 0,1-1-1 0 0,0-1 0 0 0,0-2 0 0 0,53-1 0 0 0,-14-6-1045 0 0,0-4-1 0 0,108-23 0 0 0,-164 27 1054 0 0,25-2-1 0 0,-25 3 239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1:02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5065 0 0,'1'-1'54'0'0,"-1"1"0"0"0,1-1 1 0 0,-1 1-1 0 0,1-1 0 0 0,-1 1 0 0 0,1-1 0 0 0,-1 1 0 0 0,1-1 0 0 0,-1 1 1 0 0,1-1-1 0 0,0 1 0 0 0,-1 0 0 0 0,1-1 0 0 0,0 1 0 0 0,-1 0 0 0 0,1-1 1 0 0,0 1-1 0 0,-1 0 0 0 0,1 0 0 0 0,1 0 0 0 0,19-2 1252 0 0,-13 1-1090 0 0,207-8 711 0 0,-57 5-2472 0 0,-119 1 1240 0 0,1 3 0 0 0,70 7 0 0 0,-91-4 344 0 0,-1 1 0 0 0,1 0-1 0 0,-1 2 1 0 0,0 0-1 0 0,-1 1 1 0 0,1 1 0 0 0,-2 0-1 0 0,17 11 1 0 0,4 8-21 0 0,61 58 0 0 0,-68-57-252 0 0,1-1 0 0 0,58 38 0 0 0,-44-40-169 0 0,2-3 0 0 0,62 21 0 0 0,0 0-221 0 0,-69-27 703 0 0,0-3 0 0 0,1-1 1 0 0,1-1-1 0 0,0-3 0 0 0,0-2 1 0 0,0-1-1 0 0,77-2 0 0 0,52-8-3 0 0,221-36-1 0 0,-310 24-387 0 0,0-3 0 0 0,95-39 0 0 0,127-30 3123 0 0,-248 74-1941 0 0,-6 3 44 0 0,1 2 0 0 0,63-3 0 0 0,103 4-141 0 0,-76 6-828 0 0,50-12-256 0 0,126 0 41 0 0,-299 16 438 0 0,0 1 0 0 0,0 0 0 0 0,0 2 1 0 0,-1-1-1 0 0,1 2 0 0 0,-1 1 0 0 0,0 0 0 0 0,-1 1 0 0 0,30 17 1 0 0,215 120 407 0 0,-236-132-680 0 0,142 68-934 0 0,-116-58-100 0 0,73 20 0 0 0,-96-34 615 0 0,0 0-41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1:06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11 287 6449 0 0,'-11'-7'-118'0'0,"13"9"-19"0"0,1-1 0 0 0,-1 0 0 0 0,0 1 0 0 0,1-1 0 0 0,-1 0 0 0 0,1 0 0 0 0,-1 0 0 0 0,1-1 0 0 0,-1 1 1 0 0,1 0-1 0 0,0-1 0 0 0,-1 0 0 0 0,1 0 0 0 0,0 0 0 0 0,-1 0 0 0 0,1 0 0 0 0,4-1 0 0 0,8-1 64 0 0,27-8 0 0 0,-41 9 18 0 0,140-43-387 0 0,11-3 576 0 0,-136 43 82 0 0,1 1 0 0 0,0 0 1 0 0,0 2-1 0 0,0 0 0 0 0,18 1 1 0 0,85 13 634 0 0,-18 0-724 0 0,285-14 283 0 0,1-33 403 0 0,-294 24-756 0 0,267-24 296 0 0,-322 31-298 0 0,101-2 751 0 0,-120 5-672 0 0,0 2 1 0 0,0 0-1 0 0,-1 1 1 0 0,1 2-1 0 0,19 5 1 0 0,-28-6-104 0 0,365 110 2150 0 0,-343-108-2181 0 0,1-1 0 0 0,-1-2 0 0 0,36-1 0 0 0,100-11 0 0 0,-70 2 0 0 0,164-2-30 0 0,56-3-12 0 0,-242 4 20 0 0,106-26-1 0 0,-38 5 4 0 0,-23 3 16 0 0,7 0 18 0 0,-84 22 288 0 0,0 2 0 0 0,1 2-1 0 0,64 7 1 0 0,-50-2-321 0 0,66 3-423 0 0,161 15 654 0 0,161 70-2048 0 0,-442-92 1767 0 0,121 34-58 0 0,142 59 1 0 0,-231-79 234 0 0,0-2 0 0 0,1-1 1 0 0,0-2-1 0 0,57 7 0 0 0,-43-12 26 0 0,1-2-1 0 0,96-7 0 0 0,-32-8 62 0 0,-1-5 0 0 0,138-40 0 0 0,-125 18 662 0 0,119-26 182 0 0,94-6-489 0 0,161-27-551 0 0,-410 83 0 0 0,386-46 876 0 0,-422 57-891 0 0,-1 3 1 0 0,1 1-1 0 0,79 12 0 0 0,-128-10-91 0 0,0 0-1 0 0,1 0 0 0 0,-1 0 1 0 0,16 8-1 0 0,-21-9-80 0 0,-1 1 0 0 0,1 0 0 0 0,0 1 0 0 0,-1-1-1 0 0,1 1 1 0 0,-1-1 0 0 0,0 1 0 0 0,0 0 0 0 0,0 0 0 0 0,0 1 0 0 0,-1-1 0 0 0,1 0 0 0 0,2 5 0 0 0,3 12-4047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1:0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243 730 5065 0 0,'-61'-5'-337'0'0,"-24"-1"-1672"0"0,29 8 3691 0 0,54-2-1620 0 0,0 0 1 0 0,0 1-1 0 0,0-1 1 0 0,0 1-1 0 0,1 0 1 0 0,-1-1-1 0 0,0 1 1 0 0,0 0-1 0 0,1 0 1 0 0,-1 0-1 0 0,1 0 1 0 0,-1 1-1 0 0,1-1 1 0 0,-1 0-1 0 0,1 0 0 0 0,-1 1 1 0 0,1-1-1 0 0,0 1 1 0 0,0 0-1 0 0,0-1 1 0 0,0 1-1 0 0,0 0 1 0 0,0-1-1 0 0,1 1 1 0 0,-1 0-1 0 0,0 0 1 0 0,1 0-1 0 0,0 0 1 0 0,-1 0-1 0 0,1 2 1 0 0,-1 8 128 0 0,0-1 1 0 0,1 1 0 0 0,3 22 0 0 0,-3-27-167 0 0,3 23 65 0 0,2-1 0 0 0,0 0 0 0 0,2-1 0 0 0,1 1 0 0 0,2-1 0 0 0,14 31 0 0 0,-16-43-57 0 0,0-1 1 0 0,2 1-1 0 0,0-1 0 0 0,0-1 0 0 0,2 0 1 0 0,-1-1-1 0 0,2 0 0 0 0,0 0 0 0 0,0-1 1 0 0,1-1-1 0 0,22 13 0 0 0,-6-6-27 0 0,1-2 1 0 0,0-1-1 0 0,45 15 0 0 0,-58-25 33 0 0,1 0 1 0 0,0-1-1 0 0,-1-1 0 0 0,2 0 0 0 0,-1-2 0 0 0,0 0 1 0 0,33-4-1 0 0,-10-2 75 0 0,1-2-1 0 0,-1-3 1 0 0,68-23 0 0 0,-81 22-79 0 0,-1-2 1 0 0,-1 0-1 0 0,0-2 1 0 0,-1-1 0 0 0,-1-1-1 0 0,25-22 1 0 0,258-268 44 0 0,-251 242 98 0 0,-3-2 1 0 0,87-141-1 0 0,-136 198-144 0 0,82-130 539 0 0,-70 117-429 0 0,1 0 1 0 0,1 1-1 0 0,36-32 0 0 0,2 10 279 0 0,95-57 0 0 0,-109 74-409 0 0,-32 20-4 0 0,9-6-122 0 0,2 0 0 0 0,41-17-1 0 0,-27 19-347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1:07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5 17972 0 0,'-59'7'1600'0'0,"28"-5"-1280"0"0,14 0-256 0 0,9-1-64 0 0,8 0-1616 0 0,4 1-336 0 0,4-1-65 0 0,8 2-7 0 0,13-1 1488 0 0,22 1 303 0 0,23 0 57 0 0,14-5 16 0 0,4-3-144 0 0,9-6-24 0 0,7-2-8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1:18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5 183 1376 0 0,'-2'-23'280'0'0,"1"20"-28"0"0,0 0 1 0 0,1 1 0 0 0,0-1-1 0 0,-1 0 1 0 0,1 0 0 0 0,0 0-1 0 0,0 1 1 0 0,1-1 0 0 0,-1 0 0 0 0,0 0-1 0 0,1 1 1 0 0,0-1 0 0 0,-1 0-1 0 0,1 1 1 0 0,0-1 0 0 0,1 1-1 0 0,-1-1 1 0 0,0 1 0 0 0,3-4-1 0 0,6-4 20 0 0,0 1-1 0 0,0 0 0 0 0,1 1 1 0 0,16-10-1 0 0,49-23 275 0 0,-76 41-539 0 0,3-1 77 0 0,0-1 0 0 0,0 1-1 0 0,0 0 1 0 0,0 1 0 0 0,0-1-1 0 0,0 0 1 0 0,0 1 0 0 0,1 0-1 0 0,-1 0 1 0 0,0 0 0 0 0,0 0-1 0 0,0 0 1 0 0,0 0 0 0 0,5 2-1 0 0,2 1 171 0 0,0 0-1 0 0,19 10 1 0 0,8 3-271 0 0,-18-10-71 0 0,1-1 0 0 0,0-2 0 0 0,0 0 1 0 0,26 1-1 0 0,80-7-636 0 0,-93 2 739 0 0,-26 1 159 0 0,0 0 0 0 0,0 0 1 0 0,0 1-1 0 0,1 0 0 0 0,-1 0 0 0 0,0 1 0 0 0,0 0 1 0 0,9 4-1 0 0,1 2 609 0 0,30 20 1 0 0,-37-22-754 0 0,12 7-37 0 0,0 0 0 0 0,1-2 1 0 0,0 0-1 0 0,1-2 0 0 0,1-1 1 0 0,48 11-1 0 0,-51-16-76 0 0,0 0 0 0 0,0-2 0 0 0,0 0 1 0 0,0-2-1 0 0,0 0 0 0 0,0-2 0 0 0,-1 0 0 0 0,32-9 1 0 0,-45 10 287 0 0,0 0 0 0 0,0 1 0 0 0,0 0 0 0 0,1 0 1 0 0,-1 1-1 0 0,0 0 0 0 0,1 1 0 0 0,9 1 0 0 0,6 3 121 0 0,34 12 0 0 0,-47-13-400 0 0,10 2-78 0 0,1 0 0 0 0,0-1 0 0 0,0-2-1 0 0,0 0 1 0 0,39 0 0 0 0,-45-4-32 0 0,-1 0 0 0 0,1-1-1 0 0,-1-1 1 0 0,0 0 0 0 0,0-1 0 0 0,0 0-1 0 0,0-2 1 0 0,-1 1 0 0 0,15-9 0 0 0,-22 9 329 0 0,0 1 1 0 0,0 1 0 0 0,0 0-1 0 0,0 0 1 0 0,1 0-1 0 0,-1 1 1 0 0,1 0 0 0 0,-1 0-1 0 0,1 1 1 0 0,0 0-1 0 0,0 0 1 0 0,0 1 0 0 0,0 0-1 0 0,-1 0 1 0 0,1 1-1 0 0,8 2 1 0 0,56 16 46 0 0,-54-13-221 0 0,0-1 0 0 0,0-1 0 0 0,0 0 1 0 0,36 2-1 0 0,-27-6 93 0 0,-3-1 252 0 0,27 4-1 0 0,-42-2-251 0 0,0 1 0 0 0,0 0 0 0 0,-1 0 1 0 0,1 1-1 0 0,-1 0 0 0 0,13 6 0 0 0,52 35-561 0 0,-42-25-187 0 0,35 17 0 0 0,-55-31 585 0 0,0-1 0 0 0,1 0 0 0 0,-1 0 0 0 0,1-1 0 0 0,0-1 1 0 0,0 0-1 0 0,15 1 0 0 0,201-12 1744 0 0,-35-1-399 0 0,222-9-2336 0 0,-346 12 1413 0 0,2 3-1 0 0,128 10 0 0 0,3 8-177 0 0,147 14-442 0 0,-291-23 532 0 0,1-2 0 0 0,0-3-1 0 0,0-3 1 0 0,-1-2 0 0 0,80-17 0 0 0,-38 2 161 0 0,129-44 1 0 0,-199 54-214 0 0,1 1 0 0 0,64-8 0 0 0,65 5 379 0 0,-116 10-522 0 0,48-7-63 0 0,-50 4-2 0 0,65 1 1 0 0,-77 6 24 0 0,0 3 0 0 0,36 8 0 0 0,25 5 0 0 0,127 0-228 0 0,-71-7 376 0 0,-78-7-104 0 0,-1-2 0 0 0,1-4 0 0 0,0-2 0 0 0,-1-4 0 0 0,122-29 0 0 0,-146 27 204 0 0,1 2 0 0 0,-1 2 0 0 0,1 2 0 0 0,0 2 0 0 0,82 6 0 0 0,-71 2-388 0 0,1-3 0 0 0,0-3 0 0 0,73-8 0 0 0,-122 7 137 0 0,240-28 227 0 0,-189 25-138 0 0,1 3 1 0 0,71 8-1 0 0,-49-1-124 0 0,1-3 0 0 0,0-3 0 0 0,157-23 0 0 0,-170 15-18 0 0,0 2-1 0 0,135 7 0 0 0,-109 8-138 0 0,149 34 0 0 0,-173-29-829 0 0,-9-1-1004 0 0,-22-4-2428 0 0,-16-1-639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1:19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4609 0 0,'12'8'1056'0'0,"0"-3"-890"0"0,-1 0 0 0 0,1 0-1 0 0,14 3 1 0 0,16 6 1028 0 0,2 3-457 0 0,-22-9-633 0 0,-1 1-1 0 0,31 16 1 0 0,-36-16-103 0 0,1 0 1 0 0,0-2 0 0 0,0 0-1 0 0,1-1 1 0 0,-1-1 0 0 0,1 0-1 0 0,0-2 1 0 0,1 0 0 0 0,36 1-1 0 0,-11-4 3 0 0,1-3 0 0 0,87-16 0 0 0,-90 12 177 0 0,-1 2 1 0 0,44 1-1 0 0,84 9 973 0 0,7-1 20 0 0,-103-8-703 0 0,128-22 0 0 0,66-36 48 0 0,-219 51-12 0 0,1 1-1 0 0,0 3 1 0 0,0 2 0 0 0,0 2 0 0 0,88 6-1 0 0,-72 5-107 0 0,118 30-1 0 0,-148-30-370 0 0,10 1 337 0 0,56 4 1 0 0,-66-11-73 0 0,0 3 0 0 0,0 1 0 0 0,50 15 0 0 0,46 29 253 0 0,15 5-1390 0 0,-107-43-455 0 0,73 15-1 0 0,-73-21 475 0 0,0 1-93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1:22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1 122 4145 0 0,'22'-13'618'0'0,"27"-11"0"0"0,-14 6-116 0 0,-7 4 185 0 0,0 1 1 0 0,42-15 0 0 0,-60 25-486 0 0,1 1 0 0 0,-1-1 0 0 0,1 2 0 0 0,-1-1 0 0 0,1 2 0 0 0,0-1 0 0 0,0 1 0 0 0,-1 1 0 0 0,1 0 0 0 0,19 5 0 0 0,4 5 155 0 0,0 1 0 0 0,46 25 0 0 0,-46-20 1 0 0,73 25 0 0 0,-94-39-132 0 0,0-1 1 0 0,0 0-1 0 0,0 0 1 0 0,19-1-1 0 0,55-6 869 0 0,9 0-171 0 0,-64 6-754 0 0,0 3-1 0 0,-1 0 1 0 0,1 2 0 0 0,-1 1-1 0 0,0 2 1 0 0,-1 1 0 0 0,39 18 0 0 0,-52-21-387 0 0,0-1 0 0 0,1 0 0 0 0,0-1 0 0 0,0-1 1 0 0,21 2-1 0 0,-11-4-183 0 0,-1-1 1 0 0,51-5-1 0 0,0-7 454 0 0,138-40 0 0 0,-117 25 869 0 0,-69 20-757 0 0,0 1 0 0 0,0 1 0 0 0,1 1 0 0 0,0 2 0 0 0,34 3 0 0 0,0 5 253 0 0,87 19-1 0 0,-122-20-341 0 0,1-2 1 0 0,0-2 0 0 0,0 0 0 0 0,60-6 0 0 0,121-29 606 0 0,-104 13-456 0 0,-72 15 417 0 0,1 1 0 0 0,37 3 0 0 0,73 8-395 0 0,-41-1-713 0 0,4-7-459 0 0,13 0 346 0 0,-105 2 723 0 0,1 1 0 0 0,-1 1-1 0 0,0 0 1 0 0,29 11 0 0 0,126 58 534 0 0,15 7-597 0 0,-47-42 122 0 0,-61-18 150 0 0,239 58 258 0 0,-276-68-784 0 0,1-2-1 0 0,1-1 1 0 0,-1-3-1 0 0,1-1 0 0 0,71-7 1 0 0,-49-4 120 0 0,0-2 0 0 0,130-41 0 0 0,-117 30 518 0 0,0 3 0 0 0,115-11 0 0 0,-160 27-340 0 0,-1 2 0 0 0,48 3 0 0 0,68 14-104 0 0,-23-1-22 0 0,-56-11 14 0 0,34 4-54 0 0,-87-6 126 0 0,-1 1 0 0 0,0 1-1 0 0,31 10 1 0 0,-30-5-4 0 0,-1 1 0 0 0,0 0 0 0 0,0 1 0 0 0,-1 1 0 0 0,23 22 0 0 0,-20-17-210 0 0,1-1 1 0 0,36 22-1 0 0,168 87-4526 0 0,-211-119 4134 0 0,0 0-1 0 0,1 0 0 0 0,0-1 1 0 0,0-1-1 0 0,0 0 1 0 0,0-1-1 0 0,1-1 1 0 0,-1 0-1 0 0,1-1 1 0 0,16-1-1 0 0,-2-1-424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1:24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2 540 15667 0 0,'0'0'51'0'0,"0"0"0"0"0,-1-1 0 0 0,1 1-1 0 0,0 0 1 0 0,0-1 0 0 0,0 1-1 0 0,0 0 1 0 0,0-1 0 0 0,-1 1 0 0 0,1-1-1 0 0,0 1 1 0 0,0 0 0 0 0,0-1 0 0 0,0 1-1 0 0,0-1 1 0 0,0 1 0 0 0,0 0 0 0 0,0-1-1 0 0,0 1 1 0 0,0-1 0 0 0,0 1-1 0 0,1 0 1 0 0,-1-1 0 0 0,0 1 0 0 0,0 0-1 0 0,0-1 1 0 0,0 1 0 0 0,1 0 0 0 0,-1-1-1 0 0,0 1 1 0 0,0 0 0 0 0,1-1 0 0 0,12 2 108 0 0,0 1 80 0 0,10-1-453 0 0,-1 2 1 0 0,0 0 0 0 0,0 1-1 0 0,-1 1 1 0 0,31 12 0 0 0,-43-14 235 0 0,-1 1 0 0 0,0 1 0 0 0,0 0 0 0 0,-1 0 0 0 0,1 0 0 0 0,-1 1 0 0 0,0 0 0 0 0,-1 0 0 0 0,0 1 0 0 0,7 9 0 0 0,19 17 172 0 0,-28-29-76 0 0,0 0 0 0 0,1-1 0 0 0,0 1 1 0 0,0-1-1 0 0,0 0 0 0 0,0 0 0 0 0,0-1 1 0 0,1 1-1 0 0,-1-1 0 0 0,1 0 1 0 0,0-1-1 0 0,9 2 0 0 0,-7-2 14 0 0,1-1-1 0 0,0 0 1 0 0,-1 0 0 0 0,1-1-1 0 0,0 0 1 0 0,-1 0-1 0 0,15-5 1 0 0,5-5 183 0 0,0 0-1 0 0,-1-2 1 0 0,47-31 0 0 0,-63 37-232 0 0,189-127 996 0 0,-145 92-893 0 0,74-74 0 0 0,-23 3-171 0 0,61-59-1511 0 0,-134 142 286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1:25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33 19356 0 0,'-8'-8'317'0'0,"6"5"-123"0"0,-1 1 0 0 0,1-1 0 0 0,-1 0-1 0 0,0 1 1 0 0,0-1 0 0 0,0 1 0 0 0,0 0 0 0 0,-4-2 0 0 0,7 4-193 0 0,0 0-1 0 0,0 0 1 0 0,-1 0 0 0 0,1 0-1 0 0,0 0 1 0 0,0 0 0 0 0,0 0-1 0 0,0 0 1 0 0,0 0 0 0 0,0 0 0 0 0,0 0-1 0 0,-1 0 1 0 0,1 0 0 0 0,0 0-1 0 0,0 0 1 0 0,0 0 0 0 0,0 1-1 0 0,0-1 1 0 0,0 0 0 0 0,0 0-1 0 0,0 0 1 0 0,0 0 0 0 0,0 0 0 0 0,0 0-1 0 0,0 0 1 0 0,-1 0 0 0 0,1 1-1 0 0,0-1 1 0 0,0 0 0 0 0,0 0-1 0 0,0 0 1 0 0,0 0 0 0 0,0 0-1 0 0,0 0 1 0 0,0 0 0 0 0,0 1 0 0 0,0-1-1 0 0,0 0 1 0 0,0 0 0 0 0,0 0-1 0 0,0 0 1 0 0,1 0 0 0 0,-1 0-1 0 0,0 0 1 0 0,0 1 0 0 0,0-1 0 0 0,0 0-1 0 0,0 0 1 0 0,0 0 0 0 0,0 0-1 0 0,0 0 1 0 0,0 0 0 0 0,3 8 27 0 0,8 13 87 0 0,1 1 0 0 0,1-1 0 0 0,1-1-1 0 0,0 0 1 0 0,2-1 0 0 0,0-1 0 0 0,1 0-1 0 0,1-2 1 0 0,27 21 0 0 0,-27-24-113 0 0,1-1 0 0 0,0 0 0 0 0,1-2 0 0 0,0 0 0 0 0,0-1 1 0 0,1-1-1 0 0,0-1 0 0 0,0-1 0 0 0,1-1 0 0 0,36 4 0 0 0,-23-7-571 0 0,62-5 0 0 0,-7-7-4740 0 0,0-3-1656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3:13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1 513 9218 0 0,'8'-4'683'0'0,"0"0"1"0"0,0 1-1 0 0,1 0 0 0 0,-1 0 1 0 0,1 1-1 0 0,16-3 0 0 0,-18 5-466 0 0,0 0 0 0 0,0 0 0 0 0,0 1 0 0 0,0 0 0 0 0,-1 0 0 0 0,1 1-1 0 0,0-1 1 0 0,0 1 0 0 0,9 5 0 0 0,114 56 2037 0 0,-97-49-2014 0 0,-15-5-23 0 0,1-1 0 0 0,0-1-1 0 0,21 5 1 0 0,-34-11-160 0 0,0 0-1 0 0,0 0 1 0 0,0-1 0 0 0,1 0-1 0 0,-1 0 1 0 0,0 0-1 0 0,0 0 1 0 0,0-1 0 0 0,0 0-1 0 0,0-1 1 0 0,0 1 0 0 0,0-1-1 0 0,0 0 1 0 0,8-5-1 0 0,-1-1 17 0 0,0-1 1 0 0,0 0-1 0 0,-1-1 0 0 0,0-1 0 0 0,0 0 0 0 0,-1 0 0 0 0,-1-1 0 0 0,0-1 0 0 0,15-25 0 0 0,-2-3-143 0 0,-2 0 1 0 0,17-47-1 0 0,-12 19-1976 0 0,35-141 0 0 0,-61 208 1809 0 0,1 1 33 0 0,-1 0 1 0 0,0 0-1 0 0,1 0 1 0 0,-1 0-1 0 0,0 0 1 0 0,0-1 0 0 0,0 1-1 0 0,0 0 1 0 0,0 0-1 0 0,0 0 1 0 0,0 0-1 0 0,0 0 1 0 0,-1-1-1 0 0,1 1 1 0 0,-1-2 0 0 0,-4 2-4833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3:13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18436 0 0,'-3'2'177'0'0,"0"-1"1"0"0,1 1-1 0 0,-1 0 1 0 0,1 0-1 0 0,-1 0 1 0 0,1 0-1 0 0,0 0 1 0 0,-1 1-1 0 0,-1 2 1 0 0,3-3-132 0 0,0 0-1 0 0,0 1 1 0 0,1-1 0 0 0,-1 0 0 0 0,0 0 0 0 0,1 1 0 0 0,-1-1-1 0 0,1 1 1 0 0,0-1 0 0 0,0 0 0 0 0,0 1 0 0 0,0-1 0 0 0,1 4-1 0 0,1 13 175 0 0,1-1 0 0 0,1 1-1 0 0,1-1 1 0 0,0 0 0 0 0,2 0-1 0 0,0-1 1 0 0,1 0 0 0 0,18 30-1 0 0,-20-38-204 0 0,0-1-1 0 0,1 1 1 0 0,0-2-1 0 0,1 1 1 0 0,0-1-1 0 0,0 0 1 0 0,13 9-1 0 0,-14-12-3 0 0,0 0 1 0 0,0-1-1 0 0,0 0 0 0 0,1 0 0 0 0,-1-1 1 0 0,1 1-1 0 0,0-2 0 0 0,-1 1 0 0 0,1-1 1 0 0,16 1-1 0 0,-5-3 3 0 0,0-1 1 0 0,0-1-1 0 0,0 0 0 0 0,0-1 1 0 0,22-9-1 0 0,89-40-1126 0 0,-49 11-4221 0 0,-5-3-1847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3:24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0 155 1376 0 0,'9'-3'70'0'0,"-1"0"-1"0"0,0 1 0 0 0,1-1 1 0 0,0 2-1 0 0,-1-1 0 0 0,1 1 1 0 0,0 1-1 0 0,13 0 0 0 0,11 3 365 0 0,0-2-1 0 0,0-1 0 0 0,-1-2 0 0 0,1-1 1 0 0,-1-2-1 0 0,39-9 0 0 0,117-55-190 0 0,-115 40-206 0 0,-62 25-41 0 0,0 0 0 0 0,1 0-1 0 0,0 1 1 0 0,0 1 0 0 0,0 0 0 0 0,0 1-1 0 0,0 0 1 0 0,0 0 0 0 0,0 2-1 0 0,0-1 1 0 0,0 2 0 0 0,0-1 0 0 0,0 2-1 0 0,12 3 1 0 0,33 11 7 0 0,91 23 71 0 0,-104-33 257 0 0,88 3 0 0 0,46-14 420 0 0,-141 2-350 0 0,1 2 1 0 0,40 6-1 0 0,-62-4-148 0 0,0 1 0 0 0,-1 0 0 0 0,0 2 0 0 0,0 0 0 0 0,0 0 0 0 0,0 1 0 0 0,22 14 0 0 0,-20-10-30 0 0,0 0 0 0 0,1-1-1 0 0,26 9 1 0 0,-32-14-207 0 0,-1-1 0 0 0,1-1 0 0 0,-1 0 0 0 0,1 0 0 0 0,0-1 0 0 0,0-1 0 0 0,13-1 0 0 0,14-3-74 0 0,0-2-1 0 0,0-1 0 0 0,44-15 0 0 0,109-49-18 0 0,-172 63 77 0 0,1 0 0 0 0,-1 2 0 0 0,1 1 0 0 0,1 0 0 0 0,-1 1 0 0 0,0 2 0 0 0,1 0 0 0 0,0 1 0 0 0,34 4 0 0 0,15 4-44 0 0,8 2 428 0 0,139-3 0 0 0,-166-9-359 0 0,207-6 19 0 0,-214 11-58 0 0,-1 1 0 0 0,-1 2 0 0 0,81 21-1 0 0,-55-2-577 0 0,-29-8 240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3:25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1 225 3681 0 0,'16'-7'486'0'0,"0"0"1"0"0,1 1 0 0 0,24-6-1 0 0,-6 2-20 0 0,45-12 513 0 0,139-19 0 0 0,88 12-974 0 0,107 28-1380 0 0,-357 4 1634 0 0,-1 3-1 0 0,0 2 1 0 0,110 30-1 0 0,10 21 1455 0 0,-37-11-347 0 0,-92-35-1036 0 0,1-1 0 0 0,0-3 0 0 0,60 4 0 0 0,147-5-249 0 0,-114-7-49 0 0,274 18-96 0 0,-370-17 84 0 0,0-3 0 0 0,52-7 0 0 0,88-21 53 0 0,-155 23-70 0 0,28-6-14 0 0,-1-2 0 0 0,-1-3 0 0 0,57-26 0 0 0,27-9-899 0 0,190-45 1 0 0,-298 90 776 0 0,0 1 0 0 0,1 2 0 0 0,52 0 0 0 0,97 13 763 0 0,-106-4 102 0 0,80-3-1 0 0,72-24-547 0 0,-24 1 167 0 0,-184 20-191 0 0,-1 1 0 0 0,0 1-1 0 0,0 0 1 0 0,0 2 0 0 0,32 8-1 0 0,88 39 970 0 0,115 38 159 0 0,-242-85-1223 0 0,-1 0-1 0 0,1-1 0 0 0,0-1 0 0 0,0 0 0 0 0,0 0 0 0 0,0-1 1 0 0,20-3-1 0 0,-9-1 195 0 0,-1-1 1 0 0,0-1-1 0 0,23-9 0 0 0,18-8 25 0 0,1 3-1 0 0,88-15 0 0 0,-144 34-313 0 0,0 1 0 0 0,0 0 0 0 0,0 0 0 0 0,-1 1 0 0 0,1 0 0 0 0,0 0 0 0 0,-1 1 0 0 0,1 0 0 0 0,-1 0 0 0 0,1 1 0 0 0,-1-1 0 0 0,0 2 0 0 0,0-1 0 0 0,8 7 0 0 0,10 6-229 0 0,0 2-1 0 0,27 28 0 0 0,-45-40 211 0 0,50 45-2261 0 0,-21-18-3088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3:27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22 961 16588 0 0,'-5'-8'654'0'0,"2"3"-460"0"0,0 0 1 0 0,1 1 0 0 0,0-1-1 0 0,0 0 1 0 0,-2-7-1 0 0,7-7 377 0 0,-3 15-572 0 0,0 0-1 0 0,1 0 1 0 0,-1 0-1 0 0,1-1 1 0 0,1-4-1 0 0,-2 9-11 0 0,0 0 0 0 0,1-1 1 0 0,-1 1-1 0 0,0-1 0 0 0,0 1 0 0 0,0 0 0 0 0,1-1 0 0 0,-1 1 1 0 0,0-1-1 0 0,0 1 0 0 0,1 0 0 0 0,-1 0 0 0 0,0-1 0 0 0,0 1 1 0 0,1 0-1 0 0,-1-1 0 0 0,0 1 0 0 0,1 0 0 0 0,-1 0 1 0 0,1 0-1 0 0,-1-1 0 0 0,0 1 0 0 0,2 0 0 0 0,-2 0 0 0 0,1 0 0 0 0,0 0 0 0 0,0 1 0 0 0,0-1-1 0 0,-1 0 1 0 0,1 0 0 0 0,0 1 0 0 0,0-1 0 0 0,-1 1 0 0 0,1-1 0 0 0,0 1-1 0 0,-1-1 1 0 0,1 1 0 0 0,-1-1 0 0 0,1 1 0 0 0,-1-1 0 0 0,1 1-1 0 0,0 1 1 0 0,9 11-16 0 0,-2 2-1 0 0,1-1 0 0 0,-2 1 1 0 0,0 0-1 0 0,10 31 1 0 0,-11-29 18 0 0,12 36-21 0 0,15 77 0 0 0,-1 57-109 0 0,17 76-170 0 0,-45-247 301 0 0,1 0 0 0 0,0-1 0 0 0,1 0 0 0 0,1 0 0 0 0,16 28 0 0 0,-20-39 35 0 0,0 0 1 0 0,0-1-1 0 0,1 1 0 0 0,-1 0 0 0 0,1-1 0 0 0,0 0 0 0 0,0 0 0 0 0,0 0 0 0 0,0 0 1 0 0,7 3-1 0 0,-8-5 37 0 0,0 0 0 0 0,0 0 0 0 0,1 0 0 0 0,-1-1 0 0 0,1 1 0 0 0,-1-1 0 0 0,1 0 1 0 0,-1 0-1 0 0,1 0 0 0 0,-1 0 0 0 0,1 0 0 0 0,-1-1 0 0 0,0 1 0 0 0,1-1 0 0 0,-1 0 0 0 0,5-2 0 0 0,-1 0 79 0 0,-1-1-1 0 0,0 1 0 0 0,0-1 0 0 0,0 0 1 0 0,-1-1-1 0 0,1 1 0 0 0,-1-1 0 0 0,0 0 1 0 0,7-9-1 0 0,3-8 467 0 0,17-27 0 0 0,8-26 232 0 0,41-104 0 0 0,0-1-291 0 0,87-105 4 0 0,-68 124-312 0 0,-72 115-192 0 0,98-161 139 0 0,-90 154-117 0 0,76-85 0 0 0,-77 101-63 0 0,2 2 1 0 0,2 1-1 0 0,82-55 1 0 0,-87 68-42 0 0,1 2 1 0 0,1 1 0 0 0,1 2 0 0 0,0 2 0 0 0,66-17-1 0 0,-38 18-116 0 0,0 2-1 0 0,86-1 1 0 0,135 20-343 0 0,-170 5-735 0 0,1 8-4287 0 0,-9 5-1849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3:35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231 390 4609 0 0,'-72'-32'2228'0'0,"5"3"-692"0"0,59 24-1194 0 0,0 1 0 0 0,0-1 1 0 0,1 0-1 0 0,0-1 0 0 0,-12-11 0 0 0,15 12-128 0 0,0-1-1 0 0,0 1 0 0 0,1-1 0 0 0,0 0 1 0 0,0 1-1 0 0,0-1 0 0 0,1-1 1 0 0,0 1-1 0 0,0 0 0 0 0,0-1 0 0 0,1 1 1 0 0,0-1-1 0 0,0 1 0 0 0,1-1 1 0 0,0-11-1 0 0,1 4 45 0 0,1 0-1 0 0,0 0 1 0 0,0 0 0 0 0,2 0 0 0 0,-1 1 0 0 0,9-18-1 0 0,-11 27-165 0 0,1-1-1 0 0,0 1 0 0 0,0 0 1 0 0,1 0-1 0 0,0 0 1 0 0,-1 0-1 0 0,1 0 0 0 0,0 1 1 0 0,1-1-1 0 0,-1 1 0 0 0,4-3 1 0 0,-3 4-11 0 0,-1 0 0 0 0,0 0 0 0 0,1 0 0 0 0,0 1 0 0 0,-1 0 0 0 0,1 0 0 0 0,-1 0 0 0 0,1 0 0 0 0,0 0 0 0 0,0 1 1 0 0,0 0-1 0 0,-1 0 0 0 0,1 0 0 0 0,5 0 0 0 0,10 3 191 0 0,0 0-1 0 0,-1 1 1 0 0,31 11 0 0 0,53 27 168 0 0,-45-18-295 0 0,104 36-78 0 0,60 27-6 0 0,-86-11 263 0 0,-13-6 216 0 0,-105-62-484 0 0,1 0 0 0 0,1-2 0 0 0,0 0 0 0 0,0 0 0 0 0,23 2 0 0 0,-11-4 62 0 0,1-2 0 0 0,-1-2 0 0 0,1 0 0 0 0,56-9-1 0 0,-37-1 98 0 0,0-2-1 0 0,56-21 1 0 0,274-89 303 0 0,-331 107-500 0 0,-14 6-18 0 0,0 1 0 0 0,44-4 0 0 0,74 1 0 0 0,36-4 0 0 0,-173 12 8 0 0,1 1 0 0 0,-1 0 0 0 0,32 3 0 0 0,-42 0-6 0 0,0 0 0 0 0,-1 0 1 0 0,1 1-1 0 0,-1 0 0 0 0,0 0 1 0 0,0 0-1 0 0,0 1 0 0 0,0 0 0 0 0,0 0 1 0 0,0 0-1 0 0,-1 1 0 0 0,1 0 1 0 0,5 6-1 0 0,13 14 62 0 0,24 32 0 0 0,-31-33-1 0 0,2-2 0 0 0,34 32 0 0 0,-24-30-40 0 0,1 0 1 0 0,1-2-1 0 0,1-1 0 0 0,1-2 0 0 0,67 28 0 0 0,-86-42-23 0 0,0-1 0 0 0,0 0 0 0 0,1-1 0 0 0,-1 0 0 0 0,1-2 0 0 0,-1 1 0 0 0,1-2 0 0 0,-1 0 0 0 0,1 0 0 0 0,15-5 0 0 0,17-5 0 0 0,76-31 0 0 0,-103 35 0 0 0,41-18 7 0 0,0-3 0 0 0,76-47 0 0 0,-97 52 145 0 0,1 1-1 0 0,43-17 1 0 0,-61 30-92 0 0,0 2 1 0 0,0 0-1 0 0,0 2 1 0 0,1 1-1 0 0,38-3 1 0 0,-36 7-32 0 0,0 1 1 0 0,-1 1-1 0 0,1 1 0 0 0,36 10 1 0 0,99 36 14 0 0,-23-5-50 0 0,-86-31-482 0 0,80 23 1192 0 0,-67-13-2602 0 0,-3 6-3820 0 0,-20-5-1541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3:55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6913 0 0,'30'-9'304'0'0,"0"2"-1"0"0,0 0 1 0 0,38-2-1 0 0,-19 2 60 0 0,197-24 2133 0 0,395 2 1 0 0,590 1 2735 0 0,-265 8-3484 0 0,-393 48-445 0 0,-3 51-152 0 0,-413-51-1137 0 0,-53-11 11 0 0,157 47 0 0 0,-245-58-91 0 0,29 14 0 0 0,-38-17-14 0 0,-1 0-1 0 0,0 1 0 0 0,-1 0 0 0 0,1 1 1 0 0,-1-1-1 0 0,0 1 0 0 0,7 7 0 0 0,-12-11 11 0 0,1 0-1 0 0,0 0 1 0 0,-1 0-1 0 0,1 0 0 0 0,0 0 1 0 0,-1 0-1 0 0,1 1 1 0 0,-1-1-1 0 0,0 0 0 0 0,1 0 1 0 0,-1 1-1 0 0,0-1 1 0 0,0 0-1 0 0,0 0 0 0 0,0 1 1 0 0,0-1-1 0 0,0 0 1 0 0,0 1-1 0 0,0-1 0 0 0,0 0 1 0 0,-1 0-1 0 0,1 1 1 0 0,-1-1-1 0 0,1 0 0 0 0,-1 0 1 0 0,1 0-1 0 0,-1 1 1 0 0,1-1-1 0 0,-1 0 0 0 0,0 0 1 0 0,-1 1-1 0 0,-8 10-893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3:59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1020 6449 0 0,'2'0'280'0'0,"0"1"0"0"0,0 0 1 0 0,0 0-1 0 0,0 0 0 0 0,0 0 0 0 0,0 1 0 0 0,0-1 0 0 0,3 3 0 0 0,18 19 42 0 0,-2-4 62 0 0,-2 1 0 0 0,0 1 0 0 0,-1 1 0 0 0,30 47 0 0 0,-34-42 49 0 0,-3-5 388 0 0,1-1-1 0 0,0-1 1 0 0,31 38-1 0 0,-38-53-629 0 0,0 0 1 0 0,0 0-1 0 0,0-1 1 0 0,0 1-1 0 0,1-1 1 0 0,0-1-1 0 0,-1 1 0 0 0,1-1 1 0 0,1 0-1 0 0,-1 0 1 0 0,0-1-1 0 0,1 0 0 0 0,0 0 1 0 0,-1-1-1 0 0,1 1 1 0 0,0-1-1 0 0,0-1 1 0 0,12 1-1 0 0,-7-2 11 0 0,-1 0 1 0 0,1-1-1 0 0,0 0 0 0 0,-1-1 0 0 0,1 0 1 0 0,-1-1-1 0 0,0 0 0 0 0,0-1 1 0 0,18-11-1 0 0,-11 4-32 0 0,0-1 0 0 0,-1 0 0 0 0,-1-2 0 0 0,21-22 0 0 0,118-114 322 0 0,-86 87-222 0 0,81-97 0 0 0,-50 26-16 0 0,5-7-69 0 0,-80 111-142 0 0,2 2 0 0 0,45-39 0 0 0,-11 19 5 0 0,81-73 109 0 0,-61 38-29 0 0,37-34-4 0 0,-99 101-116 0 0,2 1 0 0 0,0 1-1 0 0,1 0 1 0 0,32-15 0 0 0,9 2-8 0 0,-62 27 3 0 0,-1 1 1 0 0,1 0-1 0 0,-1 0 1 0 0,1-1-1 0 0,-1 1 0 0 0,1 0 1 0 0,-1 0-1 0 0,1 0 1 0 0,-1 0-1 0 0,1 0 0 0 0,-1-1 1 0 0,1 1-1 0 0,-1 0 1 0 0,1 0-1 0 0,-1 0 0 0 0,1 1 1 0 0,-1-1-1 0 0,1 0 0 0 0,-1 0 1 0 0,1 0-1 0 0,-1 0 1 0 0,1 0-1 0 0,-1 0 0 0 0,1 1 1 0 0,-1-1-1 0 0,1 0 1 0 0,-1 1-1 0 0,0-1 0 0 0,1 0 1 0 0,-1 0-1 0 0,1 1 1 0 0,-1-1-1 0 0,0 1 0 0 0,1-1 1 0 0,-1 0-1 0 0,0 1 1 0 0,1 0-1 0 0,5 16 138 0 0,-5-15-166 0 0,2 9-44 0 0,0 0-1 0 0,-1 0 0 0 0,-1 1 0 0 0,0-1 0 0 0,0 18 1 0 0,-9 54-2855 0 0,3-44-4477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4:04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1 236 7370 0 0,'13'-1'-270'0'0,"1"-1"0"0"0,0 0 0 0 0,20-8 0 0 0,36-6 71 0 0,-62 15 488 0 0,-1 0 0 0 0,1 0 0 0 0,0 1 0 0 0,0 0 0 0 0,0 1 0 0 0,14 2 0 0 0,-9 0 157 0 0,-1 2 1 0 0,0 0 0 0 0,16 8 0 0 0,-20-8-312 0 0,1-1 1 0 0,0 0-1 0 0,0 0 1 0 0,0-1-1 0 0,0 0 1 0 0,1-1-1 0 0,14 2 1 0 0,-9-3-41 0 0,0-2-1 0 0,0 0 1 0 0,25-5-1 0 0,45-15 267 0 0,-45 11-194 0 0,152-43 610 0 0,66-16 647 0 0,53 26-53 0 0,-191 31-1276 0 0,126-10 11 0 0,-55 7 401 0 0,-101 7 754 0 0,143 7-1 0 0,393 28-68 0 0,-590-26-1225 0 0,0 1 0 0 0,1 2 0 0 0,-1 2 0 0 0,-1 1 0 0 0,1 2-1 0 0,56 21 1 0 0,31 28 480 0 0,58 22-24 0 0,-161-75-429 0 0,0 0 0 0 0,0-2 0 0 0,0 0-1 0 0,0-1 1 0 0,38-1 0 0 0,30 2-37 0 0,-76-2 39 0 0,1 1 1 0 0,-1 1-1 0 0,1 0 0 0 0,-1 1 1 0 0,12 5-1 0 0,44 24 155 0 0,12 5 203 0 0,-68-33-314 0 0,2 0 0 0 0,-1-1 0 0 0,0-1 0 0 0,20 3 0 0 0,-16-5-37 0 0,-1 0 0 0 0,1-1 0 0 0,-1-1 1 0 0,19-4-1 0 0,62-16 35 0 0,-72 14-26 0 0,1 1 1 0 0,0 1 0 0 0,0 1-1 0 0,52-1 1 0 0,5 13 122 0 0,15 1 8 0 0,-82-9-184 0 0,-1-1-1 0 0,1 0 1 0 0,-1 0 0 0 0,21-6 0 0 0,88-35-949 0 0,-90 29 966 0 0,1 1 0 0 0,1 1 0 0 0,38-5 0 0 0,70 2 896 0 0,-88 11-809 0 0,-1-3 0 0 0,81-20 0 0 0,-75 12-26 0 0,1 1 0 0 0,0 4 0 0 0,1 2 0 0 0,77 2 0 0 0,63-8 621 0 0,-62 1-633 0 0,-85 9 30 0 0,0 2 0 0 0,-1 3 0 0 0,1 2 1 0 0,58 13-1 0 0,-78-11 29 0 0,72 4 0 0 0,38-10-80 0 0,-3 0-4 0 0,-118 3-100 0 0,0 0 0 0 0,0 2-1 0 0,0 1 1 0 0,46 18 0 0 0,-40-13 55 0 0,1-1 0 0 0,33 5 0 0 0,3-5-44 0 0,-23-4 71 0 0,74 19 1 0 0,-108-22 48 0 0,1-1 1 0 0,0 0 0 0 0,0-1-1 0 0,0 0 1 0 0,0-1-1 0 0,0 0 1 0 0,0-1 0 0 0,0 0-1 0 0,13-3 1 0 0,15-6-35 0 0,51-19 1 0 0,-46 14 11 0 0,-21 7-9 0 0,3-2 0 0 0,1 2 0 0 0,33-6 0 0 0,-52 13 0 0 0,-1 0 0 0 0,1 0 0 0 0,0 1 0 0 0,-1 0 0 0 0,1 1 0 0 0,0 0 0 0 0,0 0 0 0 0,-1 1 0 0 0,1 0 0 0 0,-1 0 0 0 0,13 6 0 0 0,44 19 106 0 0,-42-19-96 0 0,-1 1 0 0 0,39 23 0 0 0,-53-26 3 0 0,1 1 0 0 0,-1 0 0 0 0,-1 0 0 0 0,10 13 0 0 0,-11-13 8 0 0,0 0 1 0 0,1 0-1 0 0,-1-1 1 0 0,1 0 0 0 0,1 0-1 0 0,9 6 1 0 0,-4-6-10 0 0,-1 0 0 0 0,1-1 0 0 0,1 0 0 0 0,-1-1 0 0 0,1-1 0 0 0,16 2 0 0 0,84 2-17 0 0,3 1 6 0 0,-76-3 0 0 0,-1-1 1 0 0,1-3-1 0 0,54-3 0 0 0,-65-1-12 0 0,0-2-1 0 0,0 0 1 0 0,-1-2-1 0 0,0-1 0 0 0,33-15 1 0 0,-59 22 11 0 0,28-12 0 0 0,36-10 0 0 0,-56 20 0 0 0,0 1 0 0 0,0 0 0 0 0,0 0 0 0 0,0 1 0 0 0,1 1 0 0 0,-1 0 0 0 0,14 2 0 0 0,3 1 13 0 0,0-1 1 0 0,0-2 0 0 0,0 0-1 0 0,53-9 1 0 0,-43 1-143 0 0,-1-1 0 0 0,0-1 0 0 0,37-17 0 0 0,-58 20 160 0 0,0 1 0 0 0,1 1 1 0 0,0 0-1 0 0,0 1 1 0 0,0 1-1 0 0,0 0 0 0 0,1 2 1 0 0,-1 0-1 0 0,1 0 1 0 0,-1 2-1 0 0,1 0 0 0 0,25 6 1 0 0,162 30 136 0 0,-190-36-166 0 0,-1 0 1 0 0,1-2-1 0 0,-1 0 1 0 0,0 0-1 0 0,27-7 0 0 0,68-27 83 0 0,-1 0 16 0 0,-80 28-101 0 0,1 2 0 0 0,-1 0 0 0 0,51 0 0 0 0,-66 5 0 0 0,-1 1 0 0 0,1 0 0 0 0,-1 1 0 0 0,1 0 0 0 0,-1 1 0 0 0,0 1 0 0 0,0 0 0 0 0,0 0 0 0 0,0 1 0 0 0,-1 1 0 0 0,12 7 0 0 0,-20-11 0 0 0,88 53 0 0 0,-75-46 0 0 0,1-2 0 0 0,0 0 0 0 0,32 9 0 0 0,-6-8 0 0 0,45 4 0 0 0,-45-8 0 0 0,53 13 0 0 0,29 24-98 0 0,-18-4-1246 0 0,-67-26 289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4:28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0 379 4145 0 0,'8'2'42'0'0,"-1"0"-1"0"0,0 0 1 0 0,1-1 0 0 0,-1 1-1 0 0,1-2 1 0 0,-1 1 0 0 0,1-1-1 0 0,-1 0 1 0 0,1-1 0 0 0,0 1-1 0 0,10-4 1 0 0,65-16 2096 0 0,92-37 1 0 0,30-8 2265 0 0,-112 42-3621 0 0,-33 10-435 0 0,0-3 1 0 0,83-34-1 0 0,-70 20-237 0 0,1 3-1 0 0,1 3 1 0 0,2 4 0 0 0,97-13-1 0 0,-156 30 59 0 0,1 2 0 0 0,-1 0 0 0 0,1 1 0 0 0,-1 1 0 0 0,32 5 0 0 0,-22 1 58 0 0,1 0 1 0 0,49 21 0 0 0,-39-12-100 0 0,-2 2 1 0 0,0 1-1 0 0,-1 2 1 0 0,-1 2-1 0 0,-2 1 1 0 0,0 1-1 0 0,32 33 1 0 0,-27-20 161 0 0,1-2 1 0 0,2-2-1 0 0,2-1 1 0 0,79 46-1 0 0,109 62 1189 0 0,-220-134-1460 0 0,0 1 0 0 0,1-1 0 0 0,-1-1 1 0 0,1 0-1 0 0,1-1 0 0 0,-1 0 0 0 0,1-1 0 0 0,-1 0 0 0 0,1-1 0 0 0,0-1 0 0 0,1 0 0 0 0,-1 0 0 0 0,0-2 0 0 0,0 1 1 0 0,20-3-1 0 0,4-4-22 0 0,0 0 1 0 0,0-3-1 0 0,-1-1 1 0 0,44-18-1 0 0,133-74-182 0 0,-181 85 221 0 0,0 1 1 0 0,2 2-1 0 0,-1 1 0 0 0,2 1 0 0 0,-1 2 0 0 0,2 2 0 0 0,39-5 1 0 0,126-1 332 0 0,17-2-161 0 0,-138 6-198 0 0,58-6-7 0 0,-120 15-3 0 0,1 2-1 0 0,-1-1 1 0 0,0 2 0 0 0,0 1-1 0 0,28 7 1 0 0,56 28 53 0 0,11 3 48 0 0,-62-27-68 0 0,1-2 0 0 0,0-3 0 0 0,1-2 0 0 0,0-2 0 0 0,75-3 0 0 0,-62-6-7 0 0,108-2 184 0 0,-146 7-179 0 0,0 1 1 0 0,-1 1 0 0 0,1 2 0 0 0,33 9 0 0 0,-20-1-17 0 0,6 2 19 0 0,1-1 0 0 0,78 10 0 0 0,-82-20-34 0 0,1-2 0 0 0,0-1 0 0 0,-1-3 0 0 0,1-2 0 0 0,-1-2 0 0 0,51-12 0 0 0,370-101 77 0 0,-380 100 105 0 0,105-9 0 0 0,-107 18-103 0 0,1-6 33 0 0,122-38 1 0 0,-3 0-58 0 0,-149 43-55 0 0,107-7 0 0 0,-129 17 0 0 0,0 2 0 0 0,0 1 0 0 0,-1 2 0 0 0,58 13 0 0 0,215 91 244 0 0,-160-51-109 0 0,-78-35-128 0 0,2-3 1 0 0,1-3 0 0 0,0-2-1 0 0,116 6 1 0 0,283-17 285 0 0,-424-4-205 0 0,320-14 192 0 0,-126 4-206 0 0,227 29-74 0 0,-400-13 0 0 0,19 3-126 0 0,0 2 0 0 0,-1 5 0 0 0,85 26 0 0 0,-136-30-17 0 0,-1 1 0 0 0,36 20 0 0 0,54 39-2322 0 0,-74-43-5379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5:13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7834 0 0,'4'-3'266'0'0,"0"0"1"0"0,0 0 0 0 0,0 1 0 0 0,0-1-1 0 0,1 1 1 0 0,-1 0 0 0 0,1 0 0 0 0,-1 1-1 0 0,1-1 1 0 0,6 0 0 0 0,3-1 549 0 0,1 1 1 0 0,17-1-1 0 0,-8 3 20 0 0,43 6-1 0 0,-41-2-558 0 0,35-1 0 0 0,120-21 14 0 0,-31 1-109 0 0,-133 16-100 0 0,1 2 0 0 0,0 0 0 0 0,-1 0 0 0 0,1 2 0 0 0,-1 1 1 0 0,0 0-1 0 0,0 1 0 0 0,0 0 0 0 0,0 2 0 0 0,-1 0 0 0 0,0 0 0 0 0,27 19 0 0 0,-6 1 219 0 0,-1 2 1 0 0,-1 1-1 0 0,53 59 1 0 0,-70-69-142 0 0,2-1 0 0 0,0-1 1 0 0,1 0-1 0 0,25 15 0 0 0,-31-24-140 0 0,1 0 0 0 0,0-2 0 0 0,0 1 0 0 0,1-2 0 0 0,0 0-1 0 0,0-1 1 0 0,25 4 0 0 0,4-3-145 0 0,0-2 0 0 0,0-3 0 0 0,87-7 0 0 0,-63-3-352 0 0,132-35-1 0 0,80-45 784 0 0,-264 83-200 0 0,1 1 1 0 0,-1 1-1 0 0,1 1 1 0 0,0 1-1 0 0,1 0 1 0 0,-1 2-1 0 0,0 0 1 0 0,0 1 0 0 0,28 5-1 0 0,377 35 271 0 0,-99 2-366 0 0,-156 0 323 0 0,-119-27-145 0 0,0-3 0 0 0,81 10 1 0 0,-45-19-97 0 0,162-15-1 0 0,-171 5-51 0 0,147 5 119 0 0,-139 3-60 0 0,91-9 0 0 0,-174 7-100 0 0,289-36-237 0 0,-214 23 120 0 0,130-41-1 0 0,93-27-143 0 0,-264 72 192 0 0,-10 3 7 0 0,0 0 0 0 0,1 2 0 0 0,0 1 0 0 0,0 1 0 0 0,0 1 0 0 0,0 2 0 0 0,0 0 1 0 0,-1 2-1 0 0,29 7 0 0 0,360 58 123 0 0,-100-35-5 0 0,-250-30-10 0 0,1-2-1 0 0,118-16 0 0 0,210-42 547 0 0,-356 52-616 0 0,0 2 0 0 0,51 3 0 0 0,77 12-105 0 0,-27 0 74 0 0,-34-7 93 0 0,368 32 428 0 0,-412-26-220 0 0,74 25-1 0 0,29 6-34 0 0,101-9-532 0 0,2-21-1105 0 0,-117-6 759 0 0,147 18 41 0 0,-10-1 674 0 0,-195-19-10 0 0,106-11-1 0 0,-118-1-478 0 0,-1-3 0 0 0,0-3 0 0 0,-1-5 0 0 0,91-32-1 0 0,-115 32 162 0 0,97-22 0 0 0,-120 35 549 0 0,1 1 0 0 0,-1 2 0 0 0,1 2 0 0 0,55 3 0 0 0,-68 0 175 0 0,1 2 1 0 0,-1 0 0 0 0,28 11-1 0 0,54 27 1105 0 0,18 5-487 0 0,-44-24-736 0 0,88 15 1 0 0,-124-32-341 0 0,1-2 0 0 0,0-1 0 0 0,0-2 1 0 0,46-4-1 0 0,-22-5-106 0 0,0-3 0 0 0,-1-3 0 0 0,91-31 0 0 0,-86 23 166 0 0,134-24 1 0 0,-12 14 282 0 0,203-36-35 0 0,-226 30-156 0 0,48-9 208 0 0,-187 44-284 0 0,1 1 1 0 0,-1 2 0 0 0,0 1-1 0 0,0 0 1 0 0,29 7-1 0 0,137 40 323 0 0,-154-37-352 0 0,1-2 1 0 0,1-1-1 0 0,-1-3 0 0 0,1-1 0 0 0,74-3 0 0 0,-53-6-30 0 0,1-2 0 0 0,-1-3 0 0 0,68-21 0 0 0,102-25 255 0 0,-184 48-159 0 0,-1 1 0 0 0,94 1 0 0 0,-115 8-79 0 0,1 1 1 0 0,0 1-1 0 0,51 16 1 0 0,78 36-59 0 0,-101-34-13 0 0,123 51-195 0 0,94 32-2317 0 0,-171-71-5149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5:27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68 5529 0 0,'0'0'423'0'0,"-14"0"11763"0"0,-1 5-8107 0 0,4 7-6059 0 0,4 2 3396 0 0,2-1-1343 0 0,0 0-1 0 0,1 1 1 0 0,1-1 0 0 0,0 1 0 0 0,1 0 0 0 0,0 0 0 0 0,1 0 0 0 0,1 0-1 0 0,0 0 1 0 0,1 0 0 0 0,0 0 0 0 0,1 0 0 0 0,6 22 0 0 0,-7-33-71 0 0,-1-1 0 0 0,1 0 0 0 0,0 1 0 0 0,0-1 0 0 0,0 0 0 0 0,0 0 0 0 0,0 0 0 0 0,0 1 0 0 0,1-1 0 0 0,-1-1 0 0 0,1 1 0 0 0,-1 0-1 0 0,1 0 1 0 0,0 0 0 0 0,0-1 0 0 0,0 1 0 0 0,0-1 0 0 0,0 0 0 0 0,0 1 0 0 0,0-1 0 0 0,0 0 0 0 0,0 0 0 0 0,0 0 0 0 0,1-1 0 0 0,-1 1 0 0 0,0 0 0 0 0,1-1 0 0 0,-1 0 0 0 0,1 1 0 0 0,-1-1 0 0 0,1 0 0 0 0,-1 0 0 0 0,0 0 0 0 0,1-1 0 0 0,4 0 0 0 0,3-2 4 0 0,0 1 1 0 0,-1-2 0 0 0,1 0-1 0 0,-1 0 1 0 0,1 0 0 0 0,-1-1-1 0 0,10-8 1 0 0,33-25 52 0 0,68-66-1 0 0,-113 98-42 0 0,0-1-1 0 0,-1 0 1 0 0,0 0-1 0 0,0 0 0 0 0,-1-1 1 0 0,0 1-1 0 0,7-17 1 0 0,-11 22-13 0 0,0-1 0 0 0,0 0-1 0 0,0 1 1 0 0,0-1 0 0 0,-1 0 0 0 0,1 0 0 0 0,-1 1 0 0 0,0-1 0 0 0,0 0 0 0 0,0 0 0 0 0,0 0 0 0 0,-1 1 0 0 0,1-1-1 0 0,-1 0 1 0 0,1 0 0 0 0,-1 1 0 0 0,0-1 0 0 0,0 0 0 0 0,0 1 0 0 0,-1-1 0 0 0,1 1 0 0 0,-1-1 0 0 0,1 1-1 0 0,-1 0 1 0 0,0 0 0 0 0,0-1 0 0 0,0 1 0 0 0,0 1 0 0 0,-4-4 0 0 0,2 2-13 0 0,0 0 0 0 0,-1 0 0 0 0,1 1 0 0 0,-1-1 0 0 0,0 1 0 0 0,0 0 0 0 0,0 1 0 0 0,0-1 0 0 0,0 1 1 0 0,-1 0-1 0 0,1 0 0 0 0,0 1 0 0 0,0-1 0 0 0,-1 1 0 0 0,1 1 0 0 0,0-1 0 0 0,-1 1 0 0 0,1-1 0 0 0,0 1 0 0 0,0 1 0 0 0,0-1 0 0 0,0 1 0 0 0,0 0 0 0 0,0 0 0 0 0,0 1 0 0 0,1-1 1 0 0,-1 1-1 0 0,1 0 0 0 0,0 0 0 0 0,-1 0 0 0 0,1 1 0 0 0,-6 7 0 0 0,5-5-144 0 0,1 1 0 0 0,-1 0 0 0 0,1 1 0 0 0,1-1 0 0 0,-1 1 0 0 0,1 0 0 0 0,1-1 1 0 0,0 1-1 0 0,-3 15 0 0 0,4-16-1249 0 0,1-1-1 0 0,0 1 1 0 0,0 0 0 0 0,1 8 0 0 0,2-2-4741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5:27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7 1376 0 0,'-6'-1'735'0'0,"1"-1"-1"0"0,0 1 0 0 0,-1 0 0 0 0,1 1 1 0 0,-1-1-1 0 0,1 1 0 0 0,-1 0 0 0 0,1 0 1 0 0,-1 1-1 0 0,1 0 0 0 0,-1 0 0 0 0,1 0 1 0 0,-1 0-1 0 0,1 1 0 0 0,-9 4 0 0 0,10-4-422 0 0,0 0-1 0 0,0 1 0 0 0,0 0 0 0 0,0 0 1 0 0,0 0-1 0 0,0 0 0 0 0,1 0 0 0 0,0 1 0 0 0,-1-1 1 0 0,1 1-1 0 0,1 0 0 0 0,-1 0 0 0 0,0 0 0 0 0,1 0 1 0 0,0 1-1 0 0,0-1 0 0 0,0 1 0 0 0,-1 5 0 0 0,-1 5 300 0 0,1 1 0 0 0,-2 23-1 0 0,5-35-529 0 0,-1 0-1 0 0,1-1 1 0 0,0 1-1 0 0,1 0 0 0 0,-1 0 1 0 0,1-1-1 0 0,-1 1 1 0 0,1 0-1 0 0,0-1 1 0 0,0 1-1 0 0,1-1 1 0 0,-1 1-1 0 0,1-1 0 0 0,0 0 1 0 0,0 1-1 0 0,4 4 1 0 0,-5-7-60 0 0,1 0-1 0 0,0 0 1 0 0,-1 0 0 0 0,1 0 0 0 0,0 0 0 0 0,0 0 0 0 0,0 0-1 0 0,0-1 1 0 0,0 1 0 0 0,-1-1 0 0 0,1 1 0 0 0,0-1 0 0 0,0 0-1 0 0,0 0 1 0 0,0 0 0 0 0,0 0 0 0 0,0 0 0 0 0,0 0-1 0 0,0-1 1 0 0,0 1 0 0 0,0 0 0 0 0,0-1 0 0 0,0 0 0 0 0,2 0-1 0 0,7-4 27 0 0,-1 0 0 0 0,20-11 0 0 0,-23 11 1 0 0,16-8-6 0 0,37-24 58 0 0,-54 33-72 0 0,0-1-1 0 0,-1 0 1 0 0,0 0 0 0 0,0 0 0 0 0,0 0 0 0 0,0-1 0 0 0,4-8-1 0 0,-8 13-20 0 0,0-1 0 0 0,0 0 0 0 0,0 1 0 0 0,0-1 0 0 0,-1 0 0 0 0,1 0 0 0 0,0 1 0 0 0,-1-1 0 0 0,0 0 0 0 0,1 0 0 0 0,-1 0-1 0 0,0 0 1 0 0,0 0 0 0 0,0 1 0 0 0,0-1 0 0 0,-1 0 0 0 0,1 0 0 0 0,0 0 0 0 0,-1 0 0 0 0,1 1 0 0 0,-1-1 0 0 0,0 0 0 0 0,0 0 0 0 0,1 1 0 0 0,-1-1-1 0 0,0 0 1 0 0,0 1 0 0 0,-1-1 0 0 0,1 1 0 0 0,0 0 0 0 0,0-1 0 0 0,-1 1 0 0 0,1 0 0 0 0,-1 0 0 0 0,1 0 0 0 0,-3-1 0 0 0,-2-3 21 0 0,0 2-1 0 0,-1-1 1 0 0,0 1 0 0 0,0 0 0 0 0,0 1-1 0 0,0-1 1 0 0,-14-1 0 0 0,9 2-233 0 0,-1 1 0 0 0,0 0 0 0 0,0 1 1 0 0,0 1-1 0 0,0 0 0 0 0,0 1 0 0 0,-21 5 0 0 0,16-2-814 0 0,0 1 0 0 0,0 1 0 0 0,0 1-1 0 0,-26 16 1 0 0,5 1-6305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5:29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0 9874 0 0,'1'0'90'0'0,"-1"1"0"0"0,1-1 0 0 0,0 1 0 0 0,-1-1 0 0 0,1 1 0 0 0,-1-1 0 0 0,1 1 0 0 0,-1-1 0 0 0,1 1 0 0 0,-1-1 0 0 0,1 1 0 0 0,-1 0 0 0 0,1-1 0 0 0,-1 1 0 0 0,0 0 0 0 0,1-1 0 0 0,-1 1 1 0 0,0 0-1 0 0,1 0 0 0 0,-1-1 0 0 0,0 1 0 0 0,0 0 0 0 0,0 0 0 0 0,0-1 0 0 0,0 2 0 0 0,0 1 306 0 0,0 0 1 0 0,-1-1 0 0 0,1 1 0 0 0,-1-1-1 0 0,0 1 1 0 0,0-1 0 0 0,-2 5-1 0 0,-3 4 1042 0 0,0-1 0 0 0,-11 14 0 0 0,17-24-1432 0 0,-28 33 1067 0 0,-1-2 0 0 0,-53 45 1 0 0,74-70-1049 0 0,1 1 1 0 0,-1-1-1 0 0,-1-1 0 0 0,1 1 1 0 0,-1-1-1 0 0,0-1 1 0 0,-14 6-1 0 0,19-9-21 0 0,0 0 0 0 0,1 0-1 0 0,-1-1 1 0 0,0 1-1 0 0,0-1 1 0 0,0 0-1 0 0,0 0 1 0 0,0 0-1 0 0,0-1 1 0 0,0 1-1 0 0,1-1 1 0 0,-1 0 0 0 0,0 0-1 0 0,0 0 1 0 0,1-1-1 0 0,-1 1 1 0 0,1-1-1 0 0,-1 0 1 0 0,1 0-1 0 0,0 0 1 0 0,-1 0-1 0 0,-2-4 1 0 0,3 4-9 0 0,0-1 1 0 0,1 1-1 0 0,-1-1 1 0 0,1 1-1 0 0,0-1 1 0 0,0 0-1 0 0,0 0 1 0 0,0 0-1 0 0,1 0 1 0 0,-1 0-1 0 0,1-1 1 0 0,0 1-1 0 0,-1 0 1 0 0,2-1-1 0 0,-1 1 1 0 0,-1-7-1 0 0,2 5 3 0 0,0 0 0 0 0,1 1-1 0 0,-1-1 1 0 0,1 0 0 0 0,0 0 0 0 0,0 0-1 0 0,1 1 1 0 0,-1-1 0 0 0,1 1 0 0 0,0-1-1 0 0,3-4 1 0 0,0 1 28 0 0,1-1 1 0 0,0 1-1 0 0,0 0 0 0 0,1 0 1 0 0,0 1-1 0 0,1 0 0 0 0,-1 0 1 0 0,1 1-1 0 0,1 0 0 0 0,-1 0 1 0 0,10-5-1 0 0,-9 7 27 0 0,0 1-1 0 0,1 0 1 0 0,-1 0-1 0 0,0 0 1 0 0,1 1 0 0 0,-1 1-1 0 0,1 0 1 0 0,0 0 0 0 0,0 1-1 0 0,-1 0 1 0 0,1 1-1 0 0,0 0 1 0 0,-1 0 0 0 0,1 1-1 0 0,-1 0 1 0 0,12 5-1 0 0,-14-5-38 0 0,-1 1-1 0 0,0 0 0 0 0,0 0 0 0 0,0 0 0 0 0,-1 1 0 0 0,1 0 0 0 0,-1 0 0 0 0,1 0 0 0 0,-1 1 0 0 0,-1 0 0 0 0,1 0 0 0 0,-1 0 0 0 0,0 0 0 0 0,0 1 0 0 0,0 0 0 0 0,-1 0 0 0 0,0 0 0 0 0,0 0 0 0 0,-1 0 0 0 0,1 1 0 0 0,-1-1 0 0 0,-1 1 0 0 0,1-1 0 0 0,0 8 0 0 0,-1 1-13 0 0,-1 0 0 0 0,0 0 0 0 0,-1 0 0 0 0,-1 0 0 0 0,-6 26 0 0 0,-27 72 39 0 0,27-90-18 0 0,-21 51 1 0 0,-3-2-1 0 0,-59 99 0 0 0,25-53-1020 0 0,24-37-4983 0 0,4-5-1668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5:49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81 2761 0 0,'-11'-49'4235'0'0,"6"23"-1270"0"0,5 25-2886 0 0,0 1-1 0 0,0 0 1 0 0,0 0 0 0 0,0 0 0 0 0,0 0-1 0 0,0-1 1 0 0,0 1 0 0 0,0 0 0 0 0,0 0-1 0 0,0 0 1 0 0,0 0 0 0 0,0-1 0 0 0,0 1-1 0 0,0 0 1 0 0,0 0 0 0 0,-1 0 0 0 0,1 0-1 0 0,0-1 1 0 0,0 1 0 0 0,0 0 0 0 0,0 0 0 0 0,0 0-1 0 0,0 0 1 0 0,0 0 0 0 0,-1-1 0 0 0,1 1-1 0 0,0 0 1 0 0,0 0 0 0 0,0 0 0 0 0,0 0-1 0 0,0 0 1 0 0,-1 0 0 0 0,1 0 0 0 0,0 0-1 0 0,0 0 1 0 0,0 0 0 0 0,0 0 0 0 0,-1 0-1 0 0,1 0 1 0 0,0 0 0 0 0,0 0 0 0 0,0 0-1 0 0,0 0 1 0 0,-1 0 0 0 0,1 0 0 0 0,-7 8 1727 0 0,-6 19-562 0 0,12-24-970 0 0,-8 20 151 0 0,1 1 0 0 0,1 0 0 0 0,2 0 0 0 0,-4 27-1 0 0,4-3 194 0 0,1 55 0 0 0,-6 80-217 0 0,4-119-217 0 0,3 1 0 0 0,7 78 0 0 0,-3-132-182 0 0,0 0 1 0 0,2 0 0 0 0,-1 0 0 0 0,1 0 0 0 0,1-1-1 0 0,0 1 1 0 0,0-1 0 0 0,1 0 0 0 0,6 10 0 0 0,-6-14 0 0 0,-1 0 1 0 0,1 0 0 0 0,0 0-1 0 0,1-1 1 0 0,-1 1 0 0 0,1-1 0 0 0,0-1-1 0 0,0 1 1 0 0,1-1 0 0 0,-1 0-1 0 0,1 0 1 0 0,0-1 0 0 0,13 5 0 0 0,104 24 748 0 0,-15-4-256 0 0,-85-21-422 0 0,182 50 241 0 0,-189-54-287 0 0,1 0 1 0 0,-1-1-1 0 0,0 0 0 0 0,29-2 1 0 0,-38-1 23 0 0,0 1 1 0 0,1-2 0 0 0,-1 1-1 0 0,0-1 1 0 0,-1 0 0 0 0,1-1 0 0 0,0 0-1 0 0,-1 0 1 0 0,1 0 0 0 0,-1-1 0 0 0,0 0-1 0 0,7-6 1 0 0,-13 9-30 0 0,1-1 0 0 0,-1 1 0 0 0,1-1 0 0 0,-1 1 0 0 0,0-1 0 0 0,0 0 0 0 0,1 0 0 0 0,-1 0 0 0 0,0 0 0 0 0,-1 0 0 0 0,1 0-1 0 0,0 0 1 0 0,-1 0 0 0 0,1 0 0 0 0,-1 0 0 0 0,1 0 0 0 0,-1-4 0 0 0,0-3-2 0 0,0 1 1 0 0,-1-1-1 0 0,-3-10 0 0 0,0-11 31 0 0,5-185 2 0 0,1 9 60 0 0,-10 130 105 0 0,4 54-176 0 0,2 0 0 0 0,0 0 0 0 0,2 0 0 0 0,2-34 0 0 0,5 22-43 0 0,2-1 0 0 0,16-42 0 0 0,-13 42 0 0 0,-12 35 1 0 0,0-1 0 0 0,0 0 0 0 0,1 1 0 0 0,-1-1-1 0 0,0 0 1 0 0,0 0 0 0 0,0 0 0 0 0,1 1 0 0 0,-1-1 0 0 0,0 0 0 0 0,0 0-1 0 0,0 1 1 0 0,-1-1 0 0 0,1 0 0 0 0,0 0 0 0 0,0 1 0 0 0,0-1-1 0 0,0 0 1 0 0,-1 0 0 0 0,1 1 0 0 0,0-1 0 0 0,-1 0 0 0 0,1 1-1 0 0,-1-1 1 0 0,1 0 0 0 0,-1 1 0 0 0,1-1 0 0 0,-1 1 0 0 0,1-1-1 0 0,-1 0 1 0 0,1 1 0 0 0,-1-1 0 0 0,0 1 0 0 0,1 0 0 0 0,-1-1-1 0 0,0 1 1 0 0,1 0 0 0 0,-1-1 0 0 0,0 1 0 0 0,0 0 0 0 0,1 0-1 0 0,-1 0 1 0 0,0-1 0 0 0,0 1 0 0 0,-6-1 18 0 0,-1 1 0 0 0,1-1 1 0 0,0 1-1 0 0,-9 2 0 0 0,1-2-25 0 0,-179-13-65 0 0,30 0-158 0 0,-143 14-875 0 0,261-1 157 0 0,16-2-5014 0 0,8-1-1234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01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13 261 2761 0 0,'-12'-7'18263'0'0,"17"31"-18095"0"0,-4-18-87 0 0,0 1 1 0 0,0-1-1 0 0,1 0 0 0 0,0 0 0 0 0,0 0 0 0 0,5 10 0 0 0,-6-14-65 0 0,0-1 0 0 0,0 0 0 0 0,0 0-1 0 0,0 0 1 0 0,0 0 0 0 0,0 0 0 0 0,0 0-1 0 0,0 0 1 0 0,0 0 0 0 0,1 0-1 0 0,-1 0 1 0 0,0-1 0 0 0,1 1 0 0 0,1 0-1 0 0,-1 0-7 0 0,1-1-1 0 0,-1 0 1 0 0,0 0-1 0 0,0 0 0 0 0,1 0 1 0 0,-1 0-1 0 0,0 0 1 0 0,0 0-1 0 0,0-1 0 0 0,1 1 1 0 0,-1-1-1 0 0,3-1 1 0 0,8-3 17 0 0,-1-1 1 0 0,0-1 0 0 0,0 0-1 0 0,19-14 1 0 0,40-41 102 0 0,-41 31-423 0 0,42-57 0 0 0,20-23-512 0 0,-92 111 653 0 0,7-5-511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01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45 112 5065 0 0,'-2'1'646'0'0,"0"0"1"0"0,0-1-1 0 0,0 1 0 0 0,1 0 1 0 0,-1 0-1 0 0,0 0 0 0 0,0 0 1 0 0,1 0-1 0 0,-1 1 0 0 0,0-1 1 0 0,1 0-1 0 0,-1 1 0 0 0,-1 2 1 0 0,1-1-67 0 0,0 1 0 0 0,0-1 1 0 0,0 0-1 0 0,0 1 1 0 0,1 0-1 0 0,0-1 1 0 0,-2 5-1 0 0,2-1-239 0 0,0-1 1 0 0,0 0-1 0 0,0 1 0 0 0,1-1 1 0 0,0 1-1 0 0,0 0 0 0 0,1-1 0 0 0,2 13 1 0 0,-3-18-318 0 0,1 1 1 0 0,-1-1 0 0 0,0 0-1 0 0,1 1 1 0 0,-1-1 0 0 0,1 0-1 0 0,-1 0 1 0 0,1 1 0 0 0,0-1-1 0 0,-1 0 1 0 0,1 0 0 0 0,0 0 0 0 0,0 0-1 0 0,0 0 1 0 0,0 0 0 0 0,0 0-1 0 0,0 0 1 0 0,0 0 0 0 0,0 0-1 0 0,0 0 1 0 0,1-1 0 0 0,-1 1-1 0 0,0-1 1 0 0,1 1 0 0 0,-1-1-1 0 0,0 1 1 0 0,0-1 0 0 0,1 0-1 0 0,-1 1 1 0 0,1-1 0 0 0,-1 0 0 0 0,0 0-1 0 0,1 0 1 0 0,-1 0 0 0 0,1 0-1 0 0,-1 0 1 0 0,0-1 0 0 0,1 1-1 0 0,-1 0 1 0 0,0-1 0 0 0,2 0-1 0 0,3-1 20 0 0,0-1-1 0 0,0 0 1 0 0,0 0-1 0 0,-1-1 1 0 0,1 1-1 0 0,-1-1 1 0 0,8-7-1 0 0,14-18 32 0 0,46-62-1 0 0,-15 16-354 0 0,-32 46 91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05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49 3225 0 0,'0'-1'133'0'0,"-1"0"-1"0"0,1 0 1 0 0,0 1 0 0 0,0-1 0 0 0,-1 0 0 0 0,1 0-1 0 0,-1 1 1 0 0,1-1 0 0 0,-1 0 0 0 0,1 1 0 0 0,-1-1 0 0 0,1 1-1 0 0,-1-1 1 0 0,1 1 0 0 0,-1-1 0 0 0,0 1 0 0 0,1-1 0 0 0,-1 1-1 0 0,0-1 1 0 0,1 1 0 0 0,-1 0 0 0 0,0-1 0 0 0,0 1 0 0 0,1 0-1 0 0,-2-1 1 0 0,-21-4 2349 0 0,22 5-2169 0 0,-1-1 180 0 0,0 1 1 0 0,0 0 0 0 0,-1 0 0 0 0,1 0-1 0 0,0 0 1 0 0,0 0 0 0 0,0 0 0 0 0,0 1-1 0 0,0-1 1 0 0,0 1 0 0 0,0-1 0 0 0,-3 2 0 0 0,3-1-340 0 0,0 0 0 0 0,0 1 0 0 0,0-1 0 0 0,0 1 0 0 0,0-1 0 0 0,1 1 0 0 0,-1 0 0 0 0,0 0 0 0 0,1-1 0 0 0,0 1 0 0 0,-3 4 0 0 0,2-2-136 0 0,0 1 1 0 0,0 0-1 0 0,0 0 1 0 0,1 0-1 0 0,0 0 0 0 0,-1 0 1 0 0,2 1-1 0 0,-1-1 1 0 0,1 0-1 0 0,0 1 1 0 0,0-1-1 0 0,0 0 0 0 0,0 0 1 0 0,1 1-1 0 0,0-1 1 0 0,0 0-1 0 0,1 0 1 0 0,0 0-1 0 0,0 0 0 0 0,2 5 1 0 0,-2-7-15 0 0,-1 0 0 0 0,1 0 0 0 0,-1 0-1 0 0,1-1 1 0 0,0 1 0 0 0,0-1 0 0 0,0 1 0 0 0,0-1 0 0 0,1 0 0 0 0,-1 0 0 0 0,1 0-1 0 0,-1 0 1 0 0,1 0 0 0 0,-1-1 0 0 0,1 1 0 0 0,0-1 0 0 0,0 1 0 0 0,0-1 0 0 0,0 0-1 0 0,0 0 1 0 0,0-1 0 0 0,0 1 0 0 0,0-1 0 0 0,1 1 0 0 0,-1-1 0 0 0,0 0 0 0 0,0 0-1 0 0,0 0 1 0 0,0-1 0 0 0,1 1 0 0 0,-1-1 0 0 0,0 0 0 0 0,0 0 0 0 0,4-1 0 0 0,6-4 56 0 0,0 0 1 0 0,-1 0-1 0 0,0-1 1 0 0,0 0-1 0 0,0-1 1 0 0,-1-1-1 0 0,0 1 1 0 0,-1-2-1 0 0,10-10 1 0 0,-19 18-57 0 0,1-1 0 0 0,-1 1 1 0 0,0 0-1 0 0,0-1 0 0 0,0 1 0 0 0,0-1 1 0 0,0 1-1 0 0,-1-1 0 0 0,1 1 0 0 0,-1-1 0 0 0,0 1 1 0 0,0-1-1 0 0,0 0 0 0 0,0 1 0 0 0,0-1 0 0 0,0 1 1 0 0,-1-1-1 0 0,1 0 0 0 0,-1 1 0 0 0,0-1 1 0 0,-1-3-1 0 0,-3-5 24 0 0,1 1 0 0 0,-2 0 0 0 0,-9-15 0 0 0,14 24-26 0 0,1 1-1 0 0,0 0 1 0 0,-1-1-1 0 0,1 1 1 0 0,-1 0-1 0 0,1 0 1 0 0,0-1-1 0 0,-1 1 1 0 0,1 0-1 0 0,-1 0 1 0 0,1 0-1 0 0,-1 0 1 0 0,1-1-1 0 0,-1 1 1 0 0,1 0-1 0 0,-1 0 1 0 0,1 0-1 0 0,-1 0 1 0 0,1 0-1 0 0,-1 0 0 0 0,1 1 1 0 0,-1-1-1 0 0,1 0 1 0 0,-1 0-1 0 0,1 0 1 0 0,-1 0-1 0 0,1 1 1 0 0,-1-1-1 0 0,1 0 1 0 0,0 0-1 0 0,-1 1 1 0 0,1-1-1 0 0,-1 0 1 0 0,1 0-1 0 0,0 1 1 0 0,-1-1-1 0 0,1 1 1 0 0,0-1-1 0 0,-1 0 1 0 0,1 1-1 0 0,-16 17-364 0 0,12-12-23 0 0,0 0 1 0 0,0 0 0 0 0,0 0-1 0 0,1 1 1 0 0,-4 9 0 0 0,6-12-228 0 0,0 0 0 0 0,0 0 0 0 0,0 0 0 0 0,1 0 0 0 0,0 0 0 0 0,-1 0-1 0 0,2 5 1 0 0,0-1-3755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05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 1376 0 0,'7'-4'2784'0'0,"-7"12"4654"0"0,-1-5-6605 0 0,-4 22 572 0 0,0-1 740 0 0,-2 30 1 0 0,7-42-1780 0 0,-1 0 0 0 0,2 1 1 0 0,-1-1-1 0 0,2 0 0 0 0,4 20 1 0 0,-6-30-340 0 0,1 0 1 0 0,-1 0-1 0 0,1 0 1 0 0,0 0 0 0 0,-1 0-1 0 0,1 0 1 0 0,0 0-1 0 0,0 0 1 0 0,1 0 0 0 0,-1-1-1 0 0,0 1 1 0 0,1 0-1 0 0,-1-1 1 0 0,1 1 0 0 0,-1-1-1 0 0,1 0 1 0 0,0 1 0 0 0,-1-1-1 0 0,1 0 1 0 0,0 0-1 0 0,0 0 1 0 0,0 0 0 0 0,0-1-1 0 0,0 1 1 0 0,0 0-1 0 0,0-1 1 0 0,0 1 0 0 0,0-1-1 0 0,0 0 1 0 0,0 0-1 0 0,1 0 1 0 0,-1 0 0 0 0,0 0-1 0 0,0 0 1 0 0,0 0 0 0 0,0-1-1 0 0,0 1 1 0 0,0-1-1 0 0,0 0 1 0 0,3-1 0 0 0,7-2 50 0 0,-1-2 0 0 0,0 1 1 0 0,0-2-1 0 0,-1 1 1 0 0,0-1-1 0 0,0-1 0 0 0,-1 0 1 0 0,1 0-1 0 0,-2-1 1 0 0,1 0-1 0 0,-2-1 0 0 0,1 1 1 0 0,6-13-1 0 0,-12 20-112 0 0,-1-1-1 0 0,0 1 1 0 0,0-1-1 0 0,0 1 1 0 0,0-1-1 0 0,0 0 1 0 0,0 0 0 0 0,0 1-1 0 0,-1-1 1 0 0,0 0-1 0 0,1 0 1 0 0,-1 0-1 0 0,0 0 1 0 0,-1 0-1 0 0,1 1 1 0 0,0-1-1 0 0,-1 0 1 0 0,1 0 0 0 0,-1 0-1 0 0,0 1 1 0 0,0-1-1 0 0,0 0 1 0 0,0 1-1 0 0,-1-1 1 0 0,1 1-1 0 0,-1-1 1 0 0,0 1-1 0 0,1 0 1 0 0,-1 0 0 0 0,0 0-1 0 0,0 0 1 0 0,0 0-1 0 0,-1 0 1 0 0,1 0-1 0 0,0 0 1 0 0,-1 1-1 0 0,1 0 1 0 0,-1-1 0 0 0,1 1-1 0 0,-1 0 1 0 0,0 0-1 0 0,1 0 1 0 0,-1 1-1 0 0,0-1 1 0 0,0 0-1 0 0,0 1 1 0 0,-4 0-1 0 0,-18-1-7454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08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5473 0 0,'-14'2'682'0'0,"-1"4"1478"0"0,0-1 0 0 0,-28 16 0 0 0,39-18-1953 0 0,0 0 0 0 0,0 1 0 0 0,0-1 1 0 0,1 0-1 0 0,-1 1 0 0 0,1 0 0 0 0,0 0 0 0 0,0 0 1 0 0,1 0-1 0 0,-1 0 0 0 0,1 1 0 0 0,0-1 1 0 0,0 1-1 0 0,0 0 0 0 0,1-1 0 0 0,0 1 0 0 0,0 0 1 0 0,0 0-1 0 0,0 0 0 0 0,1 9 0 0 0,-1-4-86 0 0,1 1 0 0 0,1-1 0 0 0,0 1 0 0 0,0-1 0 0 0,1 1 0 0 0,1-1 0 0 0,0 0 0 0 0,0 0 0 0 0,5 10 0 0 0,-5-15-24 0 0,0 1 0 0 0,0-1 0 0 0,1 0 0 0 0,0 0-1 0 0,0-1 1 0 0,0 1 0 0 0,1-1 0 0 0,6 6 0 0 0,-8-8-21 0 0,0 0 1 0 0,-1 0-1 0 0,1 0 0 0 0,0-1 1 0 0,0 1-1 0 0,0-1 0 0 0,0 0 1 0 0,0 1-1 0 0,1-1 0 0 0,-1-1 0 0 0,0 1 1 0 0,0 0-1 0 0,1-1 0 0 0,-1 0 1 0 0,0 1-1 0 0,1-1 0 0 0,4-1 1 0 0,-7 0-47 0 0,1 1 0 0 0,-1-1 1 0 0,0 0-1 0 0,1 0 0 0 0,-1 0 0 0 0,0 0 1 0 0,1 0-1 0 0,-1 0 0 0 0,0 0 1 0 0,0 0-1 0 0,0 0 0 0 0,0-1 0 0 0,0 1 1 0 0,0 0-1 0 0,0-1 0 0 0,0 1 1 0 0,-1-1-1 0 0,1 1 0 0 0,0-1 1 0 0,-1 1-1 0 0,0-1 0 0 0,1 0 0 0 0,-1-2 1 0 0,2-5 111 0 0,-1 0 1 0 0,0-18 0 0 0,-1 17-120 0 0,-1 0-1 0 0,0 0 1 0 0,-1 0 0 0 0,0 0 0 0 0,0 0 0 0 0,-1 0 0 0 0,0 1 0 0 0,-1-1 0 0 0,0 1 0 0 0,-6-10 0 0 0,7 15-15 0 0,1 0-1 0 0,-1 0 1 0 0,0 0 0 0 0,0 0 0 0 0,0 1 0 0 0,0-1 0 0 0,-1 1-1 0 0,1 0 1 0 0,-1 0 0 0 0,0 0 0 0 0,0 1 0 0 0,0-1 0 0 0,0 1-1 0 0,-1 0 1 0 0,1 0 0 0 0,0 0 0 0 0,-1 1 0 0 0,0-1 0 0 0,1 1-1 0 0,-1 0 1 0 0,0 1 0 0 0,1-1 0 0 0,-8 1 0 0 0,7 0-180 0 0,1 1 0 0 0,-1 0 0 0 0,1 0 1 0 0,0 0-1 0 0,0 1 0 0 0,0-1 1 0 0,-1 1-1 0 0,-5 4 0 0 0,-8 4-7172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13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96 3681 0 0,'0'-5'1154'0'0,"0"1"0"0"0,0-1 0 0 0,-1 1 0 0 0,0-1 0 0 0,0 1 0 0 0,-1-6 0 0 0,1 10-1073 0 0,1 0 0 0 0,0 0 0 0 0,0-1 0 0 0,0 1 1 0 0,0 0-1 0 0,-1 0 0 0 0,1 0 0 0 0,0 0 1 0 0,0 0-1 0 0,0 0 0 0 0,0 0 0 0 0,-1 0 1 0 0,1 0-1 0 0,0 0 0 0 0,0 0 0 0 0,0 0 0 0 0,-1 0 1 0 0,1 0-1 0 0,0 0 0 0 0,0 0 0 0 0,0 0 1 0 0,-1 0-1 0 0,1 0 0 0 0,0 0 0 0 0,0 0 0 0 0,0 0 1 0 0,0 0-1 0 0,-1 1 0 0 0,1-1 0 0 0,0 0 1 0 0,0 0-1 0 0,0 0 0 0 0,0 0 0 0 0,-1 0 1 0 0,1 0-1 0 0,0 1 0 0 0,0-1 0 0 0,0 0 0 0 0,0 0 1 0 0,0 0-1 0 0,0 0 0 0 0,0 1 0 0 0,0-1 1 0 0,0 0-1 0 0,-1 0 0 0 0,1 1 0 0 0,-4 8 1247 0 0,1 0-962 0 0,1 0 1 0 0,0 1-1 0 0,1-1 1 0 0,0 1-1 0 0,1-1 1 0 0,0 1-1 0 0,0-1 1 0 0,1 1-1 0 0,2 11 1 0 0,0-9-206 0 0,0 0 1 0 0,0 0 0 0 0,1 0-1 0 0,1 0 1 0 0,0-1 0 0 0,10 18 0 0 0,-13-26-116 0 0,0 0-1 0 0,1 0 1 0 0,-1 0 0 0 0,1 0 0 0 0,0 0 0 0 0,-1 0 0 0 0,1-1 0 0 0,0 1 0 0 0,1-1 0 0 0,-1 0 0 0 0,5 2 0 0 0,-7-3-37 0 0,0-1-1 0 0,1 1 1 0 0,-1-1 0 0 0,1 1 0 0 0,-1-1 0 0 0,0 0-1 0 0,1 0 1 0 0,-1 0 0 0 0,1 0 0 0 0,-1 0 0 0 0,0 0 0 0 0,1 0-1 0 0,-1 0 1 0 0,1-1 0 0 0,-1 1 0 0 0,0 0 0 0 0,1-1-1 0 0,-1 1 1 0 0,0-1 0 0 0,1 0 0 0 0,-1 1 0 0 0,0-1 0 0 0,0 0-1 0 0,1 0 1 0 0,-1 0 0 0 0,0 1 0 0 0,0-1 0 0 0,0 0-1 0 0,0-1 1 0 0,0 1 0 0 0,-1 0 0 0 0,1 0 0 0 0,1-2-1 0 0,6-12 19 0 0,1 0-1 0 0,9-27 0 0 0,6-12 13 0 0,-10 29-51 0 0,2 1 0 0 0,0 1 0 0 0,2 0 0 0 0,23-23 0 0 0,-36 41-38 0 0,-3 3-88 0 0,0 1-1 0 0,0-1 0 0 0,0 0 1 0 0,-1 0-1 0 0,1 0 0 0 0,-1 0 1 0 0,1 0-1 0 0,-1 0 0 0 0,2-4 1 0 0,-5 7-1898 0 0,-1 0 343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13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79 103 3225 0 0,'-20'-2'-85'0'0,"15"2"884"0"0,0 0-1 0 0,-1 0 0 0 0,1 0 0 0 0,-7 2 0 0 0,11-2-566 0 0,0 0 0 0 0,0 1-1 0 0,-1-1 1 0 0,1 0-1 0 0,0 1 1 0 0,0-1-1 0 0,0 1 1 0 0,-1-1 0 0 0,1 1-1 0 0,0 0 1 0 0,0-1-1 0 0,0 1 1 0 0,0 0 0 0 0,0 0-1 0 0,0 0 1 0 0,0 0-1 0 0,1 0 1 0 0,-1 0-1 0 0,0 0 1 0 0,0 0 0 0 0,1 0-1 0 0,-1 0 1 0 0,1 0-1 0 0,-1 0 1 0 0,1 1-1 0 0,-1-1 1 0 0,1 0 0 0 0,0 0-1 0 0,0 1 1 0 0,-1-1-1 0 0,1 0 1 0 0,0 1 0 0 0,0-1-1 0 0,0 0 1 0 0,0 0-1 0 0,1 1 1 0 0,-1 0-1 0 0,1 5 272 0 0,1 0 0 0 0,0 0-1 0 0,1 0 1 0 0,-1 0 0 0 0,1-1-1 0 0,0 0 1 0 0,1 1 0 0 0,5 7-1 0 0,-6-10-387 0 0,0 1-1 0 0,1-1 1 0 0,-1 0-1 0 0,1 0 0 0 0,0-1 1 0 0,0 1-1 0 0,0-1 1 0 0,1 0-1 0 0,-1 0 1 0 0,1 0-1 0 0,9 4 1 0 0,-12-7-101 0 0,1 1 1 0 0,-1-1 0 0 0,1 0-1 0 0,-1 0 1 0 0,1 0-1 0 0,-1 0 1 0 0,0 0 0 0 0,1 0-1 0 0,-1-1 1 0 0,1 1-1 0 0,-1-1 1 0 0,0 0 0 0 0,1 0-1 0 0,-1 0 1 0 0,0 0 0 0 0,0 0-1 0 0,1 0 1 0 0,-1 0-1 0 0,3-4 1 0 0,5-3 113 0 0,-1 0 0 0 0,14-15 0 0 0,-14 14-70 0 0,164-157-1774 0 0,-142 140-5752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15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62 456 0 0,'-5'-5'313'0'0,"2"3"384"0"0,1-1-1 0 0,-1 1 1 0 0,1-1-1 0 0,0 1 1 0 0,0-1-1 0 0,-3-4 1 0 0,5 6-576 0 0,0 1 0 0 0,0-1 0 0 0,0 1 1 0 0,-1 0-1 0 0,1-1 0 0 0,0 1 0 0 0,0-1 0 0 0,0 1 0 0 0,0-1 1 0 0,0 1-1 0 0,0-1 0 0 0,0 1 0 0 0,0-1 0 0 0,0 1 0 0 0,0-1 1 0 0,1 1-1 0 0,-1-1 0 0 0,0 1 0 0 0,0 0 0 0 0,0-1 0 0 0,1 0 0 0 0,-1 0-25 0 0,1 1-1 0 0,0-1 0 0 0,0 0 1 0 0,0 1-1 0 0,-1-1 0 0 0,1 0 1 0 0,0 1-1 0 0,0-1 0 0 0,0 1 1 0 0,0-1-1 0 0,0 1 0 0 0,0 0 0 0 0,2-1 1 0 0,5-1 553 0 0,0-1-1 0 0,1 2 1 0 0,-1-1 0 0 0,1 1 0 0 0,-1 0 0 0 0,1 1-1 0 0,-1 0 1 0 0,1 0 0 0 0,14 3 0 0 0,-7-1-427 0 0,-13-2-195 0 0,-1 0-1 0 0,1 0 0 0 0,-1 1 1 0 0,0-1-1 0 0,1 1 0 0 0,-1-1 1 0 0,4 2-1 0 0,-6-2-21 0 0,0 0-1 0 0,0 1 1 0 0,0-1 0 0 0,0 0-1 0 0,0 0 1 0 0,0 0-1 0 0,0 1 1 0 0,0-1-1 0 0,0 0 1 0 0,0 0 0 0 0,-1 0-1 0 0,1 1 1 0 0,0-1-1 0 0,0 0 1 0 0,0 0-1 0 0,0 0 1 0 0,0 0 0 0 0,0 1-1 0 0,0-1 1 0 0,-1 0-1 0 0,1 0 1 0 0,0 0 0 0 0,0 0-1 0 0,0 1 1 0 0,0-1-1 0 0,-1 0 1 0 0,1 0-1 0 0,0 0 1 0 0,0 0 0 0 0,0 0-1 0 0,0 0 1 0 0,-1 0-1 0 0,1 0 1 0 0,0 0 0 0 0,0 0-1 0 0,-1 0 1 0 0,-13 7 360 0 0,12-7-349 0 0,-39 11 528 0 0,37-10-509 0 0,1-1 0 0 0,0 1 0 0 0,-1-1 1 0 0,1 0-1 0 0,0 0 0 0 0,-1 0 0 0 0,1 0 1 0 0,-1 0-1 0 0,1-1 0 0 0,0 0 1 0 0,-5-1-1 0 0,7 2-35 0 0,1 0 0 0 0,0 0 0 0 0,-1 0 0 0 0,1-1 0 0 0,0 1 0 0 0,-1 0 0 0 0,1 0 0 0 0,0 0 0 0 0,-1 0 0 0 0,1-1 0 0 0,0 1 0 0 0,-1 0 0 0 0,1 0 0 0 0,0-1 0 0 0,0 1 0 0 0,-1 0 0 0 0,1-1 0 0 0,0 1 0 0 0,0 0 0 0 0,0-1 0 0 0,-1 1 0 0 0,1 0 0 0 0,0-1 0 0 0,0 1 0 0 0,0 0 0 0 0,0-1 0 0 0,0 1 0 0 0,0 0 0 0 0,0-1 0 0 0,0 1 0 0 0,0-1 0 0 0,0 1 0 0 0,0 0 0 0 0,0-1 0 0 0,0 1 0 0 0,0 0 0 0 0,0-1 0 0 0,0 1 0 0 0,0 0 0 0 0,0-1 0 0 0,0 1 0 0 0,1 0 0 0 0,-1-1 0 0 0,0 1 0 0 0,0 0 0 0 0,0-1 0 0 0,1 1 0 0 0,-1 0 0 0 0,0-1 0 0 0,0 1 0 0 0,1 0 0 0 0,-1 0 0 0 0,1-1 0 0 0,0 0 0 0 0,1 0 0 0 0,-1 0 0 0 0,1 0 0 0 0,-1 0 0 0 0,1 0 0 0 0,0 0 0 0 0,-1 0 0 0 0,1 1 0 0 0,3-2 0 0 0,33 2 143 0 0,-33 0-110 0 0,0 1 0 0 0,1-1 1 0 0,-1 0-1 0 0,1 0 0 0 0,-1-1 1 0 0,0 0-1 0 0,0 0 0 0 0,1 0 1 0 0,-1 0-1 0 0,9-5 0 0 0,-27 9 438 0 0,-25 8 0 0 0,35-10-455 0 0,-4 2 26 0 0,-1 0 1 0 0,0 0-1 0 0,0 0 1 0 0,0-1-1 0 0,0 0 1 0 0,-11 1-1 0 0,19-3-34 0 0,0 0 0 0 0,0 0 0 0 0,-1 0 0 0 0,1 0 0 0 0,0 0 0 0 0,0 0 0 0 0,0 0 0 0 0,0 0 1 0 0,0 0-1 0 0,0 0 0 0 0,0 0 0 0 0,0 0 0 0 0,0 0 0 0 0,0-1 0 0 0,0 1 0 0 0,0 0 0 0 0,0 0 0 0 0,0 0 0 0 0,-1 0 0 0 0,1 0 0 0 0,0 0 0 0 0,0 0 0 0 0,0 0 0 0 0,0 0 0 0 0,0 0 0 0 0,0 0 0 0 0,0 0 0 0 0,0 0 0 0 0,0 0 0 0 0,0 0 0 0 0,0 0 0 0 0,0 0 0 0 0,0 0 0 0 0,0 0 0 0 0,0 0 0 0 0,0-1 0 0 0,0 1 0 0 0,0 0 0 0 0,0 0 0 0 0,0 0 0 0 0,0 0 0 0 0,0 0 0 0 0,0 0 1 0 0,0 0-1 0 0,0 0 0 0 0,0 0 0 0 0,0 0 0 0 0,0 0 0 0 0,0 0 0 0 0,0 0 0 0 0,0 0 0 0 0,0 0 0 0 0,0-1 0 0 0,0 1 0 0 0,0 0 0 0 0,0 0 0 0 0,0 0 0 0 0,0 0 0 0 0,0 0 0 0 0,0 0 0 0 0,5-6 315 0 0,13-6 326 0 0,-15 11-695 0 0,0-1-8 0 0,0 0 1 0 0,1 1 0 0 0,-1-1 0 0 0,1 1-1 0 0,-1 0 1 0 0,1 0 0 0 0,-1 0 0 0 0,1 1-1 0 0,0 0 1 0 0,4-1 0 0 0,-1 2-653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1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30 158 3225 0 0,'-2'0'275'0'0,"1"0"0"0"0,0-1 1 0 0,-1 1-1 0 0,1 0 0 0 0,0-1 1 0 0,0 1-1 0 0,-1 0 1 0 0,1-1-1 0 0,0 0 0 0 0,0 1 1 0 0,0-1-1 0 0,0 0 0 0 0,0 1 1 0 0,0-1-1 0 0,0 0 0 0 0,0 0 1 0 0,0 0-1 0 0,0 0 0 0 0,0 0 1 0 0,0 0-1 0 0,0 0 0 0 0,1 0 1 0 0,-1 0-1 0 0,0-1 1 0 0,1 1-1 0 0,-1 0 0 0 0,1 0 1 0 0,0-1-1 0 0,-1 1 0 0 0,1 0 1 0 0,0 0-1 0 0,0-1 0 0 0,0 1 1 0 0,0 0-1 0 0,0-1 0 0 0,0 1 1 0 0,0 0-1 0 0,0-1 0 0 0,0 1 1 0 0,1 0-1 0 0,-1-1 1 0 0,0 1-1 0 0,1 0 0 0 0,-1 0 1 0 0,1 0-1 0 0,0-1 0 0 0,-1 1 1 0 0,1 0-1 0 0,0 0 0 0 0,1-1 1 0 0,-2 2-204 0 0,0-1-1 0 0,1 1 1 0 0,-1 0 0 0 0,1 0 0 0 0,-1 0 0 0 0,0-1-1 0 0,1 1 1 0 0,-1 0 0 0 0,1 0 0 0 0,-1 0 0 0 0,1 0 0 0 0,-1 0-1 0 0,1 0 1 0 0,-1 0 0 0 0,1 0 0 0 0,-1 0 0 0 0,1 0-1 0 0,-1 0 1 0 0,1 0 0 0 0,-1 0 0 0 0,0 0 0 0 0,1 0 0 0 0,-1 1-1 0 0,1-1 1 0 0,-1 0 0 0 0,1 0 0 0 0,-1 1 0 0 0,0-1 0 0 0,1 0-1 0 0,-1 0 1 0 0,1 1 0 0 0,-1-1 0 0 0,0 0 0 0 0,1 1-1 0 0,-1-1 1 0 0,0 1 0 0 0,0-1 0 0 0,1 0 0 0 0,-1 1 0 0 0,0-1-1 0 0,0 1 1 0 0,0-1 0 0 0,1 1 0 0 0,9 21 497 0 0,-9-21-508 0 0,9 30 487 0 0,6 16-87 0 0,-14-43-421 0 0,0 0-1 0 0,0 0 0 0 0,0-1 0 0 0,1 1 1 0 0,-1-1-1 0 0,1 1 0 0 0,0-1 1 0 0,5 5-1 0 0,-7-7-17 0 0,1 0 1 0 0,-1 0-1 0 0,0-1 1 0 0,1 1-1 0 0,-1-1 0 0 0,0 1 1 0 0,1-1-1 0 0,-1 1 1 0 0,1-1-1 0 0,-1 0 1 0 0,0 0-1 0 0,1 0 0 0 0,-1 0 1 0 0,1 0-1 0 0,-1 0 1 0 0,1 0-1 0 0,-1 0 1 0 0,1 0-1 0 0,-1-1 0 0 0,0 1 1 0 0,1 0-1 0 0,-1-1 1 0 0,1 0-1 0 0,-1 1 1 0 0,0-1-1 0 0,0 0 0 0 0,1 1 1 0 0,-1-1-1 0 0,2-2 1 0 0,4-2 99 0 0,-1-1 1 0 0,0 0 0 0 0,9-11-1 0 0,-14 15-104 0 0,116-162 769 0 0,-112 155-787 0 0,1 1 0 0 0,8-10 0 0 0,0 6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20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35 211 2304 0 0,'-3'1'460'0'0,"0"1"0"0"0,0 0 0 0 0,0 0-1 0 0,0 1 1 0 0,0-1 0 0 0,1 1 0 0 0,-1-1-1 0 0,1 1 1 0 0,0 0 0 0 0,-4 6 0 0 0,6-9-395 0 0,0 0 0 0 0,-1 0 0 0 0,1 0 0 0 0,0 0 0 0 0,0 1 1 0 0,0-1-1 0 0,0 0 0 0 0,0 0 0 0 0,0 0 0 0 0,0 1 1 0 0,0-1-1 0 0,0 0 0 0 0,0 0 0 0 0,-1 0 0 0 0,1 1 0 0 0,0-1 1 0 0,0 0-1 0 0,0 0 0 0 0,0 0 0 0 0,0 1 0 0 0,0-1 0 0 0,0 0 1 0 0,1 0-1 0 0,-1 0 0 0 0,0 1 0 0 0,0-1 0 0 0,0 0 1 0 0,0 0-1 0 0,0 0 0 0 0,0 1 0 0 0,0-1 0 0 0,0 0 0 0 0,0 0 1 0 0,1 0-1 0 0,-1 0 0 0 0,0 0 0 0 0,0 1 0 0 0,0-1 0 0 0,10 1 1993 0 0,11-5 744 0 0,-18 3-2373 0 0,0 0-1 0 0,0 1 1 0 0,0-1-1 0 0,0 1 1 0 0,0 0-1 0 0,0-1 1 0 0,0 1-1 0 0,1 1 1 0 0,-1-1-1 0 0,6 1 1 0 0,-7 0-316 0 0,0 0 1 0 0,0 0 0 0 0,0 0 0 0 0,0 0-1 0 0,0 0 1 0 0,-1 1 0 0 0,1-1 0 0 0,0 0 0 0 0,-1 1-1 0 0,1-1 1 0 0,-1 1 0 0 0,0 0 0 0 0,1-1-1 0 0,-1 1 1 0 0,0 0 0 0 0,0 0 0 0 0,1 2 0 0 0,3 7 286 0 0,6 23 0 0 0,-9-27-343 0 0,0 0 0 0 0,0 0 0 0 0,1 0 0 0 0,0 0 0 0 0,0 0 0 0 0,0 0-1 0 0,1-1 1 0 0,0 0 0 0 0,5 7 0 0 0,-8-12-42 0 0,0 0 0 0 0,0 0 0 0 0,0 0 0 0 0,0-1 0 0 0,0 1 0 0 0,1 0 0 0 0,-1 0 0 0 0,0-1 1 0 0,0 1-1 0 0,0 0 0 0 0,1-1 0 0 0,-1 1 0 0 0,0-1 0 0 0,1 0 0 0 0,-1 1 0 0 0,0-1 0 0 0,1 0 0 0 0,-1 0 0 0 0,1 0 0 0 0,-1 0 0 0 0,3 0 0 0 0,-2-1 4 0 0,0 0 1 0 0,0 0 0 0 0,0 0-1 0 0,1 0 1 0 0,-2 0-1 0 0,1 0 1 0 0,0 0-1 0 0,0-1 1 0 0,0 1 0 0 0,0-1-1 0 0,-1 1 1 0 0,2-3-1 0 0,4-5 40 0 0,0 0 0 0 0,-1-1-1 0 0,0 0 1 0 0,5-11 0 0 0,-11 21-59 0 0,35-78 91 0 0,-20 41-100 0 0,2 1 1 0 0,2 1-1 0 0,36-52 0 0 0,-28 56-93 0 0,-25 28 34 0 0,0 1-1 0 0,1 0 1 0 0,-1 0 0 0 0,0 0 0 0 0,1 1 0 0 0,0-1 0 0 0,-1 1 0 0 0,1-1-1 0 0,0 1 1 0 0,0 0 0 0 0,3-1 0 0 0,-5 2 21 0 0,0 0 0 0 0,-1 0 1 0 0,1 0-1 0 0,0 0 0 0 0,-1 1 0 0 0,1-1 0 0 0,-1 0 1 0 0,1 0-1 0 0,0 1 0 0 0,-1-1 0 0 0,1 0 0 0 0,-1 1 1 0 0,1-1-1 0 0,0 0 0 0 0,-1 1 0 0 0,1-1 1 0 0,-1 1-1 0 0,0-1 0 0 0,1 1 0 0 0,-1-1 0 0 0,1 1 1 0 0,-1 0-1 0 0,0-1 0 0 0,1 1 0 0 0,-1-1 0 0 0,0 1 1 0 0,0 0-1 0 0,1-1 0 0 0,-1 1 0 0 0,0 0 1 0 0,0-1-1 0 0,0 1 0 0 0,0 0 0 0 0,0-1 0 0 0,0 1 1 0 0,0 1-1 0 0,1 11-719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23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27 194 8754 0 0,'-8'7'10157'0'0,"6"-6"-9988"0"0,1 0-1 0 0,0-1 0 0 0,0 1 0 0 0,-1 0 0 0 0,1 0 0 0 0,0 0 1 0 0,0 1-1 0 0,0-1 0 0 0,0 0 0 0 0,0 0 0 0 0,0 1 0 0 0,0-1 1 0 0,0 0-1 0 0,0 2 0 0 0,0 1-86 0 0,1 1-1 0 0,0-1 1 0 0,0 0 0 0 0,0 0 0 0 0,0 0 0 0 0,1 1-1 0 0,-1-1 1 0 0,1 0 0 0 0,0 0 0 0 0,1 0 0 0 0,-1 0-1 0 0,1 0 1 0 0,-1 0 0 0 0,1-1 0 0 0,3 6-1 0 0,-4-7-64 0 0,0-1 0 0 0,1 1-1 0 0,-1-1 1 0 0,0 0-1 0 0,0 1 1 0 0,1-1 0 0 0,-1 0-1 0 0,0 0 1 0 0,1 0-1 0 0,0 0 1 0 0,-1 0 0 0 0,1 0-1 0 0,-1 0 1 0 0,1 0-1 0 0,0-1 1 0 0,0 1 0 0 0,-1-1-1 0 0,1 1 1 0 0,0-1-1 0 0,0 0 1 0 0,0 0 0 0 0,-1 1-1 0 0,1-1 1 0 0,0-1-1 0 0,0 1 1 0 0,0 0-1 0 0,0 0 1 0 0,-1-1 0 0 0,1 1-1 0 0,0-1 1 0 0,0 1-1 0 0,-1-1 1 0 0,1 0 0 0 0,0 0-1 0 0,-1 1 1 0 0,1-1-1 0 0,1-2 1 0 0,3-1 36 0 0,-1 0-1 0 0,1-1 1 0 0,-1 0-1 0 0,0 0 1 0 0,-1-1-1 0 0,1 1 1 0 0,6-11 0 0 0,23-48 98 0 0,-23 42-107 0 0,2-3-615 0 0,-1 0 1182 0 0,16-23 0 0 0,-3 16-2196 0 0,-20 27 132 0 0,1 0 0 0 0,-1 0 0 0 0,11-6-1 0 0,-4 3-5954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25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4609 0 0,'10'-39'4628'0'0,"-8"13"1277"0"0,-2 32-2112 0 0,-1-1-3320 0 0,1-1 0 0 0,0 1 0 0 0,0 0 0 0 0,2 8 1 0 0,-1-10-399 0 0,-1-1 1 0 0,1 1-1 0 0,0-1 1 0 0,0 1 0 0 0,0-1-1 0 0,1 1 1 0 0,-1-1 0 0 0,0 0-1 0 0,1 1 1 0 0,-1-1 0 0 0,1 0-1 0 0,0 0 1 0 0,0 0-1 0 0,4 3 1 0 0,-5-4-62 0 0,1-1 0 0 0,0 1-1 0 0,0 0 1 0 0,0-1 0 0 0,0 1 0 0 0,-1-1-1 0 0,1 1 1 0 0,0-1 0 0 0,0 0 0 0 0,0 0 0 0 0,0 0-1 0 0,0 0 1 0 0,0 0 0 0 0,0 0 0 0 0,0 0 0 0 0,0-1-1 0 0,0 1 1 0 0,0-1 0 0 0,0 0 0 0 0,-1 1-1 0 0,4-3 1 0 0,6-2-2 0 0,0-1-1 0 0,-1 0 0 0 0,0-1 1 0 0,16-14-1 0 0,35-38 10 0 0,-13 12-24 0 0,-10 14-665 0 0,-10 12-4948 0 0,-3 3-1479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28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1 201 920 0 0,'0'1'935'0'0,"0"-3"538"0"0,0-5 2019 0 0,1-7-1758 0 0,-1 13-1448 0 0,1 1 1 0 0,-1 0 0 0 0,0 0-1 0 0,0 0 1 0 0,1 0-1 0 0,-1 0 1 0 0,0-1-1 0 0,1 1 1 0 0,-1 0 0 0 0,0 0-1 0 0,1 0 1 0 0,-1 0-1 0 0,0 0 1 0 0,1 0-1 0 0,-1 0 1 0 0,0 0 0 0 0,1 0-1 0 0,-1 0 1 0 0,0 0-1 0 0,1 0 1 0 0,-1 0-1 0 0,0 0 1 0 0,1 1 0 0 0,-1-1-1 0 0,0 0 1 0 0,0 0-1 0 0,1 0 1 0 0,-1 0-1 0 0,0 0 1 0 0,1 1 0 0 0,-1-1-1 0 0,0 0 1 0 0,0 0-1 0 0,1 1 1 0 0,0 0-198 0 0,0-1 0 0 0,0 1 1 0 0,0 0-1 0 0,0-1 0 0 0,0 1 0 0 0,0 0 1 0 0,0 0-1 0 0,0 0 0 0 0,0 0 1 0 0,0 0-1 0 0,-1 0 0 0 0,1 0 0 0 0,1 2 1 0 0,-1 1 23 0 0,0 0 0 0 0,0 0 1 0 0,0 0-1 0 0,0 1 1 0 0,-1-1-1 0 0,1 0 1 0 0,-1 1-1 0 0,0-1 0 0 0,0 0 1 0 0,-1 1-1 0 0,1-1 1 0 0,-1 0-1 0 0,0 1 1 0 0,0-1-1 0 0,-1 0 1 0 0,-1 4-1 0 0,6-14-1 0 0,1 0 0 0 0,0 1 0 0 0,0-1 0 0 0,0 1 0 0 0,6-5-1 0 0,9-14 184 0 0,22-37-30 0 0,12-14-10 0 0,-13 29 81 0 0,-39 45-305 0 0,-4-2 300 0 0,1 1-339 0 0,1 2 7 0 0,0 0 1 0 0,1 0-1 0 0,-1 0 1 0 0,0-1-1 0 0,1 1 1 0 0,-1 0-1 0 0,0-1 1 0 0,1 1-1 0 0,-1-1 0 0 0,1 1 1 0 0,-1-1-1 0 0,1 1 1 0 0,-1-1-1 0 0,1 1 1 0 0,-1-1-1 0 0,1 1 1 0 0,-1-1-1 0 0,1 0 0 0 0,0 1 1 0 0,-1-1-1 0 0,1 0 1 0 0,0 1-1 0 0,0-1 1 0 0,-1 0-1 0 0,1 1 1 0 0,0-1-1 0 0,0-1 0 0 0,3 1-41 0 0,-1 1-1219 0 0,14-1 3348 0 0,-11-1-6497 0 0,14 9-7915 0 0,-17-4 10427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30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13 219 2761 0 0,'-3'-4'2892'0'0,"3"4"-2724"0"0,0 0 0 0 0,-1 0 0 0 0,1 0 0 0 0,0 0 0 0 0,0 0 0 0 0,0 1 0 0 0,-1-1 1 0 0,1 0-1 0 0,0 0 0 0 0,0 0 0 0 0,0 0 0 0 0,0 0 0 0 0,-1 0 0 0 0,1 0 0 0 0,0 0 0 0 0,0 1 0 0 0,0-1 0 0 0,0 0 0 0 0,0 0 0 0 0,-1 0 1 0 0,1 0-1 0 0,0 0 0 0 0,0 1 0 0 0,0-1 0 0 0,0 0 0 0 0,0 0 0 0 0,0 0 0 0 0,0 0 0 0 0,0 1 0 0 0,0-1 0 0 0,0 0 0 0 0,0 0 0 0 0,0 0 0 0 0,-1 1 1 0 0,1-1-1 0 0,0 0 0 0 0,1 0 0 0 0,-1 0 0 0 0,0 1 0 0 0,0-1 0 0 0,0 0 0 0 0,-3 20 1456 0 0,1-1 0 0 0,1 32-1 0 0,1-43-1262 0 0,1 0 0 0 0,0 0 0 0 0,0 0-1 0 0,1-1 1 0 0,0 1 0 0 0,1-1-1 0 0,-1 1 1 0 0,1-1 0 0 0,1 0 0 0 0,4 8-1 0 0,-8-14-335 0 0,0-1-1 0 0,1 1 0 0 0,-1 0 1 0 0,1 0-1 0 0,-1 0 0 0 0,1-1 1 0 0,0 1-1 0 0,-1 0 0 0 0,1-1 0 0 0,0 1 1 0 0,0-1-1 0 0,-1 1 0 0 0,1-1 1 0 0,0 1-1 0 0,0-1 0 0 0,0 1 1 0 0,0-1-1 0 0,0 0 0 0 0,-1 1 1 0 0,1-1-1 0 0,0 0 0 0 0,0 0 1 0 0,0 0-1 0 0,0 0 0 0 0,0 0 1 0 0,0 0-1 0 0,0 0 0 0 0,0 0 1 0 0,0 0-1 0 0,0 0 0 0 0,0 0 1 0 0,0-1-1 0 0,-1 1 0 0 0,1 0 1 0 0,0-1-1 0 0,0 1 0 0 0,0 0 0 0 0,0-1 1 0 0,-1 1-1 0 0,1-1 0 0 0,0 1 1 0 0,0-1-1 0 0,-1 0 0 0 0,1 1 1 0 0,1-2-1 0 0,3-4 7 0 0,0 0 1 0 0,1-1-1 0 0,-2 1 1 0 0,6-11-1 0 0,-6 11 27 0 0,16-23-14 0 0,0 2 1 0 0,2 0-1 0 0,2 1 1 0 0,0 1-1 0 0,32-25 1 0 0,4 3 12 0 0,85-50 0 0 0,-144 96-83 0 0,7-4 63 0 0,1 0 0 0 0,-1 0-1 0 0,1 1 1 0 0,11-3 0 0 0,-18 6-58 0 0,0 1 0 0 0,0-1-1 0 0,0 1 1 0 0,0 0 0 0 0,0-1 0 0 0,0 1-1 0 0,0 0 1 0 0,0 0 0 0 0,0 1 0 0 0,0-1 0 0 0,3 1-1 0 0,-4 0-50 0 0,0-1 0 0 0,0 1-1 0 0,0-1 1 0 0,0 1 0 0 0,0 0-1 0 0,0-1 1 0 0,0 1-1 0 0,0 0 1 0 0,0 0 0 0 0,0 0-1 0 0,0 0 1 0 0,-1 0 0 0 0,1 0-1 0 0,0 0 1 0 0,-1 0 0 0 0,1 0-1 0 0,0 0 1 0 0,-1 0 0 0 0,0 0-1 0 0,1 3 1 0 0,2 11-7679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32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44 1840 0 0,'-1'0'474'0'0,"0"0"-1"0"0,1 0 1 0 0,-1 0-1 0 0,1 1 0 0 0,-1-1 1 0 0,0 0-1 0 0,1 1 1 0 0,-1-1-1 0 0,1 0 0 0 0,-1 1 1 0 0,1-1-1 0 0,-1 1 1 0 0,1-1-1 0 0,-1 0 0 0 0,1 1 1 0 0,0-1-1 0 0,-1 1 1 0 0,1 0-1 0 0,0-1 1 0 0,-1 1-1 0 0,1-1 0 0 0,0 1 1 0 0,0-1-1 0 0,-1 1 1 0 0,1 0-1 0 0,-2 8 3813 0 0,1-3-4002 0 0,0-5-1148 0 0,1 0 1019 0 0,0 0 0 0 0,-1 0 0 0 0,1 0 1 0 0,0 0-1 0 0,0 0 0 0 0,0 0 0 0 0,0 0 0 0 0,0 0 0 0 0,0-1 0 0 0,0 1 1 0 0,0 0-1 0 0,0 0 0 0 0,0 0 0 0 0,1 0 0 0 0,0 2 0 0 0,-1-3-117 0 0,0 0 0 0 0,0 0 0 0 0,1 1 0 0 0,-1-1 0 0 0,0 0 0 0 0,1 0 0 0 0,-1 0 0 0 0,0 0 0 0 0,1 0 0 0 0,-1 0-1 0 0,1 0 1 0 0,-1 1 0 0 0,0-1 0 0 0,1 0 0 0 0,-1 0 0 0 0,0 0 0 0 0,1-1 0 0 0,-1 1 0 0 0,0 0 0 0 0,1 0 0 0 0,-1 0-1 0 0,1 0 1 0 0,-1 0 0 0 0,0 0 0 0 0,1 0 0 0 0,-1-1 0 0 0,1 1 0 0 0,4-3 40 0 0,-1 0 0 0 0,1 0 0 0 0,7-7 1 0 0,-10 8-2 0 0,51-47-1383 0 0,-35 32-5998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33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51 134 5529 0 0,'-10'1'412'0'0,"-13"0"1395"0"0,22-1-1568 0 0,0 0 1 0 0,0 0-1 0 0,0 0 1 0 0,0-1-1 0 0,0 1 1 0 0,0 0-1 0 0,0 0 1 0 0,0 0-1 0 0,1-1 1 0 0,-1 1-1 0 0,0-1 1 0 0,0 1-1 0 0,0-1 1 0 0,0 1-1 0 0,-1-2 1 0 0,2 2-122 0 0,-1-1 1 0 0,1 0 0 0 0,0 1-1 0 0,0-1 1 0 0,0 0 0 0 0,0 0-1 0 0,0 1 1 0 0,0-1 0 0 0,0 0-1 0 0,0 1 1 0 0,0-1-1 0 0,0 0 1 0 0,0 1 0 0 0,0-1-1 0 0,1 0 1 0 0,-1 1 0 0 0,0-1-1 0 0,0 0 1 0 0,1 1 0 0 0,-1-1-1 0 0,1 0 1 0 0,-1 1-1 0 0,0-1 1 0 0,2 0 0 0 0,11-15 1356 0 0,-11 14-1261 0 0,12-13 1216 0 0,34-25-1 0 0,-2 7-6917 0 0,-35 26-348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34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1 168 10594 0 0,'1'-4'944'0'0,"1"0"-751"0"0,0 1-193 0 0,-2 2 0 0 0,2 0 632 0 0,0-2 88 0 0,4-4 16 0 0,0-3 8 0 0,5-4-248 0 0,2-2-48 0 0,2 0-16 0 0,-1 0 0 0 0,-1 0-303 0 0,0 4-65 0 0,2-2-64 0 0,0 2 88 0 0,-3 3-545 0 0,0-1-111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35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1 181 5529 0 0,'0'0'173'0'0,"0"0"0"0"0,0 1-1 0 0,0-1 1 0 0,0 1 0 0 0,0-1-1 0 0,0 0 1 0 0,0 1 0 0 0,0-1 0 0 0,1 1-1 0 0,-1-1 1 0 0,0 0 0 0 0,0 1 0 0 0,0-1-1 0 0,1 0 1 0 0,-1 1 0 0 0,0-1-1 0 0,1 0 1 0 0,-1 1 0 0 0,0-1 0 0 0,1 0-1 0 0,-1 0 1 0 0,0 1 0 0 0,1-1-1 0 0,-1 0 1 0 0,0 0 0 0 0,1 0 0 0 0,-1 0-1 0 0,0 1 1 0 0,1-1 0 0 0,-1 0-1 0 0,1 0 1 0 0,-1 0 0 0 0,1 0 0 0 0,-1 0-1 0 0,0 0 1 0 0,1 0 0 0 0,-1 0 0 0 0,1 0-1 0 0,-1 0 1 0 0,0 0 0 0 0,1 0-1 0 0,-1 0 1 0 0,1-1 0 0 0,16-4 1413 0 0,-16 5-1707 0 0,15-7 723 0 0,0-1 1 0 0,-1 0 0 0 0,0-1-1 0 0,0-1 1 0 0,14-12-1 0 0,-22 17-440 0 0,130-95-258 0 0,-116 86-6432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35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0 183 6449 0 0,'1'-1'482'0'0,"-1"-1"-1"0"0,1 1 1 0 0,-1 0-1 0 0,1 0 0 0 0,-1-1 1 0 0,1 1-1 0 0,0 0 1 0 0,0 0-1 0 0,0 0 0 0 0,-1 0 1 0 0,1 0-1 0 0,0 0 1 0 0,2-2-1 0 0,3-3 1120 0 0,1-3-654 0 0,0 0 0 0 0,0 1 0 0 0,12-10 0 0 0,-1 3-1148 0 0,38-24 0 0 0,44-12-4140 0 0,-81 42-788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36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10138 0 0,'0'0'778'0'0,"4"-3"3744"0"0,7-6-2579 0 0,15-11 406 0 0,42-25 1 0 0,-20 18-2092 0 0,57-21 1 0 0,-51 26-163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47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4609 0 0,'5'-8'408'0'0,"0"2"-328"0"0,-1 4-80 0 0,-2 2 0 0 0,0 0 168 0 0,1-2 24 0 0,2-1 0 0 0,5-1 0 0 0,0-1-352 0 0,0 1-72 0 0,-2 3-16 0 0,-1 1 0 0 0,-3 1-576 0 0,-2 3-112 0 0,0 1-25 0 0,-2 1-7 0 0,1-1 808 0 0,-2 1 160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6:56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32 10594 0 0,'-1'0'139'0'0,"0"-1"-1"0"0,0 1 1 0 0,0 0 0 0 0,0-1-1 0 0,0 1 1 0 0,0-1-1 0 0,1 1 1 0 0,-1-1 0 0 0,0 0-1 0 0,0 1 1 0 0,1-1-1 0 0,-1 0 1 0 0,1 1 0 0 0,-1-1-1 0 0,0 0 1 0 0,0-1 0 0 0,0-1 82 0 0,1 1 1 0 0,-1 0 0 0 0,1 0-1 0 0,0-1 1 0 0,-1 1 0 0 0,1 0 0 0 0,0-3-1 0 0,17 9 2848 0 0,10 1-2764 0 0,1 0 0 0 0,-1-2 0 0 0,42 0-1 0 0,80-10-1712 0 0,-72-1-4874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05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 5529 0 0,'-3'-3'584'0'0,"5"5"-696"0"0,-1-2-48 0 0,2 1 0 0 0,-1 0-8 0 0,4 1-520 0 0,-1 2-104 0 0,3 2-16 0 0,0 2-8 0 0,2 5 647 0 0,-1-3 169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14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26 2304 0 0,'-2'-5'201'0'0,"1"1"-201"0"0,2 1 0 0 0,2 3 0 0 0,-2 0 224 0 0,1-1 8 0 0,0-1 0 0 0,1-2 0 0 0,1 0-400 0 0,1 2-88 0 0,2 2-8 0 0,-2 4-8 0 0,1 4 272 0 0,-4 2-64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15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6 182 16131 0 0,'0'0'41'0'0,"0"0"0"0"0,0 0-1 0 0,0 0 1 0 0,-1 0-1 0 0,1 0 1 0 0,0 0-1 0 0,0 0 1 0 0,0 0-1 0 0,-1 0 1 0 0,1 0 0 0 0,0 0-1 0 0,0 0 1 0 0,0 0-1 0 0,-1 0 1 0 0,1 0-1 0 0,0 1 1 0 0,0-1 0 0 0,0 0-1 0 0,0 0 1 0 0,-1 0-1 0 0,1 0 1 0 0,0 0-1 0 0,0 0 1 0 0,0 1-1 0 0,0-1 1 0 0,0 0 0 0 0,0 0-1 0 0,0 0 1 0 0,-1 1-1 0 0,1-1 1 0 0,0 0-1 0 0,0 0 1 0 0,0 0 0 0 0,0 0-1 0 0,0 1 1 0 0,0-1-1 0 0,0 0 1 0 0,0 0-1 0 0,0 0 1 0 0,0 1-1 0 0,-1 15 87 0 0,5 16-1080 0 0,-2-24 1048 0 0,1 0 0 0 0,-1 0 0 0 0,2 0 0 0 0,-1 0 0 0 0,1-1 0 0 0,0 1 0 0 0,0-1 0 0 0,1 0 0 0 0,0 0 0 0 0,0 0-1 0 0,1-1 1 0 0,0 0 0 0 0,0 0 0 0 0,0 0 0 0 0,1-1 0 0 0,0 0 0 0 0,0 0 0 0 0,0-1 0 0 0,0 0 0 0 0,9 4 0 0 0,5 0 313 0 0,0 0-1 0 0,0-2 1 0 0,0 0-1 0 0,1-1 0 0 0,0-1 1 0 0,34 1-1 0 0,-35-4-271 0 0,-1-2 1 0 0,1 0-1 0 0,-1-2 0 0 0,0 0 0 0 0,0-1 1 0 0,0-1-1 0 0,0-1 0 0 0,26-11 0 0 0,11-10-1 0 0,76-47 0 0 0,-104 56-407 0 0,-1-1-1 0 0,-1-2 0 0 0,0-1 0 0 0,-2-1 1 0 0,0-1-1 0 0,-2-2 0 0 0,35-48 1 0 0,-27 27-7334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16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21 372 18436 0 0,'-2'0'139'0'0,"-14"-6"1236"0"0,14 2-847 0 0,10 1-526 0 0,61-11 1017 0 0,97-33-1 0 0,-138 38-850 0 0,380-110 735 0 0,-155 46-822 0 0,-32 8-145 0 0,-112 34-256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02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 4145 0 0,'-1'-1'190'0'0,"0"1"-1"0"0,0 0 1 0 0,-1 0-1 0 0,1 0 1 0 0,0-1 0 0 0,-1 1-1 0 0,1 1 1 0 0,0-1-1 0 0,-1 0 1 0 0,1 0 0 0 0,0 0-1 0 0,-1 1 1 0 0,1-1 0 0 0,0 0-1 0 0,0 1 1 0 0,-1 0-1 0 0,1-1 1 0 0,0 1 0 0 0,0 0-1 0 0,0-1 1 0 0,0 1-1 0 0,0 0 1 0 0,0 0 0 0 0,0 0-1 0 0,0 0 1 0 0,0 0 0 0 0,0 0-1 0 0,1 0 1 0 0,-1 0-1 0 0,0 0 1 0 0,1 0 0 0 0,-2 3-1 0 0,2-3-101 0 0,-1-1 0 0 0,0 1 0 0 0,1 0-1 0 0,-1 0 1 0 0,1 0 0 0 0,0 0 0 0 0,-1 0 0 0 0,1 0-1 0 0,0 0 1 0 0,0 0 0 0 0,-1 0 0 0 0,1 0-1 0 0,0 0 1 0 0,0 0 0 0 0,0 0 0 0 0,0 0 0 0 0,0 0-1 0 0,0 0 1 0 0,1 1 0 0 0,-1-2 39 0 0,1 1 1 0 0,-1 0-1 0 0,0-1 1 0 0,1 1-1 0 0,-1-1 1 0 0,1 1-1 0 0,0 0 0 0 0,-1-1 1 0 0,1 1-1 0 0,-1-1 1 0 0,1 0-1 0 0,0 1 0 0 0,-1-1 1 0 0,1 1-1 0 0,0-1 1 0 0,0 0-1 0 0,-1 0 1 0 0,3 1-1 0 0,3 0 576 0 0,0 0 0 0 0,0-1 0 0 0,0 1 0 0 0,12-2 0 0 0,-12 1-654 0 0,289 6 3141 0 0,-292-6-3224 0 0,25 2-361 0 0,0 0 0 0 0,0-2 1 0 0,0-2-1 0 0,38-5 0 0 0,-53 3-6567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03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59 11979 0 0,'-1'0'61'0'0,"0"-1"0"0"0,0 1 1 0 0,0-1-1 0 0,1 0 1 0 0,-1 1-1 0 0,0-1 0 0 0,1 0 1 0 0,-1 0-1 0 0,1 0 0 0 0,-1 1 1 0 0,0-1-1 0 0,1 0 1 0 0,0 0-1 0 0,-1 0 0 0 0,1 0 1 0 0,0 0-1 0 0,-1 0 1 0 0,1 0-1 0 0,0 0 0 0 0,0 0 1 0 0,0 0-1 0 0,0 0 1 0 0,0 0-1 0 0,0 0 0 0 0,0 0 1 0 0,0 0-1 0 0,0 0 1 0 0,0 0-1 0 0,1 0 0 0 0,-1 0 1 0 0,0 0-1 0 0,1 0 1 0 0,-1 1-1 0 0,1-1 0 0 0,-1 0 1 0 0,1 0-1 0 0,-1 0 1 0 0,2-1-1 0 0,5-12 653 0 0,-7 13-576 0 0,0 1-1 0 0,0-1 0 0 0,1 1 1 0 0,-1 0-1 0 0,0-1 0 0 0,0 1 1 0 0,0-1-1 0 0,0 1 0 0 0,1-1 1 0 0,-1 1-1 0 0,0 0 0 0 0,1-1 1 0 0,-1 1-1 0 0,0-1 0 0 0,1 1 1 0 0,-1 0-1 0 0,0-1 0 0 0,1 1 1 0 0,-1 0-1 0 0,1 0 0 0 0,-1-1 1 0 0,0 1-1 0 0,1 0 0 0 0,-1 0 1 0 0,2-1-1 0 0,7 8 3137 0 0,-2 0-3561 0 0,1-1-156 0 0,1 0 1 0 0,14 8 0 0 0,-4-5-6833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05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16131 0 0,'0'-2'165'0'0,"1"0"0"0"0,-1 1-1 0 0,1-1 1 0 0,0 0 0 0 0,-1 1-1 0 0,1-1 1 0 0,0 1 0 0 0,0-1-1 0 0,0 1 1 0 0,0 0 0 0 0,0-1-1 0 0,0 1 1 0 0,1 0 0 0 0,-1 0-1 0 0,3-2 1 0 0,24-15-202 0 0,-22 15 67 0 0,1 1 0 0 0,-1 0-1 0 0,1 1 1 0 0,0-1-1 0 0,0 1 1 0 0,0 0 0 0 0,14 1-1 0 0,50 7 186 0 0,-50-5-159 0 0,209 31 494 0 0,-131-18-6009 0 0,-64-8-699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06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15667 0 0,'0'0'69'0'0,"0"-1"-1"0"0,0 1 1 0 0,0 0-1 0 0,0-1 1 0 0,0 1 0 0 0,0 0-1 0 0,0-1 1 0 0,0 1-1 0 0,0 0 1 0 0,0-1-1 0 0,0 1 1 0 0,0-1-1 0 0,0 1 1 0 0,0 0-1 0 0,0-1 1 0 0,0 1-1 0 0,0 0 1 0 0,0-1-1 0 0,0 1 1 0 0,0 0-1 0 0,1-1 1 0 0,-1 1-1 0 0,0 0 1 0 0,0-1 0 0 0,0 1-1 0 0,1-1 1 0 0,10-2 63 0 0,-4 1-9 0 0,27-5-153 0 0,1 2-1 0 0,1 1 1 0 0,43 1-1 0 0,3-1 793 0 0,187-17 226 0 0,-238 20-5637 0 0,-3 2-1677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21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202 403 5529 0 0,'-2'-5'94'0'0,"-2"-1"-226"0"0,0-1 0 0 0,1-1 0 0 0,0 1 0 0 0,0 0 0 0 0,1-1 0 0 0,0 1 0 0 0,0-1-1 0 0,1 0 1 0 0,-1-14 0 0 0,6-65 39 0 0,-2 56 167 0 0,0 0 0 0 0,-2-1 0 0 0,-5-33 0 0 0,5 62 11 0 0,0 0 0 0 0,-1 0 0 0 0,0 0 0 0 0,0 0 1 0 0,0 0-1 0 0,0 0 0 0 0,0 1 0 0 0,0-1 0 0 0,-1 0 0 0 0,0 1 0 0 0,1-1 0 0 0,-1 1 0 0 0,0-1 1 0 0,0 1-1 0 0,0 0 0 0 0,0 0 0 0 0,-1 0 0 0 0,1 0 0 0 0,0 0 0 0 0,-5-1 0 0 0,3 1 181 0 0,0 0-1 0 0,0 1 1 0 0,0 0-1 0 0,-1 0 0 0 0,1 0 1 0 0,-1 0-1 0 0,1 1 0 0 0,-1-1 1 0 0,1 1-1 0 0,-1 0 0 0 0,1 1 1 0 0,0-1-1 0 0,-6 2 0 0 0,3-1 208 0 0,0 1 0 0 0,-1 1-1 0 0,1-1 1 0 0,0 1 0 0 0,-10 6-1 0 0,15-8-341 0 0,0 0-1 0 0,1 0 0 0 0,-1 0 1 0 0,0 0-1 0 0,1 1 0 0 0,-1-1 1 0 0,1 1-1 0 0,0-1 0 0 0,-1 1 1 0 0,1 0-1 0 0,-1 2 0 0 0,1-3-100 0 0,1 0 0 0 0,-1 0-1 0 0,1 0 1 0 0,0 1 0 0 0,0-1 0 0 0,0 0-1 0 0,0 0 1 0 0,0 0 0 0 0,0 0 0 0 0,0 0-1 0 0,0 0 1 0 0,0 1 0 0 0,0-1 0 0 0,0 0-1 0 0,1 0 1 0 0,-1 0 0 0 0,1 0 0 0 0,-1 0-1 0 0,1 0 1 0 0,-1 0 0 0 0,1 0-1 0 0,0 1 1 0 0,0 0-15 0 0,1-1-1 0 0,-1 1 0 0 0,1-1 1 0 0,-1 0-1 0 0,1 1 0 0 0,-1-1 0 0 0,1 0 1 0 0,0 0-1 0 0,-1 0 0 0 0,1 0 1 0 0,0 0-1 0 0,0-1 0 0 0,0 1 1 0 0,2 0-1 0 0,30 5 378 0 0,-20-4-252 0 0,31 7 453 0 0,-1 3 1 0 0,-1 2-1 0 0,43 20 1 0 0,-32-13-250 0 0,-18-7-167 0 0,2-1 1 0 0,-1-2-1 0 0,2-1 0 0 0,-1-2 1 0 0,80 5-1 0 0,38-14 82 0 0,35 2 144 0 0,-146 2-172 0 0,-1 1 1 0 0,57 14-1 0 0,13 10-52 0 0,-9-1 126 0 0,114 14 0 0 0,-14-32-283 0 0,-1-17 13 0 0,-104 2-28 0 0,-68 6 46 0 0,0 1 1 0 0,51 8 0 0 0,62 20 223 0 0,-50-8-201 0 0,1-4-33 0 0,173 8-1 0 0,-195-24-83 0 0,1-3-1 0 0,140-24 0 0 0,-102 6 0 0 0,129-4-1 0 0,89 25 600 0 0,-98 3-444 0 0,0-19-108 0 0,-75-5-65 0 0,169-22 56 0 0,-281 36 31 0 0,86 2 1 0 0,45 15 216 0 0,-82-5-175 0 0,33 3-35 0 0,279 6 76 0 0,31-28-110 0 0,44 14 181 0 0,-276 4-169 0 0,91 2-13 0 0,127-18 1 0 0,-415 10 0 0 0,114-5 0 0 0,152-13 0 0 0,287-15 0 0 0,4 64 0 0 0,-435-17 0 0 0,167 11 0 0 0,66-19 0 0 0,-3-22 0 0 0,-206 2 4 0 0,125-10-13 0 0,-189 21 41 0 0,101 9 1 0 0,-99 2 17 0 0,276 34 341 0 0,-136-5-339 0 0,-55-9-29 0 0,-143-21-990 0 0,42 13-1 0 0,-65-16 299 0 0,0 2 0 0 0,-1-1 0 0 0,0 1 0 0 0,0 1-1 0 0,0 0 1 0 0,-1 1 0 0 0,13 9 0 0 0,-9-1-6566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35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61 5985 0 0,'-2'-1'267'0'0,"-1"0"0"0"0,0-1-1 0 0,1 1 1 0 0,-1 0-1 0 0,0 1 1 0 0,0-1 0 0 0,1 0-1 0 0,-7 1 1 0 0,-17-6 295 0 0,23 4-499 0 0,1 1-1 0 0,-1 0 1 0 0,1 0-1 0 0,-1 1 0 0 0,1-1 1 0 0,-1 0-1 0 0,0 1 1 0 0,1 0-1 0 0,-1 0 1 0 0,0 0-1 0 0,1 0 1 0 0,-1 0-1 0 0,0 0 1 0 0,1 0-1 0 0,-5 2 0 0 0,3 0 163 0 0,1-1 0 0 0,0 1 0 0 0,1 0-1 0 0,-1 0 1 0 0,0 0 0 0 0,0 0 0 0 0,1 0-1 0 0,-1 1 1 0 0,1-1 0 0 0,0 1 0 0 0,0 0-1 0 0,-2 3 1 0 0,-2 5 41 0 0,0 0 1 0 0,0 0-1 0 0,1 1 0 0 0,1-1 1 0 0,0 1-1 0 0,1 0 0 0 0,0 1 1 0 0,1-1-1 0 0,0 1 0 0 0,1-1 1 0 0,0 1-1 0 0,3 23 0 0 0,-2-33-250 0 0,0 1 0 0 0,1 0-1 0 0,0 0 1 0 0,0-1 0 0 0,0 1-1 0 0,0 0 1 0 0,1-1 0 0 0,-1 1-1 0 0,1-1 1 0 0,0 0 0 0 0,0 1-1 0 0,0-1 1 0 0,0 0 0 0 0,1 0 0 0 0,-1-1-1 0 0,1 1 1 0 0,0 0 0 0 0,0-1-1 0 0,0 1 1 0 0,0-1 0 0 0,0 0-1 0 0,5 2 1 0 0,-3-2 1 0 0,1 0 1 0 0,-1 0-1 0 0,0-1 1 0 0,1 1-1 0 0,-1-1 0 0 0,1-1 1 0 0,0 1-1 0 0,-1-1 0 0 0,1 0 1 0 0,-1 0-1 0 0,1-1 0 0 0,0 1 1 0 0,-1-1-1 0 0,10-3 1 0 0,-7 1-73 0 0,1 0 0 0 0,0 0 0 0 0,-1-1 0 0 0,0-1 0 0 0,0 1 0 0 0,0-1 0 0 0,0 0 0 0 0,-1-1 0 0 0,0 0-1 0 0,0 0 1 0 0,0-1 0 0 0,-1 1 0 0 0,0-1 0 0 0,6-9 0 0 0,-8 9 6 0 0,0 0-1 0 0,0 0 1 0 0,-1 0-1 0 0,0-1 0 0 0,0 0 1 0 0,-1 1-1 0 0,0-1 1 0 0,0 0-1 0 0,-1 0 0 0 0,0 0 1 0 0,0-1-1 0 0,-1 1 1 0 0,0 0-1 0 0,0 0 0 0 0,-1 0 1 0 0,-2-10-1 0 0,1 7 229 0 0,-1 0 0 0 0,0 0-1 0 0,-1 0 1 0 0,0 1 0 0 0,-1-1-1 0 0,0 1 1 0 0,-8-11 0 0 0,13 20-205 0 0,0 1 0 0 0,0-1 0 0 0,-1 1 0 0 0,1-1 0 0 0,0 1 0 0 0,-1 0 0 0 0,1-1 0 0 0,0 1-1 0 0,-1 0 1 0 0,1-1 0 0 0,0 1 0 0 0,-1 0 0 0 0,1 0 0 0 0,-1-1 0 0 0,1 1 0 0 0,0 0 0 0 0,-1 0 0 0 0,1 0 0 0 0,-1 0 0 0 0,1-1 0 0 0,-1 1 0 0 0,1 0 0 0 0,-1 0 0 0 0,1 0 0 0 0,-1 0 0 0 0,1 0 0 0 0,-1 0 0 0 0,1 0 0 0 0,-1 0 0 0 0,1 0-1 0 0,-1 1 1 0 0,0-1-78 0 0,-1 1-1 0 0,1 0 0 0 0,0 0 1 0 0,0 0-1 0 0,1 0 0 0 0,-1 0 0 0 0,0 0 1 0 0,0 0-1 0 0,0 0 0 0 0,1 0 0 0 0,-2 2 1 0 0,-2 5-604 0 0,1 0 1 0 0,-5 14 0 0 0,8-21 649 0 0,-5 18-1419 0 0,-1 2-2608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36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88 187 10138 0 0,'-69'-39'2398'0'0,"57"29"268"0"0,5 5 642 0 0,13 14-1662 0 0,1 2-1652 0 0,-1 1-1 0 0,1 1 1 0 0,-2-1-1 0 0,0 1 1 0 0,6 23-1 0 0,-6-18-10 0 0,1 0 1 0 0,9 18-1 0 0,-12-30 14 0 0,0-1-1 0 0,0 1 1 0 0,0-1 0 0 0,1 0 0 0 0,0 0-1 0 0,0-1 1 0 0,0 1 0 0 0,1-1-1 0 0,0 0 1 0 0,7 5 0 0 0,-8-7 3 0 0,0 0 0 0 0,1 0 0 0 0,-1 0 0 0 0,1-1 0 0 0,-1 1 0 0 0,1-1 0 0 0,0-1 0 0 0,-1 1 0 0 0,1 0 0 0 0,0-1 0 0 0,0 0 1 0 0,-1 0-1 0 0,1-1 0 0 0,0 1 0 0 0,0-1 0 0 0,-1 0 0 0 0,1 0 0 0 0,0-1 0 0 0,6-2 0 0 0,4-3 21 0 0,1 0 0 0 0,-1-1 0 0 0,0 0 0 0 0,15-13 1 0 0,-8 4-68 0 0,-2-1 1 0 0,0 0-1 0 0,-2-1 1 0 0,0-1-1 0 0,-1-1 1 0 0,-1-1-1 0 0,0 0 1 0 0,13-27-1 0 0,-26 43 26 0 0,0 0 0 0 0,-1-1-1 0 0,1 1 1 0 0,-1-1 0 0 0,0 1 0 0 0,-1-1-1 0 0,2-9 1 0 0,-3 14 23 0 0,0 0 1 0 0,0 0-1 0 0,0 1 0 0 0,0-1 0 0 0,0 0 1 0 0,0 0-1 0 0,-1 0 0 0 0,1 0 0 0 0,-1 0 0 0 0,1 1 1 0 0,-1-1-1 0 0,0 0 0 0 0,0 0 0 0 0,1 1 1 0 0,-1-1-1 0 0,0 1 0 0 0,-1-1 0 0 0,1 1 1 0 0,0-1-1 0 0,0 1 0 0 0,-1-1 0 0 0,1 1 0 0 0,0 0 1 0 0,-1 0-1 0 0,0 0 0 0 0,1 0 0 0 0,-1 0 1 0 0,0 0-1 0 0,1 0 0 0 0,-1 1 0 0 0,-2-2 1 0 0,-5 0 25 0 0,0 1 1 0 0,1-1 0 0 0,-1 1 0 0 0,0 1 0 0 0,0 0 0 0 0,0 0 0 0 0,0 1 0 0 0,1 0 0 0 0,-16 3 0 0 0,2 2 50 0 0,1 1 0 0 0,-36 15 1 0 0,36-12-480 0 0,1 1-1 0 0,0 1 1 0 0,-35 27 0 0 0,15-4-6275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38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 17972 0 0,'-4'-1'1600'0'0,"2"1"-1280"0"0,4 0-256 0 0,1 0-64 0 0,-1 0 120 0 0,2 1 8 0 0,0 0 8 0 0,4 3 0 0 0,4 2-928 0 0,6 3-184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43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84 4609 0 0,'-1'0'31'0'0,"1"-1"0"0"0,-1 1-1 0 0,1 0 1 0 0,-1-1 0 0 0,0 1 0 0 0,1-1 0 0 0,0 0-1 0 0,-1 1 1 0 0,1-1 0 0 0,-1 1 0 0 0,1-1-1 0 0,0 0 1 0 0,-1 1 0 0 0,1-1 0 0 0,0 0 0 0 0,-1 1-1 0 0,1-1 1 0 0,0 0 0 0 0,0 1 0 0 0,0-1 0 0 0,0 0-1 0 0,0 1 1 0 0,0-1 0 0 0,0 0 0 0 0,0 0-1 0 0,0 1 1 0 0,0-1 0 0 0,0 0 0 0 0,0 1 0 0 0,1-1-1 0 0,-1 0 1 0 0,0 1 0 0 0,0-1 0 0 0,1 0 0 0 0,0 0-1 0 0,1-2 197 0 0,0 1-1 0 0,1 0 1 0 0,0 0-1 0 0,-1 0 1 0 0,1 1-1 0 0,5-4 1 0 0,1 1 153 0 0,0-1-115 0 0,-1 1-1 0 0,1 0 1 0 0,0 1-1 0 0,0 0 1 0 0,0 0-1 0 0,0 1 1 0 0,0 0-1 0 0,1 0 1 0 0,-1 1-1 0 0,0 1 1 0 0,1 0 0 0 0,-1 0-1 0 0,1 0 1 0 0,-1 1-1 0 0,1 1 1 0 0,-1 0-1 0 0,0 0 1 0 0,9 4-1 0 0,-13-4-261 0 0,-1-1-1 0 0,1 1 1 0 0,-1-1-1 0 0,1 0 1 0 0,-1 0-1 0 0,1 0 0 0 0,0-1 1 0 0,0 0-1 0 0,-1 0 1 0 0,1 0-1 0 0,0 0 1 0 0,-1-1-1 0 0,1 0 0 0 0,0 0 1 0 0,-1 0-1 0 0,1 0 1 0 0,-1-1-1 0 0,1 1 1 0 0,-1-1-1 0 0,0-1 1 0 0,0 1-1 0 0,6-4 0 0 0,-9 5-58 0 0,16-10 1076 0 0,-17 11-1011 0 0,0 0 1 0 0,0 1-1 0 0,0-1 1 0 0,0 0 0 0 0,0 0-1 0 0,0 0 1 0 0,0 0-1 0 0,0 0 1 0 0,0 0 0 0 0,0 0-1 0 0,0 0 1 0 0,0 0-1 0 0,0 0 1 0 0,0 0-1 0 0,0 0 1 0 0,0 0 0 0 0,0 0-1 0 0,0 0 1 0 0,0 0-1 0 0,0 0 1 0 0,0 0 0 0 0,0 0-1 0 0,0 1 1 0 0,0-1-1 0 0,0 0 1 0 0,0 0 0 0 0,0 0-1 0 0,0 0 1 0 0,0 0-1 0 0,0 0 1 0 0,0 0 0 0 0,0 0-1 0 0,0 0 1 0 0,0 0-1 0 0,0 0 1 0 0,0 0 0 0 0,0 0-1 0 0,0 0 1 0 0,0 0-1 0 0,0 0 1 0 0,0 0 0 0 0,0 0-1 0 0,0 0 1 0 0,0 0-1 0 0,0 0 1 0 0,0 0-1 0 0,1 0 1 0 0,-1 0 0 0 0,0 0-1 0 0,0 0 1 0 0,0 0-1 0 0,0 0 1 0 0,0 0 0 0 0,0 0-1 0 0,0 0 1 0 0,0 0-1 0 0,0 0 1 0 0,0 0 0 0 0,0 0-1 0 0,0 0 1 0 0,0 0-1 0 0,0 0 1 0 0,-7 11-523 0 0,-6 3-4353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46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38 173 14283 0 0,'-10'-5'957'0'0,"-8"-3"-548"0"0,18 8-378 0 0,0 0-1 0 0,0 0 1 0 0,0 0 0 0 0,-1 0-1 0 0,1-1 1 0 0,0 1 0 0 0,0 0-1 0 0,0 0 1 0 0,0 0 0 0 0,-1 0-1 0 0,1 0 1 0 0,0 0 0 0 0,0 0-1 0 0,0 0 1 0 0,-1 0 0 0 0,1 0-1 0 0,0 0 1 0 0,0 0 0 0 0,0 0-1 0 0,-1 0 1 0 0,1 0 0 0 0,0 0-1 0 0,0 0 1 0 0,0 0 0 0 0,0 0-1 0 0,-1 0 1 0 0,1 0 0 0 0,0 0-1 0 0,0 0 1 0 0,0 1 0 0 0,0-1-1 0 0,-1 0 1 0 0,1 0 0 0 0,0 0-1 0 0,0 0 1 0 0,0 0 0 0 0,0 0-1 0 0,0 1 1 0 0,-1-1 0 0 0,1 0-1 0 0,0 0 1 0 0,0 0 0 0 0,0 0-1 0 0,0 1 1 0 0,0-1 0 0 0,0 0-1 0 0,0 0 1 0 0,0 0 0 0 0,0 0-1 0 0,0 1 1 0 0,0-1 0 0 0,0 0-1 0 0,0 0 1 0 0,0 0 0 0 0,0 1-1 0 0,0-1 1 0 0,0 0 0 0 0,0 7 233 0 0,1 0 0 0 0,-1-1 0 0 0,-2 12 0 0 0,2-15-149 0 0,-1 1-1 0 0,1 0 1 0 0,-1-1-1 0 0,1 1 1 0 0,0 0-1 0 0,0 0 1 0 0,1-1-1 0 0,-1 1 1 0 0,1 0-1 0 0,0-1 1 0 0,0 1-1 0 0,0 0 1 0 0,0-1-1 0 0,1 1 1 0 0,2 4-1 0 0,-2-7-40 0 0,-1 1-1 0 0,0-2 1 0 0,0 1-1 0 0,1 0 1 0 0,-1 0-1 0 0,0 0 1 0 0,1 0-1 0 0,-1-1 1 0 0,1 1-1 0 0,-1-1 1 0 0,1 1-1 0 0,-1-1 1 0 0,1 0 0 0 0,-1 1-1 0 0,1-1 1 0 0,-1 0-1 0 0,1 0 1 0 0,-1 0-1 0 0,1 0 1 0 0,-1 0-1 0 0,1-1 1 0 0,2 0-1 0 0,4 0 155 0 0,0-2 0 0 0,14-5-1 0 0,-20 7-216 0 0,25-11 176 0 0,0-2 0 0 0,0-1-1 0 0,-2-1 1 0 0,28-22 0 0 0,87-84-1336 0 0,-125 108 673 0 0,20-16-7419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49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5985 0 0,'42'-10'1332'0'0,"72"-7"-1"0"0,-80 13-952 0 0,-15 3-252 0 0,-14 1-32 0 0,-1 0 0 0 0,1 0 0 0 0,-1-1 0 0 0,0 0 0 0 0,1 1 0 0 0,7-4 0 0 0,-12 4-56 0 0,0 0-1 0 0,0-1 0 0 0,0 1 1 0 0,0 0-1 0 0,1 0 0 0 0,-1 0 1 0 0,0 0-1 0 0,0-1 0 0 0,0 1 1 0 0,0 0-1 0 0,0 0 0 0 0,0 0 1 0 0,0 0-1 0 0,0-1 0 0 0,0 1 1 0 0,0 0-1 0 0,0 0 0 0 0,0 0 1 0 0,0-1-1 0 0,0 1 0 0 0,0 0 1 0 0,0 0-1 0 0,-1 0 0 0 0,1 0 1 0 0,0-1-1 0 0,0 1 0 0 0,0 0 1 0 0,0 0-1 0 0,0 0 1 0 0,0 0-1 0 0,0 0 0 0 0,-1-1 1 0 0,1 1-1 0 0,0 0 0 0 0,0 0 1 0 0,0 0-1 0 0,0 0 0 0 0,0 0 1 0 0,-1 0-1 0 0,1 0 0 0 0,0 0 1 0 0,-12-7 3778 0 0,7 6-3682 0 0,0 1 0 0 0,1-1 1 0 0,-1 1-1 0 0,0 0 0 0 0,1 0 0 0 0,-1 0 0 0 0,0 1 0 0 0,1-1 0 0 0,-1 1 0 0 0,1 0 0 0 0,-1 1 1 0 0,-8 3-1 0 0,12-5-237 0 0,0 0 0 0 0,0 1 0 0 0,0-1 1 0 0,0 1-1 0 0,0 0 0 0 0,1-1 0 0 0,-1 1 1 0 0,0 0-1 0 0,0-1 0 0 0,0 1 0 0 0,1 0 1 0 0,-1 0-1 0 0,0 0 0 0 0,1 0 0 0 0,-1 0 1 0 0,0 1-1 0 0,-1 4-5402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50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10138 0 0,'23'-10'4760'0'0,"-9"5"-3823"0"0,67-33 2086 0 0,-55 25-2478 0 0,0 0-1 0 0,40-12 0 0 0,-29 16-1759 0 0,9-2-5634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58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79 186 17052 0 0,'-2'1'91'0'0,"1"-1"0"0"0,-1 1 0 0 0,1 0-1 0 0,0 0 1 0 0,-1 0 0 0 0,1 0 0 0 0,0 0 0 0 0,0 0 0 0 0,0 0 0 0 0,0 0 0 0 0,0 0 0 0 0,0 1 0 0 0,0-1 0 0 0,0 0 0 0 0,0 1 0 0 0,0-1 0 0 0,1 1 0 0 0,-1-1 0 0 0,1 1 0 0 0,-1-1 0 0 0,0 3 0 0 0,-5 13 84 0 0,-6 7-116 0 0,2 1 0 0 0,-8 27 0 0 0,16-43-36 0 0,-1 0-1 0 0,2 0 0 0 0,-1 1 0 0 0,1-1 1 0 0,0 0-1 0 0,1 1 0 0 0,1-1 1 0 0,-1 0-1 0 0,4 15 0 0 0,-4-20 10 0 0,1-1 0 0 0,0 0-1 0 0,1 1 1 0 0,-1-1 0 0 0,0 0 0 0 0,1 0-1 0 0,0 0 1 0 0,0 0 0 0 0,0 0-1 0 0,0 0 1 0 0,0-1 0 0 0,0 1 0 0 0,1-1-1 0 0,-1 0 1 0 0,1 1 0 0 0,4 1-1 0 0,-3-1 57 0 0,0-1-1 0 0,0-1 0 0 0,0 1 0 0 0,0-1 0 0 0,0 0 0 0 0,1 0 0 0 0,-1 0 0 0 0,1 0 0 0 0,-1-1 0 0 0,1 1 0 0 0,5-2 0 0 0,1 0 77 0 0,0 0 0 0 0,-1-1-1 0 0,1 0 1 0 0,-1-1 0 0 0,1-1-1 0 0,-1 1 1 0 0,0-2 0 0 0,0 1-1 0 0,14-10 1 0 0,22-20 303 0 0,-3-2 1 0 0,75-77-1 0 0,-52 46-289 0 0,-20 23-1215 0 0,50-63-1 0 0,-51 45-6993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7:58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18436 0 0,'4'3'816'0'0,"1"-2"168"0"0,5 2-792 0 0,3-2-192 0 0,2-1 0 0 0,1-1 0 0 0,8 1 0 0 0,15-4 0 0 0,19-4 64 0 0,20-7-5521 0 0,17-5-1104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8:06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875 1 15203 0 0,'-76'11'717'0'0,"24"-3"-2066"0"0,-135 8-3347 0 0,180-15 4683 0 0,1 0 0 0 0,0 1 0 0 0,0 0 0 0 0,0 0 0 0 0,0 1 0 0 0,0-1-1 0 0,0 1 1 0 0,0 0 0 0 0,1 1 0 0 0,0 0 0 0 0,-1-1 0 0 0,1 2-1 0 0,1-1 1 0 0,-1 0 0 0 0,1 1 0 0 0,-6 8 0 0 0,-4 6 256 0 0,2 2 0 0 0,0-1 1 0 0,-10 26-1 0 0,19-40-207 0 0,-164 361 5081 0 0,146-323-4655 0 0,2 0 0 0 0,3 1 0 0 0,-22 91 0 0 0,29-85-307 0 0,2 1 0 0 0,2-1 0 0 0,3 1 0 0 0,2 0 0 0 0,11 93 0 0 0,42 131 869 0 0,-28-158-440 0 0,-15-66-335 0 0,-3 0 0 0 0,-2 0 0 0 0,-3 101 0 0 0,-5-114-163 0 0,-1 0 0 0 0,-2-1 1 0 0,-2 1-1 0 0,-2-1 1 0 0,-27 68-1 0 0,11-43-33 0 0,2 0 0 0 0,-22 98 0 0 0,41-136-53 0 0,4-16 0 0 0,0 0 0 0 0,-1 1 0 0 0,-1-1 0 0 0,1 0 0 0 0,-1 0 0 0 0,-1 0 0 0 0,-6 12 0 0 0,9-20 0 0 0,0 0-1 0 0,1 0 1 0 0,-1 0 0 0 0,0-1 0 0 0,1 1 0 0 0,-1 0 0 0 0,0-1-1 0 0,0 1 1 0 0,0 0 0 0 0,0-1 0 0 0,0 1 0 0 0,0-1 0 0 0,0 1-1 0 0,1-1 1 0 0,-1 0 0 0 0,0 1 0 0 0,-1-1 0 0 0,1 0 0 0 0,0 0 0 0 0,0 0-1 0 0,0 1 1 0 0,-2-2 0 0 0,3 1 0 0 0,-1 0 1 0 0,1 0-1 0 0,0 0 1 0 0,-1 0-1 0 0,1 0 0 0 0,-1 0 1 0 0,1-1-1 0 0,0 1 1 0 0,-1 0-1 0 0,1 0 0 0 0,0-1 1 0 0,-1 1-1 0 0,1 0 1 0 0,0 0-1 0 0,-1-1 0 0 0,1 1 1 0 0,0 0-1 0 0,0-1 0 0 0,-1 1 1 0 0,1 0-1 0 0,0-1 1 0 0,0 0-1 0 0,-1 0 3 0 0,1 1 0 0 0,0-1 1 0 0,0 0-1 0 0,0 0 0 0 0,0 0 0 0 0,0 0 0 0 0,0 0 1 0 0,0 0-1 0 0,0 0 0 0 0,0 0 0 0 0,1 0 0 0 0,-1 0 1 0 0,0 0-1 0 0,1 0 0 0 0,3-7 29 0 0,0 0-1 0 0,0 0 1 0 0,0 1-1 0 0,1 0 1 0 0,1 0-1 0 0,-1 0 1 0 0,1 1-1 0 0,0-1 1 0 0,12-8 0 0 0,6-3 147 0 0,35-21 1 0 0,-57 38-174 0 0,17-11 117 0 0,0 1 0 0 0,1 0 0 0 0,33-11 1 0 0,-47 20-83 0 0,0 0 0 0 0,1 1-1 0 0,0 0 1 0 0,-1 0 0 0 0,1 1 0 0 0,0-1 0 0 0,6 2 0 0 0,-8-1-12 0 0,-1 1 0 0 0,0 0-1 0 0,0 0 1 0 0,0 0 0 0 0,0 0 0 0 0,-1 1-1 0 0,1-1 1 0 0,0 1 0 0 0,0 0 0 0 0,-1 0 0 0 0,1 1-1 0 0,4 3 1 0 0,0 2 26 0 0,-1 0 0 0 0,1 1 0 0 0,-1 0 0 0 0,-1 0 0 0 0,0 1-1 0 0,0-1 1 0 0,-1 1 0 0 0,0 1 0 0 0,-1-1 0 0 0,0 1 0 0 0,3 11 0 0 0,0 9 53 0 0,-1-1 1 0 0,4 59-1 0 0,-10 172 104 0 0,-19 3 35 0 0,8-130-202 0 0,-18 362-13 0 0,28-362-16 0 0,27 227 0 0 0,9-179 358 0 0,-25-145-1093 0 0,2-1 0 0 0,28 60 0 0 0,24 10-7716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8:16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106 463 8290 0 0,'-10'-14'923'0'0,"1"0"0"0"0,0-1 0 0 0,-6-15 0 0 0,1 1-577 0 0,2 6 168 0 0,-14-36 0 0 0,24 53-675 0 0,0-1 0 0 0,0 0 0 0 0,1 0 1 0 0,-1 1-1 0 0,1-1 0 0 0,1 0 1 0 0,-1 0-1 0 0,1 0 0 0 0,1-1 1 0 0,1-10-1 0 0,-1 14-210 0 0,1 0 1 0 0,-1 0-1 0 0,1 0 1 0 0,0 0-1 0 0,0 0 1 0 0,1 1-1 0 0,-1-1 1 0 0,1 1-1 0 0,0-1 1 0 0,0 1-1 0 0,0 0 1 0 0,0 0-1 0 0,0 0 1 0 0,1 1-1 0 0,-1-1 1 0 0,1 1-1 0 0,0 0 1 0 0,7-4-1 0 0,7-1 495 0 0,0 0 0 0 0,36-7 0 0 0,-45 12 535 0 0,68-13 3033 0 0,21-5 277 0 0,-93 19-3928 0 0,23-8 554 0 0,1 2 1 0 0,38-5-1 0 0,-57 12-478 0 0,0-1-1 0 0,0 1 1 0 0,0 1-1 0 0,1 0 0 0 0,-1 0 1 0 0,0 1-1 0 0,0 0 0 0 0,0 1 1 0 0,-1 0-1 0 0,15 6 0 0 0,-4 2-85 0 0,-1 0-1 0 0,0 1 0 0 0,0 0 1 0 0,-1 2-1 0 0,-1 0 0 0 0,0 1 1 0 0,25 31-1 0 0,-1 6 193 0 0,44 73 0 0 0,-17-22-39 0 0,-57-87-37 0 0,0 0 0 0 0,2-1 0 0 0,0-1 0 0 0,0 0 0 0 0,27 20 0 0 0,-34-29-114 0 0,1-1 1 0 0,-1 0-1 0 0,1 0 0 0 0,0-1 0 0 0,0 0 0 0 0,0 0 1 0 0,1-1-1 0 0,-1 0 0 0 0,1 0 0 0 0,-1-1 0 0 0,1 0 1 0 0,0 0-1 0 0,-1 0 0 0 0,1-1 0 0 0,0-1 1 0 0,0 1-1 0 0,7-2 0 0 0,5-3 65 0 0,-1 0-1 0 0,0-1 1 0 0,-1-1-1 0 0,1 0 1 0 0,-1-2 0 0 0,-1 0-1 0 0,0-1 1 0 0,0-1-1 0 0,-1 0 1 0 0,0-1-1 0 0,-1-1 1 0 0,0-1 0 0 0,-1 0-1 0 0,-1 0 1 0 0,0-2-1 0 0,18-29 1 0 0,27-53 721 0 0,-35 55-319 0 0,43-58 1 0 0,-57 88-450 0 0,2 1 0 0 0,0 0-1 0 0,0 0 1 0 0,1 2 0 0 0,0-1 0 0 0,1 1 0 0 0,0 1 0 0 0,22-12 0 0 0,-12 12-26 0 0,0 0 0 0 0,1 1 0 0 0,-1 1 1 0 0,2 2-1 0 0,-1 0 0 0 0,0 2 0 0 0,1 0 1 0 0,0 2-1 0 0,-1 0 0 0 0,49 7 0 0 0,-45-1 7 0 0,-1 2 1 0 0,0 0-1 0 0,47 21 0 0 0,-40-14 5 0 0,48 12 0 0 0,18-7-6 0 0,133 8 0 0 0,-190-23-29 0 0,234 32-2 0 0,-229-27 0 0 0,0 3 0 0 0,-1 2 0 0 0,77 34 0 0 0,4 17 3 0 0,32 14-46 0 0,-129-65 17 0 0,1-2 0 0 0,1-2 0 0 0,39 8 0 0 0,-52-15 16 0 0,0-1 1 0 0,0-1-1 0 0,0-1 1 0 0,0-1-1 0 0,0-1 1 0 0,0 0-1 0 0,38-11 1 0 0,-2-4 11 0 0,75-32 0 0 0,-32 4 50 0 0,21-9 88 0 0,-93 44-106 0 0,0 1 1 0 0,48-9 0 0 0,-25 11 20 0 0,1 2 0 0 0,57 2 0 0 0,102 13 98 0 0,-189-8-151 0 0,51 1-2 0 0,-1-3 0 0 0,1-3 0 0 0,-1-3 0 0 0,0-3 0 0 0,-1-3 0 0 0,70-22 0 0 0,-45 9 29 0 0,2 4 1 0 0,1 4-1 0 0,144-5 0 0 0,-46 17 31 0 0,125-8 35 0 0,9-9-95 0 0,-267 22 0 0 0,0 3 0 0 0,0 2 0 0 0,75 17 0 0 0,-47-2 20 0 0,175 42 88 0 0,-230-53-108 0 0,-1-1 0 0 0,1-2 0 0 0,0-1 0 0 0,1-2 0 0 0,-1-2 0 0 0,42-3 0 0 0,5-7 0 0 0,-33 3 0 0 0,65-1 0 0 0,-98 8 0 0 0,0 0 0 0 0,-1 0 0 0 0,1 2 0 0 0,-1 0 0 0 0,0 1 0 0 0,0 1 0 0 0,0 0 0 0 0,15 8 0 0 0,0 3-54 0 0,55 38 1 0 0,23 30-29 0 0,46 31 14 0 0,-133-101 66 0 0,0-2 0 0 0,1 0 0 0 0,1-1 1 0 0,-1-2-1 0 0,39 11 0 0 0,-36-15-21 0 0,-1-1 0 0 0,1-1 0 0 0,0-1 0 0 0,0-1 0 0 0,0-2 1 0 0,39-5-1 0 0,-28 0-25 0 0,0-1 0 0 0,-1-3 0 0 0,67-26 0 0 0,174-106-33 0 0,-153 73 78 0 0,-82 47 6 0 0,143-73 106 0 0,-133 72 34 0 0,90-28 1 0 0,-69 31-31 0 0,0 3 1 0 0,2 4-1 0 0,0 3 1 0 0,0 3-1 0 0,0 3 1 0 0,82 8 0 0 0,147 39 124 0 0,284 54 169 0 0,10-62-294 0 0,-128-54-228 0 0,2-19 14 0 0,140-9 51 0 0,-205 44-2021 0 0,-272 11-6146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8:21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20276 0 0,'0'-2'1801'0'0,"2"1"-1441"0"0,-1 1-288 0 0,2-1-72 0 0,1 1 64 0 0,0-2 0 0 0,4 0 0 0 0,5-2 0 0 0,10-2 32 0 0,9-2 8 0 0,11 0 0 0 0,4 0 0 0 0,0 1-104 0 0,-1 2 0 0 0,-2 2 0 0 0,-6 5-6193 0 0,-2 4-1225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8:24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1 549 16131 0 0,'27'76'1504'0'0,"38"102"-376"0"0,-51-146-845 0 0,2-1-1 0 0,1 0 1 0 0,25 36 0 0 0,-36-59-175 0 0,1 0 1 0 0,-1-1 0 0 0,1 1 0 0 0,1-1-1 0 0,-1-1 1 0 0,1 1 0 0 0,0-1-1 0 0,1 0 1 0 0,11 5 0 0 0,-13-8-33 0 0,-1 0 0 0 0,1-1 0 0 0,0 0 0 0 0,0 0-1 0 0,-1-1 1 0 0,2 1 0 0 0,-1-2 0 0 0,0 1 0 0 0,0-1 0 0 0,0 0 0 0 0,0 0 0 0 0,0-1 0 0 0,0 0-1 0 0,8-2 1 0 0,5-3-6 0 0,-1-1-1 0 0,1-1 1 0 0,-1 0 0 0 0,-1-1-1 0 0,33-23 1 0 0,78-68 226 0 0,-59 36 187 0 0,103-121 0 0 0,43-90 145 0 0,23-26-1181 0 0,-192 248 212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8:24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57 728 21661 0 0,'-16'13'665'0'0,"7"-6"-105"0"0,0 0 0 0 0,-13 15-1 0 0,22-22-550 0 0,0 1 0 0 0,0-1 0 0 0,-1 0-1 0 0,1 1 1 0 0,0-1 0 0 0,1 0 0 0 0,-1 1 0 0 0,0-1-1 0 0,0 0 1 0 0,0 0 0 0 0,0 1 0 0 0,0-1 0 0 0,0 0-1 0 0,0 1 1 0 0,0-1 0 0 0,0 0 0 0 0,1 1 0 0 0,-1-1-1 0 0,0 0 1 0 0,0 0 0 0 0,0 1 0 0 0,1-1 0 0 0,-1 0-1 0 0,0 0 1 0 0,0 0 0 0 0,1 1 0 0 0,-1-1 0 0 0,0 0-1 0 0,1 0 1 0 0,11 6 154 0 0,-5-7-117 0 0,-1-1 0 0 0,1 1 0 0 0,-1-1 1 0 0,0 0-1 0 0,1 0 0 0 0,-1-1 0 0 0,0 0 0 0 0,0 0 0 0 0,8-7 1 0 0,-5 5-8 0 0,280-192 297 0 0,-53-4-408 0 0,-28 21-1572 0 0,-83 88-4109 0 0,4 6-1901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7T16:18:48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13 743 16131 0 0,'-1'0'73'0'0,"1"0"-1"0"0,-1 1 1 0 0,0 0-1 0 0,0-1 1 0 0,1 1-1 0 0,-1-1 1 0 0,0 1-1 0 0,0 0 1 0 0,1-1-1 0 0,-1 1 1 0 0,1 0-1 0 0,-1 0 1 0 0,1 0-1 0 0,-1-1 1 0 0,1 1-1 0 0,-1 0 1 0 0,1 0-1 0 0,0 0 1 0 0,-1 0-1 0 0,1 0 0 0 0,0 0 1 0 0,0 0-1 0 0,0 0 1 0 0,0 1-1 0 0,0 2-70 0 0,1 0 1 0 0,0-1-1 0 0,0 1 0 0 0,0-1 0 0 0,2 6 0 0 0,3 7 285 0 0,78 260 322 0 0,-55-195-548 0 0,22 59-52 0 0,-35-101 18 0 0,31 55 1 0 0,-40-83 23 0 0,1 1 0 0 0,0-1 0 0 0,1 0-1 0 0,0-1 1 0 0,0 0 0 0 0,1 0 0 0 0,0-1-1 0 0,1 0 1 0 0,14 8 0 0 0,-16-11 125 0 0,1-1 1 0 0,-1-1-1 0 0,1 1 1 0 0,0-2-1 0 0,0 1 1 0 0,1-2-1 0 0,-1 1 1 0 0,1-1-1 0 0,0-1 1 0 0,-1 0-1 0 0,1 0 1 0 0,13-2-1 0 0,-3-1-26 0 0,-1 0 0 0 0,1-2 0 0 0,-1-1 0 0 0,0 0 1 0 0,0-1-1 0 0,0-1 0 0 0,-1-1 0 0 0,26-15 0 0 0,-21 8-62 0 0,-1-1 0 0 0,0 0 1 0 0,-2-2-1 0 0,0 0 0 0 0,34-39 1 0 0,39-59 172 0 0,65-69 31 0 0,105-103 44 0 0,-241 259-311 0 0,90-107 107 0 0,-85 106-94 0 0,1 1 1 0 0,43-33-1 0 0,102-56 23 0 0,-53 39-42 0 0,-56 34-19 0 0,-4 1 0 0 0,103-55 0 0 0,-113 73 0 0 0,1 3 0 0 0,1 2 0 0 0,102-26 0 0 0,-147 46 2 0 0,0 0 0 0 0,-1 1 0 0 0,1 0 0 0 0,0 0 0 0 0,0 0 0 0 0,-1 1 0 0 0,1 0-1 0 0,-1 1 1 0 0,1 0 0 0 0,-1 0 0 0 0,1 0 0 0 0,-1 1 0 0 0,0 0 0 0 0,0 1 0 0 0,0-1-1 0 0,12 10 1 0 0,-11-6 1 0 0,1-1-1 0 0,-2 1 1 0 0,1 0-1 0 0,-1 1 1 0 0,0 0-1 0 0,-1 0 1 0 0,0 0-1 0 0,0 1 0 0 0,0 0 1 0 0,-1 0-1 0 0,-1 1 1 0 0,4 9-1 0 0,17 84-330 0 0,-20-76-437 0 0,1 1 0 0 0,2-1 0 0 0,10 26 0 0 0,-7-31-7009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90824" y="268478"/>
            <a:ext cx="356235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920" y="1056893"/>
            <a:ext cx="8376158" cy="2266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097" y="6522240"/>
            <a:ext cx="254634" cy="22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32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27.png"/><Relationship Id="rId21" Type="http://schemas.openxmlformats.org/officeDocument/2006/relationships/image" Target="../media/image36.png"/><Relationship Id="rId7" Type="http://schemas.openxmlformats.org/officeDocument/2006/relationships/image" Target="../media/image29.png"/><Relationship Id="rId12" Type="http://schemas.openxmlformats.org/officeDocument/2006/relationships/customXml" Target="../ink/ink6.xml"/><Relationship Id="rId17" Type="http://schemas.openxmlformats.org/officeDocument/2006/relationships/image" Target="../media/image34.png"/><Relationship Id="rId25" Type="http://schemas.openxmlformats.org/officeDocument/2006/relationships/image" Target="../media/image3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31.png"/><Relationship Id="rId24" Type="http://schemas.openxmlformats.org/officeDocument/2006/relationships/customXml" Target="../ink/ink12.xml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23" Type="http://schemas.openxmlformats.org/officeDocument/2006/relationships/image" Target="../media/image37.png"/><Relationship Id="rId10" Type="http://schemas.openxmlformats.org/officeDocument/2006/relationships/customXml" Target="../ink/ink5.xml"/><Relationship Id="rId19" Type="http://schemas.openxmlformats.org/officeDocument/2006/relationships/image" Target="../media/image35.png"/><Relationship Id="rId4" Type="http://schemas.openxmlformats.org/officeDocument/2006/relationships/customXml" Target="../ink/ink2.xml"/><Relationship Id="rId9" Type="http://schemas.openxmlformats.org/officeDocument/2006/relationships/image" Target="../media/image3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12" Type="http://schemas.openxmlformats.org/officeDocument/2006/relationships/customXml" Target="../ink/ink19.xml"/><Relationship Id="rId17" Type="http://schemas.openxmlformats.org/officeDocument/2006/relationships/image" Target="../media/image47.png"/><Relationship Id="rId2" Type="http://schemas.openxmlformats.org/officeDocument/2006/relationships/customXml" Target="../ink/ink14.xml"/><Relationship Id="rId16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6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43.png"/><Relationship Id="rId14" Type="http://schemas.openxmlformats.org/officeDocument/2006/relationships/customXml" Target="../ink/ink2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customXml" Target="../ink/ink27.xml"/><Relationship Id="rId18" Type="http://schemas.openxmlformats.org/officeDocument/2006/relationships/image" Target="../media/image56.png"/><Relationship Id="rId3" Type="http://schemas.openxmlformats.org/officeDocument/2006/relationships/customXml" Target="../ink/ink22.xml"/><Relationship Id="rId21" Type="http://schemas.openxmlformats.org/officeDocument/2006/relationships/customXml" Target="../ink/ink31.xml"/><Relationship Id="rId7" Type="http://schemas.openxmlformats.org/officeDocument/2006/relationships/customXml" Target="../ink/ink24.xml"/><Relationship Id="rId12" Type="http://schemas.openxmlformats.org/officeDocument/2006/relationships/image" Target="../media/image53.png"/><Relationship Id="rId17" Type="http://schemas.openxmlformats.org/officeDocument/2006/relationships/customXml" Target="../ink/ink29.xml"/><Relationship Id="rId2" Type="http://schemas.openxmlformats.org/officeDocument/2006/relationships/image" Target="../media/image48.png"/><Relationship Id="rId16" Type="http://schemas.openxmlformats.org/officeDocument/2006/relationships/image" Target="../media/image55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customXml" Target="../ink/ink26.xml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10" Type="http://schemas.openxmlformats.org/officeDocument/2006/relationships/image" Target="../media/image52.png"/><Relationship Id="rId19" Type="http://schemas.openxmlformats.org/officeDocument/2006/relationships/customXml" Target="../ink/ink30.xml"/><Relationship Id="rId4" Type="http://schemas.openxmlformats.org/officeDocument/2006/relationships/image" Target="../media/image49.png"/><Relationship Id="rId9" Type="http://schemas.openxmlformats.org/officeDocument/2006/relationships/customXml" Target="../ink/ink25.xml"/><Relationship Id="rId14" Type="http://schemas.openxmlformats.org/officeDocument/2006/relationships/image" Target="../media/image54.png"/><Relationship Id="rId22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13" Type="http://schemas.openxmlformats.org/officeDocument/2006/relationships/image" Target="../media/image64.png"/><Relationship Id="rId18" Type="http://schemas.openxmlformats.org/officeDocument/2006/relationships/customXml" Target="../ink/ink40.xml"/><Relationship Id="rId3" Type="http://schemas.openxmlformats.org/officeDocument/2006/relationships/image" Target="../media/image59.png"/><Relationship Id="rId21" Type="http://schemas.openxmlformats.org/officeDocument/2006/relationships/image" Target="../media/image68.png"/><Relationship Id="rId7" Type="http://schemas.openxmlformats.org/officeDocument/2006/relationships/image" Target="../media/image61.png"/><Relationship Id="rId12" Type="http://schemas.openxmlformats.org/officeDocument/2006/relationships/customXml" Target="../ink/ink37.xml"/><Relationship Id="rId17" Type="http://schemas.openxmlformats.org/officeDocument/2006/relationships/image" Target="../media/image66.png"/><Relationship Id="rId2" Type="http://schemas.openxmlformats.org/officeDocument/2006/relationships/customXml" Target="../ink/ink32.xml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1" Type="http://schemas.openxmlformats.org/officeDocument/2006/relationships/image" Target="../media/image63.png"/><Relationship Id="rId5" Type="http://schemas.openxmlformats.org/officeDocument/2006/relationships/image" Target="../media/image60.png"/><Relationship Id="rId15" Type="http://schemas.openxmlformats.org/officeDocument/2006/relationships/image" Target="../media/image65.png"/><Relationship Id="rId10" Type="http://schemas.openxmlformats.org/officeDocument/2006/relationships/customXml" Target="../ink/ink36.xml"/><Relationship Id="rId19" Type="http://schemas.openxmlformats.org/officeDocument/2006/relationships/image" Target="../media/image67.png"/><Relationship Id="rId4" Type="http://schemas.openxmlformats.org/officeDocument/2006/relationships/customXml" Target="../ink/ink33.xml"/><Relationship Id="rId9" Type="http://schemas.openxmlformats.org/officeDocument/2006/relationships/image" Target="../media/image62.png"/><Relationship Id="rId14" Type="http://schemas.openxmlformats.org/officeDocument/2006/relationships/customXml" Target="../ink/ink38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2.png"/><Relationship Id="rId21" Type="http://schemas.openxmlformats.org/officeDocument/2006/relationships/customXml" Target="../ink/ink50.xml"/><Relationship Id="rId42" Type="http://schemas.openxmlformats.org/officeDocument/2006/relationships/image" Target="../media/image90.png"/><Relationship Id="rId47" Type="http://schemas.openxmlformats.org/officeDocument/2006/relationships/customXml" Target="../ink/ink63.xml"/><Relationship Id="rId63" Type="http://schemas.openxmlformats.org/officeDocument/2006/relationships/customXml" Target="../ink/ink71.xml"/><Relationship Id="rId68" Type="http://schemas.openxmlformats.org/officeDocument/2006/relationships/image" Target="../media/image103.png"/><Relationship Id="rId84" Type="http://schemas.openxmlformats.org/officeDocument/2006/relationships/image" Target="../media/image111.png"/><Relationship Id="rId89" Type="http://schemas.openxmlformats.org/officeDocument/2006/relationships/customXml" Target="../ink/ink84.xml"/><Relationship Id="rId16" Type="http://schemas.openxmlformats.org/officeDocument/2006/relationships/image" Target="../media/image77.png"/><Relationship Id="rId11" Type="http://schemas.openxmlformats.org/officeDocument/2006/relationships/customXml" Target="../ink/ink45.xml"/><Relationship Id="rId32" Type="http://schemas.openxmlformats.org/officeDocument/2006/relationships/image" Target="../media/image85.png"/><Relationship Id="rId37" Type="http://schemas.openxmlformats.org/officeDocument/2006/relationships/customXml" Target="../ink/ink58.xml"/><Relationship Id="rId53" Type="http://schemas.openxmlformats.org/officeDocument/2006/relationships/customXml" Target="../ink/ink66.xml"/><Relationship Id="rId58" Type="http://schemas.openxmlformats.org/officeDocument/2006/relationships/image" Target="../media/image98.png"/><Relationship Id="rId74" Type="http://schemas.openxmlformats.org/officeDocument/2006/relationships/image" Target="../media/image106.png"/><Relationship Id="rId79" Type="http://schemas.openxmlformats.org/officeDocument/2006/relationships/customXml" Target="../ink/ink79.xml"/><Relationship Id="rId102" Type="http://schemas.openxmlformats.org/officeDocument/2006/relationships/image" Target="../media/image120.png"/><Relationship Id="rId5" Type="http://schemas.openxmlformats.org/officeDocument/2006/relationships/customXml" Target="../ink/ink42.xml"/><Relationship Id="rId90" Type="http://schemas.openxmlformats.org/officeDocument/2006/relationships/image" Target="../media/image114.png"/><Relationship Id="rId95" Type="http://schemas.openxmlformats.org/officeDocument/2006/relationships/customXml" Target="../ink/ink87.xml"/><Relationship Id="rId22" Type="http://schemas.openxmlformats.org/officeDocument/2006/relationships/image" Target="../media/image80.png"/><Relationship Id="rId27" Type="http://schemas.openxmlformats.org/officeDocument/2006/relationships/customXml" Target="../ink/ink53.xml"/><Relationship Id="rId43" Type="http://schemas.openxmlformats.org/officeDocument/2006/relationships/customXml" Target="../ink/ink61.xml"/><Relationship Id="rId48" Type="http://schemas.openxmlformats.org/officeDocument/2006/relationships/image" Target="../media/image93.png"/><Relationship Id="rId64" Type="http://schemas.openxmlformats.org/officeDocument/2006/relationships/image" Target="../media/image101.png"/><Relationship Id="rId69" Type="http://schemas.openxmlformats.org/officeDocument/2006/relationships/customXml" Target="../ink/ink74.xml"/><Relationship Id="rId80" Type="http://schemas.openxmlformats.org/officeDocument/2006/relationships/image" Target="../media/image109.png"/><Relationship Id="rId85" Type="http://schemas.openxmlformats.org/officeDocument/2006/relationships/customXml" Target="../ink/ink82.xml"/><Relationship Id="rId12" Type="http://schemas.openxmlformats.org/officeDocument/2006/relationships/image" Target="../media/image75.png"/><Relationship Id="rId17" Type="http://schemas.openxmlformats.org/officeDocument/2006/relationships/customXml" Target="../ink/ink48.xml"/><Relationship Id="rId25" Type="http://schemas.openxmlformats.org/officeDocument/2006/relationships/customXml" Target="../ink/ink52.xml"/><Relationship Id="rId33" Type="http://schemas.openxmlformats.org/officeDocument/2006/relationships/customXml" Target="../ink/ink56.xml"/><Relationship Id="rId38" Type="http://schemas.openxmlformats.org/officeDocument/2006/relationships/image" Target="../media/image88.png"/><Relationship Id="rId46" Type="http://schemas.openxmlformats.org/officeDocument/2006/relationships/image" Target="../media/image92.png"/><Relationship Id="rId59" Type="http://schemas.openxmlformats.org/officeDocument/2006/relationships/customXml" Target="../ink/ink69.xml"/><Relationship Id="rId67" Type="http://schemas.openxmlformats.org/officeDocument/2006/relationships/customXml" Target="../ink/ink73.xml"/><Relationship Id="rId103" Type="http://schemas.openxmlformats.org/officeDocument/2006/relationships/customXml" Target="../ink/ink91.xml"/><Relationship Id="rId20" Type="http://schemas.openxmlformats.org/officeDocument/2006/relationships/image" Target="../media/image79.png"/><Relationship Id="rId41" Type="http://schemas.openxmlformats.org/officeDocument/2006/relationships/customXml" Target="../ink/ink60.xml"/><Relationship Id="rId54" Type="http://schemas.openxmlformats.org/officeDocument/2006/relationships/image" Target="../media/image96.png"/><Relationship Id="rId62" Type="http://schemas.openxmlformats.org/officeDocument/2006/relationships/image" Target="../media/image100.png"/><Relationship Id="rId70" Type="http://schemas.openxmlformats.org/officeDocument/2006/relationships/image" Target="../media/image104.png"/><Relationship Id="rId75" Type="http://schemas.openxmlformats.org/officeDocument/2006/relationships/customXml" Target="../ink/ink77.xml"/><Relationship Id="rId83" Type="http://schemas.openxmlformats.org/officeDocument/2006/relationships/customXml" Target="../ink/ink81.xml"/><Relationship Id="rId88" Type="http://schemas.openxmlformats.org/officeDocument/2006/relationships/image" Target="../media/image113.png"/><Relationship Id="rId91" Type="http://schemas.openxmlformats.org/officeDocument/2006/relationships/customXml" Target="../ink/ink85.xml"/><Relationship Id="rId96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28" Type="http://schemas.openxmlformats.org/officeDocument/2006/relationships/image" Target="../media/image83.png"/><Relationship Id="rId36" Type="http://schemas.openxmlformats.org/officeDocument/2006/relationships/image" Target="../media/image87.png"/><Relationship Id="rId49" Type="http://schemas.openxmlformats.org/officeDocument/2006/relationships/customXml" Target="../ink/ink64.xml"/><Relationship Id="rId57" Type="http://schemas.openxmlformats.org/officeDocument/2006/relationships/customXml" Target="../ink/ink68.xml"/><Relationship Id="rId10" Type="http://schemas.openxmlformats.org/officeDocument/2006/relationships/image" Target="../media/image74.png"/><Relationship Id="rId31" Type="http://schemas.openxmlformats.org/officeDocument/2006/relationships/customXml" Target="../ink/ink55.xml"/><Relationship Id="rId44" Type="http://schemas.openxmlformats.org/officeDocument/2006/relationships/image" Target="../media/image91.png"/><Relationship Id="rId52" Type="http://schemas.openxmlformats.org/officeDocument/2006/relationships/image" Target="../media/image95.png"/><Relationship Id="rId60" Type="http://schemas.openxmlformats.org/officeDocument/2006/relationships/image" Target="../media/image99.png"/><Relationship Id="rId65" Type="http://schemas.openxmlformats.org/officeDocument/2006/relationships/customXml" Target="../ink/ink72.xml"/><Relationship Id="rId73" Type="http://schemas.openxmlformats.org/officeDocument/2006/relationships/customXml" Target="../ink/ink76.xml"/><Relationship Id="rId78" Type="http://schemas.openxmlformats.org/officeDocument/2006/relationships/image" Target="../media/image108.png"/><Relationship Id="rId81" Type="http://schemas.openxmlformats.org/officeDocument/2006/relationships/customXml" Target="../ink/ink80.xml"/><Relationship Id="rId86" Type="http://schemas.openxmlformats.org/officeDocument/2006/relationships/image" Target="../media/image112.png"/><Relationship Id="rId94" Type="http://schemas.openxmlformats.org/officeDocument/2006/relationships/image" Target="../media/image116.png"/><Relationship Id="rId99" Type="http://schemas.openxmlformats.org/officeDocument/2006/relationships/customXml" Target="../ink/ink89.xml"/><Relationship Id="rId101" Type="http://schemas.openxmlformats.org/officeDocument/2006/relationships/customXml" Target="../ink/ink90.xml"/><Relationship Id="rId4" Type="http://schemas.openxmlformats.org/officeDocument/2006/relationships/image" Target="../media/image71.png"/><Relationship Id="rId9" Type="http://schemas.openxmlformats.org/officeDocument/2006/relationships/customXml" Target="../ink/ink44.xml"/><Relationship Id="rId13" Type="http://schemas.openxmlformats.org/officeDocument/2006/relationships/customXml" Target="../ink/ink46.xml"/><Relationship Id="rId18" Type="http://schemas.openxmlformats.org/officeDocument/2006/relationships/image" Target="../media/image78.png"/><Relationship Id="rId39" Type="http://schemas.openxmlformats.org/officeDocument/2006/relationships/customXml" Target="../ink/ink59.xml"/><Relationship Id="rId34" Type="http://schemas.openxmlformats.org/officeDocument/2006/relationships/image" Target="../media/image86.png"/><Relationship Id="rId50" Type="http://schemas.openxmlformats.org/officeDocument/2006/relationships/image" Target="../media/image94.png"/><Relationship Id="rId55" Type="http://schemas.openxmlformats.org/officeDocument/2006/relationships/customXml" Target="../ink/ink67.xml"/><Relationship Id="rId76" Type="http://schemas.openxmlformats.org/officeDocument/2006/relationships/image" Target="../media/image107.png"/><Relationship Id="rId97" Type="http://schemas.openxmlformats.org/officeDocument/2006/relationships/customXml" Target="../ink/ink88.xml"/><Relationship Id="rId104" Type="http://schemas.openxmlformats.org/officeDocument/2006/relationships/image" Target="../media/image121.png"/><Relationship Id="rId7" Type="http://schemas.openxmlformats.org/officeDocument/2006/relationships/customXml" Target="../ink/ink43.xml"/><Relationship Id="rId71" Type="http://schemas.openxmlformats.org/officeDocument/2006/relationships/customXml" Target="../ink/ink75.xml"/><Relationship Id="rId92" Type="http://schemas.openxmlformats.org/officeDocument/2006/relationships/image" Target="../media/image115.png"/><Relationship Id="rId2" Type="http://schemas.openxmlformats.org/officeDocument/2006/relationships/image" Target="../media/image69.jpg"/><Relationship Id="rId29" Type="http://schemas.openxmlformats.org/officeDocument/2006/relationships/customXml" Target="../ink/ink54.xml"/><Relationship Id="rId24" Type="http://schemas.openxmlformats.org/officeDocument/2006/relationships/image" Target="../media/image81.png"/><Relationship Id="rId40" Type="http://schemas.openxmlformats.org/officeDocument/2006/relationships/image" Target="../media/image89.png"/><Relationship Id="rId45" Type="http://schemas.openxmlformats.org/officeDocument/2006/relationships/customXml" Target="../ink/ink62.xml"/><Relationship Id="rId66" Type="http://schemas.openxmlformats.org/officeDocument/2006/relationships/image" Target="../media/image102.png"/><Relationship Id="rId87" Type="http://schemas.openxmlformats.org/officeDocument/2006/relationships/customXml" Target="../ink/ink83.xml"/><Relationship Id="rId61" Type="http://schemas.openxmlformats.org/officeDocument/2006/relationships/customXml" Target="../ink/ink70.xml"/><Relationship Id="rId82" Type="http://schemas.openxmlformats.org/officeDocument/2006/relationships/image" Target="../media/image110.png"/><Relationship Id="rId19" Type="http://schemas.openxmlformats.org/officeDocument/2006/relationships/customXml" Target="../ink/ink49.xml"/><Relationship Id="rId14" Type="http://schemas.openxmlformats.org/officeDocument/2006/relationships/image" Target="../media/image76.png"/><Relationship Id="rId30" Type="http://schemas.openxmlformats.org/officeDocument/2006/relationships/image" Target="../media/image84.png"/><Relationship Id="rId35" Type="http://schemas.openxmlformats.org/officeDocument/2006/relationships/customXml" Target="../ink/ink57.xml"/><Relationship Id="rId56" Type="http://schemas.openxmlformats.org/officeDocument/2006/relationships/image" Target="../media/image97.png"/><Relationship Id="rId77" Type="http://schemas.openxmlformats.org/officeDocument/2006/relationships/customXml" Target="../ink/ink78.xml"/><Relationship Id="rId100" Type="http://schemas.openxmlformats.org/officeDocument/2006/relationships/image" Target="../media/image119.png"/><Relationship Id="rId8" Type="http://schemas.openxmlformats.org/officeDocument/2006/relationships/image" Target="../media/image73.png"/><Relationship Id="rId51" Type="http://schemas.openxmlformats.org/officeDocument/2006/relationships/customXml" Target="../ink/ink65.xml"/><Relationship Id="rId72" Type="http://schemas.openxmlformats.org/officeDocument/2006/relationships/image" Target="../media/image105.png"/><Relationship Id="rId93" Type="http://schemas.openxmlformats.org/officeDocument/2006/relationships/customXml" Target="../ink/ink86.xml"/><Relationship Id="rId98" Type="http://schemas.openxmlformats.org/officeDocument/2006/relationships/image" Target="../media/image118.png"/><Relationship Id="rId3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customXml" Target="../ink/ink9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941" y="1492503"/>
            <a:ext cx="6742430" cy="25142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200000"/>
              </a:lnSpc>
            </a:pPr>
            <a:r>
              <a:rPr sz="4400" spc="-5" dirty="0">
                <a:latin typeface="Times New Roman"/>
                <a:cs typeface="Times New Roman"/>
              </a:rPr>
              <a:t>Advanced</a:t>
            </a:r>
            <a:r>
              <a:rPr sz="4400" spc="-10" dirty="0">
                <a:latin typeface="Times New Roman"/>
                <a:cs typeface="Times New Roman"/>
              </a:rPr>
              <a:t> </a:t>
            </a:r>
            <a:r>
              <a:rPr sz="4400" spc="-5" dirty="0">
                <a:latin typeface="Times New Roman"/>
                <a:cs typeface="Times New Roman"/>
              </a:rPr>
              <a:t>and</a:t>
            </a:r>
            <a:r>
              <a:rPr sz="4400" dirty="0">
                <a:latin typeface="Times New Roman"/>
                <a:cs typeface="Times New Roman"/>
              </a:rPr>
              <a:t> </a:t>
            </a:r>
            <a:r>
              <a:rPr sz="4400" spc="-5" dirty="0">
                <a:latin typeface="Times New Roman"/>
                <a:cs typeface="Times New Roman"/>
              </a:rPr>
              <a:t>Bucket Sorting </a:t>
            </a:r>
            <a:r>
              <a:rPr sz="4400" spc="-1085" dirty="0">
                <a:latin typeface="Times New Roman"/>
                <a:cs typeface="Times New Roman"/>
              </a:rPr>
              <a:t> </a:t>
            </a:r>
            <a:r>
              <a:rPr sz="4400" spc="-5" dirty="0">
                <a:latin typeface="Times New Roman"/>
                <a:cs typeface="Times New Roman"/>
              </a:rPr>
              <a:t>and Search</a:t>
            </a:r>
            <a:r>
              <a:rPr sz="4400" spc="-254" dirty="0">
                <a:latin typeface="Times New Roman"/>
                <a:cs typeface="Times New Roman"/>
              </a:rPr>
              <a:t> </a:t>
            </a:r>
            <a:r>
              <a:rPr sz="4400" spc="-5" dirty="0">
                <a:latin typeface="Times New Roman"/>
                <a:cs typeface="Times New Roman"/>
              </a:rPr>
              <a:t>Algorithms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2350" y="192278"/>
            <a:ext cx="4558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Algorithm</a:t>
            </a:r>
            <a:r>
              <a:rPr spc="10" dirty="0"/>
              <a:t> </a:t>
            </a:r>
            <a:r>
              <a:rPr spc="-5" dirty="0"/>
              <a:t>Classification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8102" y="1226058"/>
            <a:ext cx="8335009" cy="453644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2510"/>
              </a:lnSpc>
              <a:spcBef>
                <a:spcPts val="290"/>
              </a:spcBef>
              <a:tabLst>
                <a:tab pos="1564005" algn="l"/>
              </a:tabLst>
            </a:pPr>
            <a:r>
              <a:rPr sz="2200" dirty="0">
                <a:latin typeface="Times New Roman"/>
                <a:cs typeface="Times New Roman"/>
              </a:rPr>
              <a:t>Sorting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classified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based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 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amount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effort</a:t>
            </a:r>
            <a:r>
              <a:rPr sz="22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(number of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comparisons	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swaps)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takes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 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list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data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items.</a:t>
            </a:r>
            <a:endParaRPr sz="22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714"/>
              </a:spcBef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Simple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Sorting:</a:t>
            </a:r>
            <a:endParaRPr sz="2200">
              <a:latin typeface="Times New Roman"/>
              <a:cs typeface="Times New Roman"/>
            </a:endParaRPr>
          </a:p>
          <a:p>
            <a:pPr marL="221615">
              <a:lnSpc>
                <a:spcPct val="100000"/>
              </a:lnSpc>
              <a:spcBef>
                <a:spcPts val="595"/>
              </a:spcBef>
            </a:pPr>
            <a:r>
              <a:rPr sz="2000" i="1" spc="-5" dirty="0">
                <a:latin typeface="Times New Roman"/>
                <a:cs typeface="Times New Roman"/>
              </a:rPr>
              <a:t>O(n^2)</a:t>
            </a:r>
            <a:endParaRPr sz="20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latin typeface="Times New Roman"/>
                <a:cs typeface="Times New Roman"/>
              </a:rPr>
              <a:t>Bubble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(Exchange)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sort,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Insertion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sort,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Selection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sort,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others…</a:t>
            </a:r>
            <a:endParaRPr sz="2000">
              <a:latin typeface="Times New Roman"/>
              <a:cs typeface="Times New Roman"/>
            </a:endParaRPr>
          </a:p>
          <a:p>
            <a:pPr marL="230504" indent="-218440">
              <a:lnSpc>
                <a:spcPct val="100000"/>
              </a:lnSpc>
              <a:spcBef>
                <a:spcPts val="1770"/>
              </a:spcBef>
              <a:buChar char="-"/>
              <a:tabLst>
                <a:tab pos="231140" algn="l"/>
              </a:tabLst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Advanced</a:t>
            </a:r>
            <a:r>
              <a:rPr sz="2200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Sorting:</a:t>
            </a:r>
            <a:endParaRPr sz="2200">
              <a:latin typeface="Times New Roman"/>
              <a:cs typeface="Times New Roman"/>
            </a:endParaRPr>
          </a:p>
          <a:p>
            <a:pPr marL="212725">
              <a:lnSpc>
                <a:spcPct val="100000"/>
              </a:lnSpc>
              <a:spcBef>
                <a:spcPts val="480"/>
              </a:spcBef>
            </a:pPr>
            <a:r>
              <a:rPr sz="20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O(nLogn)</a:t>
            </a:r>
            <a:endParaRPr sz="20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  <a:spcBef>
                <a:spcPts val="385"/>
              </a:spcBef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Merge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sort,</a:t>
            </a:r>
            <a:r>
              <a:rPr sz="20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Quick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sort,</a:t>
            </a:r>
            <a:r>
              <a:rPr sz="2000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Times New Roman"/>
                <a:cs typeface="Times New Roman"/>
              </a:rPr>
              <a:t>Tree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sort,</a:t>
            </a:r>
            <a:r>
              <a:rPr sz="20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Heap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sort,</a:t>
            </a:r>
            <a:r>
              <a:rPr sz="20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others…</a:t>
            </a:r>
            <a:endParaRPr sz="20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764"/>
              </a:spcBef>
              <a:buClr>
                <a:srgbClr val="000000"/>
              </a:buClr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Bucket</a:t>
            </a:r>
            <a:r>
              <a:rPr sz="2200" spc="-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Sorting:</a:t>
            </a:r>
            <a:endParaRPr sz="2200">
              <a:latin typeface="Times New Roman"/>
              <a:cs typeface="Times New Roman"/>
            </a:endParaRPr>
          </a:p>
          <a:p>
            <a:pPr marL="212725">
              <a:lnSpc>
                <a:spcPct val="100000"/>
              </a:lnSpc>
              <a:spcBef>
                <a:spcPts val="484"/>
              </a:spcBef>
            </a:pPr>
            <a:r>
              <a:rPr sz="20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O(k*n)</a:t>
            </a:r>
            <a:endParaRPr sz="20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  <a:spcBef>
                <a:spcPts val="385"/>
              </a:spcBef>
            </a:pP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Radix</a:t>
            </a:r>
            <a:r>
              <a:rPr sz="2000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sort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integer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data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(k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#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digits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largest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number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data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set).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460501" y="1073658"/>
            <a:ext cx="8300720" cy="48247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2510"/>
              </a:lnSpc>
              <a:spcBef>
                <a:spcPts val="290"/>
              </a:spcBef>
            </a:pPr>
            <a:r>
              <a:rPr sz="2200" spc="-10" dirty="0">
                <a:solidFill>
                  <a:srgbClr val="0000FF"/>
                </a:solidFill>
                <a:latin typeface="Times New Roman"/>
                <a:cs typeface="Times New Roman"/>
              </a:rPr>
              <a:t>Merge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sort</a:t>
            </a:r>
            <a:r>
              <a:rPr sz="22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i="1" dirty="0">
                <a:latin typeface="Times New Roman"/>
                <a:cs typeface="Times New Roman"/>
              </a:rPr>
              <a:t>divide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and</a:t>
            </a:r>
            <a:r>
              <a:rPr sz="2200" i="1" spc="-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conquer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 is,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list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divided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 2 </a:t>
            </a:r>
            <a:r>
              <a:rPr sz="2200" spc="-5" dirty="0">
                <a:latin typeface="Times New Roman"/>
                <a:cs typeface="Times New Roman"/>
              </a:rPr>
              <a:t>sublists </a:t>
            </a:r>
            <a:r>
              <a:rPr sz="2200" dirty="0">
                <a:latin typeface="Times New Roman"/>
                <a:cs typeface="Times New Roman"/>
              </a:rPr>
              <a:t>and each sublist is further divided into 2 sublist, and so on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until the sublist size is one </a:t>
            </a:r>
            <a:r>
              <a:rPr sz="2200" spc="-5" dirty="0">
                <a:latin typeface="Times New Roman"/>
                <a:cs typeface="Times New Roman"/>
              </a:rPr>
              <a:t>element. </a:t>
            </a:r>
            <a:r>
              <a:rPr sz="2200" dirty="0">
                <a:latin typeface="Times New Roman"/>
                <a:cs typeface="Times New Roman"/>
              </a:rPr>
              <a:t>Next, the conquer step is applied to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re-build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list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 </a:t>
            </a:r>
            <a:r>
              <a:rPr sz="2200" spc="-10" dirty="0">
                <a:latin typeface="Times New Roman"/>
                <a:cs typeface="Times New Roman"/>
              </a:rPr>
              <a:t>merging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sublist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 be in </a:t>
            </a:r>
            <a:r>
              <a:rPr sz="2200" spc="-25" dirty="0">
                <a:latin typeface="Times New Roman"/>
                <a:cs typeface="Times New Roman"/>
              </a:rPr>
              <a:t>order.</a:t>
            </a:r>
            <a:endParaRPr sz="2200">
              <a:latin typeface="Times New Roman"/>
              <a:cs typeface="Times New Roman"/>
            </a:endParaRPr>
          </a:p>
          <a:p>
            <a:pPr marL="12700" marR="99695">
              <a:lnSpc>
                <a:spcPts val="2510"/>
              </a:lnSpc>
              <a:spcBef>
                <a:spcPts val="1900"/>
              </a:spcBef>
            </a:pPr>
            <a:r>
              <a:rPr sz="2200" spc="-10" dirty="0">
                <a:latin typeface="Times New Roman"/>
                <a:cs typeface="Times New Roman"/>
              </a:rPr>
              <a:t>Merge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recursive</a:t>
            </a:r>
            <a:r>
              <a:rPr sz="22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output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merge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step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ordered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sublist.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Times New Roman"/>
                <a:cs typeface="Times New Roman"/>
              </a:rPr>
              <a:t>merge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step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latin typeface="Courier New"/>
                <a:cs typeface="Courier New"/>
              </a:rPr>
              <a:t>mergeSort(list){</a:t>
            </a:r>
            <a:endParaRPr sz="1700">
              <a:latin typeface="Courier New"/>
              <a:cs typeface="Courier New"/>
            </a:endParaRPr>
          </a:p>
          <a:p>
            <a:pPr marL="273050">
              <a:lnSpc>
                <a:spcPts val="1939"/>
              </a:lnSpc>
            </a:pPr>
            <a:r>
              <a:rPr sz="1700" b="1" spc="-5" dirty="0">
                <a:latin typeface="Courier New"/>
                <a:cs typeface="Courier New"/>
              </a:rPr>
              <a:t>If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(list length</a:t>
            </a:r>
            <a:r>
              <a:rPr sz="1700" b="1" spc="-10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&gt;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1)</a:t>
            </a:r>
            <a:endParaRPr sz="1700">
              <a:latin typeface="Courier New"/>
              <a:cs typeface="Courier New"/>
            </a:endParaRPr>
          </a:p>
          <a:p>
            <a:pPr marL="662940" marR="864869" indent="-260985" algn="just">
              <a:lnSpc>
                <a:spcPts val="1939"/>
              </a:lnSpc>
              <a:spcBef>
                <a:spcPts val="100"/>
              </a:spcBef>
            </a:pPr>
            <a:r>
              <a:rPr sz="1700" b="1" spc="-5" dirty="0">
                <a:latin typeface="Courier New"/>
                <a:cs typeface="Courier New"/>
              </a:rPr>
              <a:t>{ firstHalf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= </a:t>
            </a:r>
            <a:r>
              <a:rPr sz="1700" b="1" dirty="0">
                <a:latin typeface="Courier New"/>
                <a:cs typeface="Courier New"/>
              </a:rPr>
              <a:t>mergeSort(firstHalf);</a:t>
            </a:r>
            <a:r>
              <a:rPr sz="1700" b="1" spc="5" dirty="0"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F3300"/>
                </a:solidFill>
                <a:latin typeface="Courier New"/>
                <a:cs typeface="Courier New"/>
              </a:rPr>
              <a:t>//recursive </a:t>
            </a:r>
            <a:r>
              <a:rPr sz="1700" b="1" dirty="0">
                <a:solidFill>
                  <a:srgbClr val="FF3300"/>
                </a:solidFill>
                <a:latin typeface="Courier New"/>
                <a:cs typeface="Courier New"/>
              </a:rPr>
              <a:t>call </a:t>
            </a:r>
            <a:r>
              <a:rPr sz="1700" b="1" spc="-101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secondHalf = </a:t>
            </a:r>
            <a:r>
              <a:rPr sz="1700" b="1" dirty="0">
                <a:latin typeface="Courier New"/>
                <a:cs typeface="Courier New"/>
              </a:rPr>
              <a:t>mergeSort(secondHalf); </a:t>
            </a:r>
            <a:r>
              <a:rPr sz="1700" b="1" spc="-5" dirty="0">
                <a:solidFill>
                  <a:srgbClr val="FF3300"/>
                </a:solidFill>
                <a:latin typeface="Courier New"/>
                <a:cs typeface="Courier New"/>
              </a:rPr>
              <a:t>//recursive </a:t>
            </a:r>
            <a:r>
              <a:rPr sz="1700" b="1" dirty="0">
                <a:solidFill>
                  <a:srgbClr val="FF3300"/>
                </a:solidFill>
                <a:latin typeface="Courier New"/>
                <a:cs typeface="Courier New"/>
              </a:rPr>
              <a:t>call </a:t>
            </a:r>
            <a:r>
              <a:rPr sz="1700" b="1" spc="-101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list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= </a:t>
            </a:r>
            <a:r>
              <a:rPr sz="1700" b="1" dirty="0">
                <a:latin typeface="Courier New"/>
                <a:cs typeface="Courier New"/>
              </a:rPr>
              <a:t>merge(firstHalf, secondHalf);</a:t>
            </a:r>
            <a:r>
              <a:rPr sz="1700" b="1" dirty="0">
                <a:solidFill>
                  <a:srgbClr val="FF3300"/>
                </a:solidFill>
                <a:latin typeface="Courier New"/>
                <a:cs typeface="Courier New"/>
              </a:rPr>
              <a:t>//conquer</a:t>
            </a:r>
            <a:r>
              <a:rPr sz="1700" b="1" spc="-5" dirty="0">
                <a:solidFill>
                  <a:srgbClr val="FF3300"/>
                </a:solidFill>
                <a:latin typeface="Courier New"/>
                <a:cs typeface="Courier New"/>
              </a:rPr>
              <a:t> step</a:t>
            </a:r>
            <a:endParaRPr sz="1700">
              <a:latin typeface="Courier New"/>
              <a:cs typeface="Courier New"/>
            </a:endParaRPr>
          </a:p>
          <a:p>
            <a:pPr marL="402590">
              <a:lnSpc>
                <a:spcPts val="1835"/>
              </a:lnSpc>
            </a:pPr>
            <a:r>
              <a:rPr sz="1700" b="1" spc="-5" dirty="0">
                <a:latin typeface="Courier New"/>
                <a:cs typeface="Courier New"/>
              </a:rPr>
              <a:t>}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latin typeface="Courier New"/>
                <a:cs typeface="Courier New"/>
              </a:rPr>
              <a:t>}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7552" y="192278"/>
            <a:ext cx="2087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Merge</a:t>
            </a:r>
            <a:r>
              <a:rPr spc="-85" dirty="0"/>
              <a:t> </a:t>
            </a:r>
            <a:r>
              <a:rPr dirty="0"/>
              <a:t>Sort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7552" y="192278"/>
            <a:ext cx="2087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Merge</a:t>
            </a:r>
            <a:r>
              <a:rPr spc="-85" dirty="0"/>
              <a:t> </a:t>
            </a:r>
            <a:r>
              <a:rPr dirty="0"/>
              <a:t>Sort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98597" y="1435323"/>
          <a:ext cx="2440305" cy="486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0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50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86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06847" y="2141730"/>
          <a:ext cx="983615" cy="627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028">
                <a:tc>
                  <a:txBody>
                    <a:bodyPr/>
                    <a:lstStyle/>
                    <a:p>
                      <a:pPr marL="7239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5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763847" y="2141730"/>
          <a:ext cx="1031240" cy="627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028">
                <a:tc>
                  <a:txBody>
                    <a:bodyPr/>
                    <a:lstStyle/>
                    <a:p>
                      <a:pPr marL="7239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5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198810" y="1739402"/>
            <a:ext cx="42735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20" dirty="0">
                <a:latin typeface="Times New Roman"/>
                <a:cs typeface="Times New Roman"/>
              </a:rPr>
              <a:t>s</a:t>
            </a:r>
            <a:r>
              <a:rPr sz="1850" spc="-5" dirty="0">
                <a:latin typeface="Times New Roman"/>
                <a:cs typeface="Times New Roman"/>
              </a:rPr>
              <a:t>plit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978414" y="2963295"/>
          <a:ext cx="516890" cy="560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63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5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662712" y="2586899"/>
            <a:ext cx="42735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20" dirty="0">
                <a:latin typeface="Times New Roman"/>
                <a:cs typeface="Times New Roman"/>
              </a:rPr>
              <a:t>s</a:t>
            </a:r>
            <a:r>
              <a:rPr sz="1850" spc="-5" dirty="0">
                <a:latin typeface="Times New Roman"/>
                <a:cs typeface="Times New Roman"/>
              </a:rPr>
              <a:t>plit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79180" y="2963294"/>
          <a:ext cx="539750" cy="560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63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5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799096" y="3725967"/>
            <a:ext cx="236220" cy="305435"/>
          </a:xfrm>
          <a:prstGeom prst="rect">
            <a:avLst/>
          </a:prstGeom>
          <a:ln w="16953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0"/>
              </a:spcBef>
            </a:pPr>
            <a:r>
              <a:rPr sz="1850" spc="-10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3719" y="3338143"/>
            <a:ext cx="42735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20" dirty="0">
                <a:latin typeface="Times New Roman"/>
                <a:cs typeface="Times New Roman"/>
              </a:rPr>
              <a:t>s</a:t>
            </a:r>
            <a:r>
              <a:rPr sz="1850" spc="-5" dirty="0">
                <a:latin typeface="Times New Roman"/>
                <a:cs typeface="Times New Roman"/>
              </a:rPr>
              <a:t>plit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0263" y="3725967"/>
            <a:ext cx="236854" cy="305435"/>
          </a:xfrm>
          <a:prstGeom prst="rect">
            <a:avLst/>
          </a:prstGeom>
          <a:ln w="16953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0"/>
              </a:spcBef>
            </a:pPr>
            <a:r>
              <a:rPr sz="1850" spc="-10" dirty="0">
                <a:latin typeface="Times New Roman"/>
                <a:cs typeface="Times New Roman"/>
              </a:rPr>
              <a:t>9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47104" y="3725967"/>
            <a:ext cx="233679" cy="305435"/>
          </a:xfrm>
          <a:prstGeom prst="rect">
            <a:avLst/>
          </a:prstGeom>
          <a:ln w="16953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20"/>
              </a:spcBef>
            </a:pPr>
            <a:r>
              <a:rPr sz="1850" spc="-10" dirty="0">
                <a:latin typeface="Times New Roman"/>
                <a:cs typeface="Times New Roman"/>
              </a:rPr>
              <a:t>5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3716" y="3725967"/>
            <a:ext cx="236220" cy="305435"/>
          </a:xfrm>
          <a:prstGeom prst="rect">
            <a:avLst/>
          </a:prstGeom>
          <a:ln w="16953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0"/>
              </a:spcBef>
            </a:pPr>
            <a:r>
              <a:rPr sz="1850" spc="-10" dirty="0">
                <a:latin typeface="Times New Roman"/>
                <a:cs typeface="Times New Roman"/>
              </a:rPr>
              <a:t>4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21771" y="2997261"/>
            <a:ext cx="257175" cy="305435"/>
          </a:xfrm>
          <a:prstGeom prst="rect">
            <a:avLst/>
          </a:prstGeom>
          <a:ln w="1925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2215"/>
              </a:lnSpc>
            </a:pPr>
            <a:r>
              <a:rPr sz="1850" spc="-10" dirty="0">
                <a:latin typeface="Times New Roman"/>
                <a:cs typeface="Times New Roman"/>
              </a:rPr>
              <a:t>8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78524" y="2997261"/>
            <a:ext cx="234950" cy="305435"/>
          </a:xfrm>
          <a:prstGeom prst="rect">
            <a:avLst/>
          </a:prstGeom>
          <a:ln w="1698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2215"/>
              </a:lnSpc>
            </a:pPr>
            <a:r>
              <a:rPr sz="1850" spc="-1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511229" y="2988767"/>
          <a:ext cx="516890" cy="534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028"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185560" y="3725967"/>
            <a:ext cx="258445" cy="305435"/>
          </a:xfrm>
          <a:prstGeom prst="rect">
            <a:avLst/>
          </a:prstGeom>
          <a:ln w="16958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0"/>
              </a:spcBef>
            </a:pPr>
            <a:r>
              <a:rPr sz="1850" spc="-10" dirty="0">
                <a:latin typeface="Times New Roman"/>
                <a:cs typeface="Times New Roman"/>
              </a:rPr>
              <a:t>8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72355" y="3725967"/>
            <a:ext cx="233679" cy="305435"/>
          </a:xfrm>
          <a:prstGeom prst="rect">
            <a:avLst/>
          </a:prstGeom>
          <a:ln w="16953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20"/>
              </a:spcBef>
            </a:pPr>
            <a:r>
              <a:rPr sz="1850" spc="-1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6816" y="3725967"/>
            <a:ext cx="258445" cy="305435"/>
          </a:xfrm>
          <a:prstGeom prst="rect">
            <a:avLst/>
          </a:prstGeom>
          <a:ln w="16958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20"/>
              </a:spcBef>
            </a:pPr>
            <a:r>
              <a:rPr sz="1850" spc="-10" dirty="0">
                <a:latin typeface="Times New Roman"/>
                <a:cs typeface="Times New Roman"/>
              </a:rPr>
              <a:t>6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40810" y="3725967"/>
            <a:ext cx="236220" cy="305435"/>
          </a:xfrm>
          <a:prstGeom prst="rect">
            <a:avLst/>
          </a:prstGeom>
          <a:ln w="16953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0"/>
              </a:spcBef>
            </a:pPr>
            <a:r>
              <a:rPr sz="1850" spc="-10" dirty="0">
                <a:latin typeface="Times New Roman"/>
                <a:cs typeface="Times New Roman"/>
              </a:rPr>
              <a:t>7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6922" y="4479935"/>
            <a:ext cx="234950" cy="305435"/>
          </a:xfrm>
          <a:prstGeom prst="rect">
            <a:avLst/>
          </a:prstGeom>
          <a:ln w="1691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2215"/>
              </a:lnSpc>
            </a:pPr>
            <a:r>
              <a:rPr sz="1850" spc="-10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21430" y="4479935"/>
            <a:ext cx="257175" cy="305435"/>
          </a:xfrm>
          <a:prstGeom prst="rect">
            <a:avLst/>
          </a:prstGeom>
          <a:ln w="1698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ts val="2215"/>
              </a:lnSpc>
            </a:pPr>
            <a:r>
              <a:rPr sz="1850" spc="-10" dirty="0">
                <a:latin typeface="Times New Roman"/>
                <a:cs typeface="Times New Roman"/>
              </a:rPr>
              <a:t>9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5298" y="4043913"/>
            <a:ext cx="605790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30" dirty="0">
                <a:latin typeface="Times New Roman"/>
                <a:cs typeface="Times New Roman"/>
              </a:rPr>
              <a:t>m</a:t>
            </a:r>
            <a:r>
              <a:rPr sz="1850" spc="-10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g</a:t>
            </a:r>
            <a:r>
              <a:rPr sz="1850" spc="-10" dirty="0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87688" y="4479935"/>
            <a:ext cx="514350" cy="305435"/>
          </a:xfrm>
          <a:custGeom>
            <a:avLst/>
            <a:gdLst/>
            <a:ahLst/>
            <a:cxnLst/>
            <a:rect l="l" t="t" r="r" b="b"/>
            <a:pathLst>
              <a:path w="514350" h="305435">
                <a:moveTo>
                  <a:pt x="0" y="305028"/>
                </a:moveTo>
                <a:lnTo>
                  <a:pt x="513924" y="305028"/>
                </a:lnTo>
                <a:lnTo>
                  <a:pt x="513924" y="0"/>
                </a:lnTo>
                <a:lnTo>
                  <a:pt x="0" y="0"/>
                </a:lnTo>
                <a:lnTo>
                  <a:pt x="0" y="305028"/>
                </a:lnTo>
                <a:close/>
              </a:path>
            </a:pathLst>
          </a:custGeom>
          <a:ln w="1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096183" y="4467638"/>
            <a:ext cx="49720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0"/>
              </a:spcBef>
            </a:pPr>
            <a:r>
              <a:rPr sz="1850" spc="-10" dirty="0">
                <a:latin typeface="Times New Roman"/>
                <a:cs typeface="Times New Roman"/>
              </a:rPr>
              <a:t>4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5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396096" y="4479935"/>
            <a:ext cx="492125" cy="305435"/>
          </a:xfrm>
          <a:custGeom>
            <a:avLst/>
            <a:gdLst/>
            <a:ahLst/>
            <a:cxnLst/>
            <a:rect l="l" t="t" r="r" b="b"/>
            <a:pathLst>
              <a:path w="492125" h="305435">
                <a:moveTo>
                  <a:pt x="0" y="305028"/>
                </a:moveTo>
                <a:lnTo>
                  <a:pt x="491750" y="305028"/>
                </a:lnTo>
                <a:lnTo>
                  <a:pt x="491750" y="0"/>
                </a:lnTo>
                <a:lnTo>
                  <a:pt x="0" y="0"/>
                </a:lnTo>
                <a:lnTo>
                  <a:pt x="0" y="305028"/>
                </a:lnTo>
                <a:close/>
              </a:path>
            </a:pathLst>
          </a:custGeom>
          <a:ln w="169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396096" y="4479935"/>
            <a:ext cx="236220" cy="305435"/>
          </a:xfrm>
          <a:prstGeom prst="rect">
            <a:avLst/>
          </a:prstGeom>
          <a:ln w="1691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2215"/>
              </a:lnSpc>
            </a:pPr>
            <a:r>
              <a:rPr sz="1850" spc="-1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32308" y="4479935"/>
            <a:ext cx="255904" cy="305435"/>
          </a:xfrm>
          <a:prstGeom prst="rect">
            <a:avLst/>
          </a:prstGeom>
          <a:ln w="1698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ts val="2215"/>
              </a:lnSpc>
            </a:pPr>
            <a:r>
              <a:rPr sz="1850" spc="-10" dirty="0">
                <a:latin typeface="Times New Roman"/>
                <a:cs typeface="Times New Roman"/>
              </a:rPr>
              <a:t>8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496862" y="4479935"/>
            <a:ext cx="492125" cy="305435"/>
          </a:xfrm>
          <a:custGeom>
            <a:avLst/>
            <a:gdLst/>
            <a:ahLst/>
            <a:cxnLst/>
            <a:rect l="l" t="t" r="r" b="b"/>
            <a:pathLst>
              <a:path w="492125" h="305435">
                <a:moveTo>
                  <a:pt x="0" y="305028"/>
                </a:moveTo>
                <a:lnTo>
                  <a:pt x="491750" y="305028"/>
                </a:lnTo>
                <a:lnTo>
                  <a:pt x="491750" y="0"/>
                </a:lnTo>
                <a:lnTo>
                  <a:pt x="0" y="0"/>
                </a:lnTo>
                <a:lnTo>
                  <a:pt x="0" y="305028"/>
                </a:lnTo>
                <a:close/>
              </a:path>
            </a:pathLst>
          </a:custGeom>
          <a:ln w="169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496862" y="4479935"/>
            <a:ext cx="258445" cy="305435"/>
          </a:xfrm>
          <a:prstGeom prst="rect">
            <a:avLst/>
          </a:prstGeom>
          <a:ln w="1691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2215"/>
              </a:lnSpc>
            </a:pPr>
            <a:r>
              <a:rPr sz="1850" spc="-10" dirty="0">
                <a:latin typeface="Times New Roman"/>
                <a:cs typeface="Times New Roman"/>
              </a:rPr>
              <a:t>6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55248" y="4479935"/>
            <a:ext cx="233679" cy="305435"/>
          </a:xfrm>
          <a:prstGeom prst="rect">
            <a:avLst/>
          </a:prstGeom>
          <a:ln w="1698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2215"/>
              </a:lnSpc>
            </a:pPr>
            <a:r>
              <a:rPr sz="1850" spc="-10" dirty="0">
                <a:latin typeface="Times New Roman"/>
                <a:cs typeface="Times New Roman"/>
              </a:rPr>
              <a:t>7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1581" y="1906863"/>
            <a:ext cx="143860" cy="25188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3584" y="1906863"/>
            <a:ext cx="143790" cy="251887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2180415" y="2751712"/>
            <a:ext cx="1241425" cy="254000"/>
            <a:chOff x="2180415" y="2751712"/>
            <a:chExt cx="1241425" cy="254000"/>
          </a:xfrm>
        </p:grpSpPr>
        <p:sp>
          <p:nvSpPr>
            <p:cNvPr id="36" name="object 36"/>
            <p:cNvSpPr/>
            <p:nvPr/>
          </p:nvSpPr>
          <p:spPr>
            <a:xfrm>
              <a:off x="2245354" y="276022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825" y="0"/>
                  </a:lnTo>
                </a:path>
              </a:pathLst>
            </a:custGeom>
            <a:ln w="17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80415" y="2754360"/>
              <a:ext cx="143276" cy="25118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8287" y="2754360"/>
              <a:ext cx="143323" cy="251183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4611763" y="2751712"/>
            <a:ext cx="1244600" cy="254000"/>
            <a:chOff x="4611763" y="2751712"/>
            <a:chExt cx="1244600" cy="254000"/>
          </a:xfrm>
        </p:grpSpPr>
        <p:sp>
          <p:nvSpPr>
            <p:cNvPr id="40" name="object 40"/>
            <p:cNvSpPr/>
            <p:nvPr/>
          </p:nvSpPr>
          <p:spPr>
            <a:xfrm>
              <a:off x="4677356" y="2760220"/>
              <a:ext cx="1101090" cy="0"/>
            </a:xfrm>
            <a:custGeom>
              <a:avLst/>
              <a:gdLst/>
              <a:ahLst/>
              <a:cxnLst/>
              <a:rect l="l" t="t" r="r" b="b"/>
              <a:pathLst>
                <a:path w="1101089">
                  <a:moveTo>
                    <a:pt x="0" y="0"/>
                  </a:moveTo>
                  <a:lnTo>
                    <a:pt x="1100766" y="0"/>
                  </a:lnTo>
                </a:path>
              </a:pathLst>
            </a:custGeom>
            <a:ln w="17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1763" y="2754360"/>
              <a:ext cx="143790" cy="25118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2529" y="2754360"/>
              <a:ext cx="143790" cy="251183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1851422" y="3505773"/>
            <a:ext cx="706120" cy="252095"/>
            <a:chOff x="1851422" y="3505773"/>
            <a:chExt cx="706120" cy="252095"/>
          </a:xfrm>
        </p:grpSpPr>
        <p:sp>
          <p:nvSpPr>
            <p:cNvPr id="44" name="object 44"/>
            <p:cNvSpPr/>
            <p:nvPr/>
          </p:nvSpPr>
          <p:spPr>
            <a:xfrm>
              <a:off x="1916922" y="3514281"/>
              <a:ext cx="561340" cy="0"/>
            </a:xfrm>
            <a:custGeom>
              <a:avLst/>
              <a:gdLst/>
              <a:ahLst/>
              <a:cxnLst/>
              <a:rect l="l" t="t" r="r" b="b"/>
              <a:pathLst>
                <a:path w="561339">
                  <a:moveTo>
                    <a:pt x="0" y="0"/>
                  </a:moveTo>
                  <a:lnTo>
                    <a:pt x="561166" y="0"/>
                  </a:lnTo>
                </a:path>
              </a:pathLst>
            </a:custGeom>
            <a:ln w="17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51422" y="3508186"/>
              <a:ext cx="143860" cy="24907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13172" y="3508186"/>
              <a:ext cx="143860" cy="249070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2997096" y="3505773"/>
            <a:ext cx="753745" cy="252095"/>
            <a:chOff x="2997096" y="3505773"/>
            <a:chExt cx="753745" cy="252095"/>
          </a:xfrm>
        </p:grpSpPr>
        <p:sp>
          <p:nvSpPr>
            <p:cNvPr id="48" name="object 48"/>
            <p:cNvSpPr/>
            <p:nvPr/>
          </p:nvSpPr>
          <p:spPr>
            <a:xfrm>
              <a:off x="3062596" y="351428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8992" y="0"/>
                  </a:lnTo>
                </a:path>
              </a:pathLst>
            </a:custGeom>
            <a:ln w="17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7096" y="3508186"/>
              <a:ext cx="143860" cy="24907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06696" y="3508186"/>
              <a:ext cx="143790" cy="249070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4238539" y="3293831"/>
            <a:ext cx="753110" cy="463550"/>
            <a:chOff x="4238539" y="3293831"/>
            <a:chExt cx="753110" cy="463550"/>
          </a:xfrm>
        </p:grpSpPr>
        <p:sp>
          <p:nvSpPr>
            <p:cNvPr id="52" name="object 52"/>
            <p:cNvSpPr/>
            <p:nvPr/>
          </p:nvSpPr>
          <p:spPr>
            <a:xfrm>
              <a:off x="4303432" y="3514281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436" y="0"/>
                  </a:lnTo>
                </a:path>
              </a:pathLst>
            </a:custGeom>
            <a:ln w="17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8539" y="3508186"/>
              <a:ext cx="143790" cy="24907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47975" y="3508186"/>
              <a:ext cx="143323" cy="24907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677357" y="3302289"/>
              <a:ext cx="2540" cy="212090"/>
            </a:xfrm>
            <a:custGeom>
              <a:avLst/>
              <a:gdLst/>
              <a:ahLst/>
              <a:cxnLst/>
              <a:rect l="l" t="t" r="r" b="b"/>
              <a:pathLst>
                <a:path w="2539" h="212089">
                  <a:moveTo>
                    <a:pt x="2334" y="0"/>
                  </a:moveTo>
                  <a:lnTo>
                    <a:pt x="0" y="211991"/>
                  </a:lnTo>
                </a:path>
              </a:pathLst>
            </a:custGeom>
            <a:ln w="16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31969" y="3508186"/>
            <a:ext cx="143790" cy="24907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993790" y="3508187"/>
            <a:ext cx="143090" cy="249070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1930637" y="4030996"/>
            <a:ext cx="579120" cy="480695"/>
            <a:chOff x="1930637" y="4030996"/>
            <a:chExt cx="579120" cy="480695"/>
          </a:xfrm>
        </p:grpSpPr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54740" y="4259384"/>
              <a:ext cx="143860" cy="25188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939096" y="4030996"/>
              <a:ext cx="561975" cy="237490"/>
            </a:xfrm>
            <a:custGeom>
              <a:avLst/>
              <a:gdLst/>
              <a:ahLst/>
              <a:cxnLst/>
              <a:rect l="l" t="t" r="r" b="b"/>
              <a:pathLst>
                <a:path w="561975" h="237489">
                  <a:moveTo>
                    <a:pt x="0" y="237369"/>
                  </a:moveTo>
                  <a:lnTo>
                    <a:pt x="561750" y="237369"/>
                  </a:lnTo>
                </a:path>
                <a:path w="561975" h="237489">
                  <a:moveTo>
                    <a:pt x="0" y="0"/>
                  </a:moveTo>
                  <a:lnTo>
                    <a:pt x="0" y="237369"/>
                  </a:lnTo>
                </a:path>
                <a:path w="561975" h="237489">
                  <a:moveTo>
                    <a:pt x="561750" y="0"/>
                  </a:moveTo>
                  <a:lnTo>
                    <a:pt x="561750" y="237369"/>
                  </a:lnTo>
                </a:path>
              </a:pathLst>
            </a:custGeom>
            <a:ln w="1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3054024" y="4022423"/>
            <a:ext cx="581660" cy="771525"/>
            <a:chOff x="3054024" y="4022423"/>
            <a:chExt cx="581660" cy="771525"/>
          </a:xfrm>
        </p:grpSpPr>
        <p:sp>
          <p:nvSpPr>
            <p:cNvPr id="62" name="object 62"/>
            <p:cNvSpPr/>
            <p:nvPr/>
          </p:nvSpPr>
          <p:spPr>
            <a:xfrm>
              <a:off x="3343180" y="4479958"/>
              <a:ext cx="3175" cy="305435"/>
            </a:xfrm>
            <a:custGeom>
              <a:avLst/>
              <a:gdLst/>
              <a:ahLst/>
              <a:cxnLst/>
              <a:rect l="l" t="t" r="r" b="b"/>
              <a:pathLst>
                <a:path w="3175" h="305435">
                  <a:moveTo>
                    <a:pt x="0" y="0"/>
                  </a:moveTo>
                  <a:lnTo>
                    <a:pt x="3034" y="305005"/>
                  </a:lnTo>
                </a:path>
              </a:pathLst>
            </a:custGeom>
            <a:ln w="16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78287" y="4259383"/>
              <a:ext cx="143323" cy="25188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062596" y="4030996"/>
              <a:ext cx="564515" cy="237490"/>
            </a:xfrm>
            <a:custGeom>
              <a:avLst/>
              <a:gdLst/>
              <a:ahLst/>
              <a:cxnLst/>
              <a:rect l="l" t="t" r="r" b="b"/>
              <a:pathLst>
                <a:path w="564514" h="237489">
                  <a:moveTo>
                    <a:pt x="0" y="237369"/>
                  </a:moveTo>
                  <a:lnTo>
                    <a:pt x="561143" y="237369"/>
                  </a:lnTo>
                </a:path>
                <a:path w="564514" h="237489">
                  <a:moveTo>
                    <a:pt x="0" y="0"/>
                  </a:moveTo>
                  <a:lnTo>
                    <a:pt x="2917" y="237369"/>
                  </a:lnTo>
                </a:path>
                <a:path w="564514" h="237489">
                  <a:moveTo>
                    <a:pt x="561143" y="0"/>
                  </a:moveTo>
                  <a:lnTo>
                    <a:pt x="564177" y="237369"/>
                  </a:lnTo>
                </a:path>
              </a:pathLst>
            </a:custGeom>
            <a:ln w="1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4342709" y="4022423"/>
            <a:ext cx="1702435" cy="488950"/>
            <a:chOff x="4342709" y="4022423"/>
            <a:chExt cx="1702435" cy="488950"/>
          </a:xfrm>
        </p:grpSpPr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66948" y="4259383"/>
              <a:ext cx="143790" cy="25188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4351281" y="4030996"/>
              <a:ext cx="561975" cy="237490"/>
            </a:xfrm>
            <a:custGeom>
              <a:avLst/>
              <a:gdLst/>
              <a:ahLst/>
              <a:cxnLst/>
              <a:rect l="l" t="t" r="r" b="b"/>
              <a:pathLst>
                <a:path w="561975" h="237489">
                  <a:moveTo>
                    <a:pt x="0" y="237369"/>
                  </a:moveTo>
                  <a:lnTo>
                    <a:pt x="561586" y="237369"/>
                  </a:lnTo>
                </a:path>
                <a:path w="561975" h="237489">
                  <a:moveTo>
                    <a:pt x="0" y="0"/>
                  </a:moveTo>
                  <a:lnTo>
                    <a:pt x="0" y="237369"/>
                  </a:lnTo>
                </a:path>
                <a:path w="561975" h="237489">
                  <a:moveTo>
                    <a:pt x="561586" y="0"/>
                  </a:moveTo>
                  <a:lnTo>
                    <a:pt x="561586" y="237369"/>
                  </a:lnTo>
                </a:path>
              </a:pathLst>
            </a:custGeom>
            <a:ln w="1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90355" y="4259383"/>
              <a:ext cx="143323" cy="251887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474688" y="4030996"/>
              <a:ext cx="561975" cy="237490"/>
            </a:xfrm>
            <a:custGeom>
              <a:avLst/>
              <a:gdLst/>
              <a:ahLst/>
              <a:cxnLst/>
              <a:rect l="l" t="t" r="r" b="b"/>
              <a:pathLst>
                <a:path w="561975" h="237489">
                  <a:moveTo>
                    <a:pt x="0" y="237369"/>
                  </a:moveTo>
                  <a:lnTo>
                    <a:pt x="561820" y="237369"/>
                  </a:lnTo>
                </a:path>
                <a:path w="561975" h="237489">
                  <a:moveTo>
                    <a:pt x="0" y="0"/>
                  </a:moveTo>
                  <a:lnTo>
                    <a:pt x="0" y="237369"/>
                  </a:lnTo>
                </a:path>
                <a:path w="561975" h="237489">
                  <a:moveTo>
                    <a:pt x="561820" y="0"/>
                  </a:moveTo>
                  <a:lnTo>
                    <a:pt x="561820" y="237369"/>
                  </a:lnTo>
                </a:path>
              </a:pathLst>
            </a:custGeom>
            <a:ln w="1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0" name="object 70"/>
          <p:cNvGraphicFramePr>
            <a:graphicFrameLocks noGrp="1"/>
          </p:cNvGraphicFramePr>
          <p:nvPr/>
        </p:nvGraphicFramePr>
        <p:xfrm>
          <a:off x="2281759" y="5248405"/>
          <a:ext cx="3491229" cy="58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7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9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54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5028"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6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1" name="object 71"/>
          <p:cNvGraphicFramePr>
            <a:graphicFrameLocks noGrp="1"/>
          </p:cNvGraphicFramePr>
          <p:nvPr/>
        </p:nvGraphicFramePr>
        <p:xfrm>
          <a:off x="2983507" y="6024764"/>
          <a:ext cx="1877060" cy="322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43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1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5028">
                <a:tc>
                  <a:txBody>
                    <a:bodyPr/>
                    <a:lstStyle/>
                    <a:p>
                      <a:pPr marL="7556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2215"/>
                        </a:lnSpc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2" name="object 72"/>
          <p:cNvGrpSpPr/>
          <p:nvPr/>
        </p:nvGrpSpPr>
        <p:grpSpPr>
          <a:xfrm>
            <a:off x="2211804" y="4776505"/>
            <a:ext cx="1143000" cy="511175"/>
            <a:chOff x="2211804" y="4776505"/>
            <a:chExt cx="1143000" cy="511175"/>
          </a:xfrm>
        </p:grpSpPr>
        <p:pic>
          <p:nvPicPr>
            <p:cNvPr id="73" name="object 7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16513" y="5035771"/>
              <a:ext cx="143860" cy="251864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220263" y="4784963"/>
              <a:ext cx="1126490" cy="260985"/>
            </a:xfrm>
            <a:custGeom>
              <a:avLst/>
              <a:gdLst/>
              <a:ahLst/>
              <a:cxnLst/>
              <a:rect l="l" t="t" r="r" b="b"/>
              <a:pathLst>
                <a:path w="1126489" h="260985">
                  <a:moveTo>
                    <a:pt x="0" y="260376"/>
                  </a:moveTo>
                  <a:lnTo>
                    <a:pt x="1122916" y="260376"/>
                  </a:lnTo>
                </a:path>
                <a:path w="1126489" h="260985">
                  <a:moveTo>
                    <a:pt x="0" y="0"/>
                  </a:moveTo>
                  <a:lnTo>
                    <a:pt x="2334" y="260376"/>
                  </a:lnTo>
                </a:path>
                <a:path w="1126489" h="260985">
                  <a:moveTo>
                    <a:pt x="1122916" y="0"/>
                  </a:moveTo>
                  <a:lnTo>
                    <a:pt x="1125951" y="260376"/>
                  </a:lnTo>
                </a:path>
              </a:pathLst>
            </a:custGeom>
            <a:ln w="1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4623850" y="4784963"/>
            <a:ext cx="1140460" cy="502920"/>
            <a:chOff x="4623850" y="4784963"/>
            <a:chExt cx="1140460" cy="502920"/>
          </a:xfrm>
        </p:grpSpPr>
        <p:pic>
          <p:nvPicPr>
            <p:cNvPr id="76" name="object 7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51410" y="5035771"/>
              <a:ext cx="143323" cy="25186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632308" y="4784963"/>
              <a:ext cx="1123315" cy="260985"/>
            </a:xfrm>
            <a:custGeom>
              <a:avLst/>
              <a:gdLst/>
              <a:ahLst/>
              <a:cxnLst/>
              <a:rect l="l" t="t" r="r" b="b"/>
              <a:pathLst>
                <a:path w="1123314" h="260985">
                  <a:moveTo>
                    <a:pt x="0" y="260376"/>
                  </a:moveTo>
                  <a:lnTo>
                    <a:pt x="1122940" y="260376"/>
                  </a:lnTo>
                </a:path>
                <a:path w="1123314" h="260985">
                  <a:moveTo>
                    <a:pt x="0" y="0"/>
                  </a:moveTo>
                  <a:lnTo>
                    <a:pt x="0" y="260376"/>
                  </a:lnTo>
                </a:path>
                <a:path w="1123314" h="260985">
                  <a:moveTo>
                    <a:pt x="1122940" y="0"/>
                  </a:moveTo>
                  <a:lnTo>
                    <a:pt x="1122940" y="260376"/>
                  </a:lnTo>
                </a:path>
              </a:pathLst>
            </a:custGeom>
            <a:ln w="1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8" name="object 7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887256" y="5812721"/>
            <a:ext cx="143790" cy="251864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1193719" y="4891387"/>
            <a:ext cx="1004569" cy="1130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15" dirty="0">
                <a:latin typeface="Times New Roman"/>
                <a:cs typeface="Times New Roman"/>
              </a:rPr>
              <a:t>merge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410845">
              <a:lnSpc>
                <a:spcPct val="100000"/>
              </a:lnSpc>
            </a:pPr>
            <a:r>
              <a:rPr sz="1850" spc="-30" dirty="0">
                <a:latin typeface="Times New Roman"/>
                <a:cs typeface="Times New Roman"/>
              </a:rPr>
              <a:t>m</a:t>
            </a:r>
            <a:r>
              <a:rPr sz="1850" spc="-10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g</a:t>
            </a:r>
            <a:r>
              <a:rPr sz="1850" spc="-10" dirty="0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208602" y="2538772"/>
            <a:ext cx="608330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5" dirty="0">
                <a:latin typeface="Times New Roman"/>
                <a:cs typeface="Times New Roman"/>
              </a:rPr>
              <a:t>di</a:t>
            </a:r>
            <a:r>
              <a:rPr sz="1850" spc="-25" dirty="0">
                <a:latin typeface="Times New Roman"/>
                <a:cs typeface="Times New Roman"/>
              </a:rPr>
              <a:t>v</a:t>
            </a:r>
            <a:r>
              <a:rPr sz="1850" spc="-5" dirty="0">
                <a:latin typeface="Times New Roman"/>
                <a:cs typeface="Times New Roman"/>
              </a:rPr>
              <a:t>id</a:t>
            </a:r>
            <a:r>
              <a:rPr sz="1850" spc="-10" dirty="0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08602" y="4656882"/>
            <a:ext cx="77533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15" dirty="0">
                <a:latin typeface="Times New Roman"/>
                <a:cs typeface="Times New Roman"/>
              </a:rPr>
              <a:t>conquer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6738142" y="1796984"/>
            <a:ext cx="280670" cy="1999614"/>
          </a:xfrm>
          <a:custGeom>
            <a:avLst/>
            <a:gdLst/>
            <a:ahLst/>
            <a:cxnLst/>
            <a:rect l="l" t="t" r="r" b="b"/>
            <a:pathLst>
              <a:path w="280670" h="1999614">
                <a:moveTo>
                  <a:pt x="280559" y="23006"/>
                </a:moveTo>
                <a:lnTo>
                  <a:pt x="280560" y="1999482"/>
                </a:lnTo>
              </a:path>
              <a:path w="280670" h="1999614">
                <a:moveTo>
                  <a:pt x="0" y="0"/>
                </a:moveTo>
                <a:lnTo>
                  <a:pt x="280559" y="0"/>
                </a:lnTo>
              </a:path>
              <a:path w="280670" h="1999614">
                <a:moveTo>
                  <a:pt x="0" y="1999482"/>
                </a:moveTo>
                <a:lnTo>
                  <a:pt x="280560" y="1999482"/>
                </a:lnTo>
              </a:path>
            </a:pathLst>
          </a:custGeom>
          <a:ln w="16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738142" y="3985686"/>
            <a:ext cx="280670" cy="2000250"/>
          </a:xfrm>
          <a:custGeom>
            <a:avLst/>
            <a:gdLst/>
            <a:ahLst/>
            <a:cxnLst/>
            <a:rect l="l" t="t" r="r" b="b"/>
            <a:pathLst>
              <a:path w="280670" h="2000250">
                <a:moveTo>
                  <a:pt x="280559" y="23006"/>
                </a:moveTo>
                <a:lnTo>
                  <a:pt x="280560" y="1999975"/>
                </a:lnTo>
              </a:path>
              <a:path w="280670" h="2000250">
                <a:moveTo>
                  <a:pt x="0" y="0"/>
                </a:moveTo>
                <a:lnTo>
                  <a:pt x="280559" y="0"/>
                </a:lnTo>
              </a:path>
              <a:path w="280670" h="2000250">
                <a:moveTo>
                  <a:pt x="0" y="1999975"/>
                </a:moveTo>
                <a:lnTo>
                  <a:pt x="280560" y="1999975"/>
                </a:lnTo>
              </a:path>
            </a:pathLst>
          </a:custGeom>
          <a:ln w="16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4072" y="268478"/>
            <a:ext cx="4434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Merge</a:t>
            </a:r>
            <a:r>
              <a:rPr spc="-85" dirty="0"/>
              <a:t> Two</a:t>
            </a:r>
            <a:r>
              <a:rPr spc="-20" dirty="0"/>
              <a:t> </a:t>
            </a:r>
            <a:r>
              <a:rPr dirty="0"/>
              <a:t>Sorted</a:t>
            </a:r>
            <a:r>
              <a:rPr spc="-20" dirty="0"/>
              <a:t> </a:t>
            </a:r>
            <a:r>
              <a:rPr spc="-5" dirty="0"/>
              <a:t>Lists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3710" y="2436316"/>
          <a:ext cx="950594" cy="31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418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68799" y="1722101"/>
            <a:ext cx="7239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" dirty="0">
                <a:latin typeface="Times New Roman"/>
                <a:cs typeface="Times New Roman"/>
              </a:rPr>
              <a:t>current1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5541" y="1970503"/>
            <a:ext cx="126364" cy="454025"/>
          </a:xfrm>
          <a:custGeom>
            <a:avLst/>
            <a:gdLst/>
            <a:ahLst/>
            <a:cxnLst/>
            <a:rect l="l" t="t" r="r" b="b"/>
            <a:pathLst>
              <a:path w="126365" h="454025">
                <a:moveTo>
                  <a:pt x="0" y="327281"/>
                </a:moveTo>
                <a:lnTo>
                  <a:pt x="63456" y="453678"/>
                </a:lnTo>
                <a:lnTo>
                  <a:pt x="100068" y="379824"/>
                </a:lnTo>
                <a:lnTo>
                  <a:pt x="57477" y="379824"/>
                </a:lnTo>
                <a:lnTo>
                  <a:pt x="52740" y="375181"/>
                </a:lnTo>
                <a:lnTo>
                  <a:pt x="52709" y="362277"/>
                </a:lnTo>
                <a:lnTo>
                  <a:pt x="0" y="327281"/>
                </a:lnTo>
                <a:close/>
              </a:path>
              <a:path w="126365" h="454025">
                <a:moveTo>
                  <a:pt x="52709" y="362277"/>
                </a:moveTo>
                <a:lnTo>
                  <a:pt x="52740" y="375181"/>
                </a:lnTo>
                <a:lnTo>
                  <a:pt x="57477" y="379824"/>
                </a:lnTo>
                <a:lnTo>
                  <a:pt x="69099" y="379824"/>
                </a:lnTo>
                <a:lnTo>
                  <a:pt x="73794" y="375181"/>
                </a:lnTo>
                <a:lnTo>
                  <a:pt x="73780" y="369273"/>
                </a:lnTo>
                <a:lnTo>
                  <a:pt x="63246" y="369273"/>
                </a:lnTo>
                <a:lnTo>
                  <a:pt x="52709" y="362277"/>
                </a:lnTo>
                <a:close/>
              </a:path>
              <a:path w="126365" h="454025">
                <a:moveTo>
                  <a:pt x="126324" y="326859"/>
                </a:moveTo>
                <a:lnTo>
                  <a:pt x="73763" y="362201"/>
                </a:lnTo>
                <a:lnTo>
                  <a:pt x="73794" y="375181"/>
                </a:lnTo>
                <a:lnTo>
                  <a:pt x="69099" y="379824"/>
                </a:lnTo>
                <a:lnTo>
                  <a:pt x="100068" y="379824"/>
                </a:lnTo>
                <a:lnTo>
                  <a:pt x="126324" y="326859"/>
                </a:lnTo>
                <a:close/>
              </a:path>
              <a:path w="126365" h="454025">
                <a:moveTo>
                  <a:pt x="68194" y="0"/>
                </a:moveTo>
                <a:lnTo>
                  <a:pt x="56572" y="0"/>
                </a:lnTo>
                <a:lnTo>
                  <a:pt x="51856" y="4853"/>
                </a:lnTo>
                <a:lnTo>
                  <a:pt x="52709" y="362277"/>
                </a:lnTo>
                <a:lnTo>
                  <a:pt x="63246" y="369273"/>
                </a:lnTo>
                <a:lnTo>
                  <a:pt x="73650" y="362277"/>
                </a:lnTo>
                <a:lnTo>
                  <a:pt x="73680" y="326859"/>
                </a:lnTo>
                <a:lnTo>
                  <a:pt x="72910" y="4642"/>
                </a:lnTo>
                <a:lnTo>
                  <a:pt x="68194" y="0"/>
                </a:lnTo>
                <a:close/>
              </a:path>
              <a:path w="126365" h="454025">
                <a:moveTo>
                  <a:pt x="73763" y="362201"/>
                </a:moveTo>
                <a:lnTo>
                  <a:pt x="63246" y="369273"/>
                </a:lnTo>
                <a:lnTo>
                  <a:pt x="73780" y="369273"/>
                </a:lnTo>
                <a:lnTo>
                  <a:pt x="73763" y="362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65817" y="3322572"/>
          <a:ext cx="1771650" cy="31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8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20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5418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844845" y="2436316"/>
          <a:ext cx="950594" cy="31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418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612336" y="1722101"/>
            <a:ext cx="7239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" dirty="0">
                <a:latin typeface="Times New Roman"/>
                <a:cs typeface="Times New Roman"/>
              </a:rPr>
              <a:t>current2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8218" y="1969026"/>
            <a:ext cx="194945" cy="455295"/>
          </a:xfrm>
          <a:custGeom>
            <a:avLst/>
            <a:gdLst/>
            <a:ahLst/>
            <a:cxnLst/>
            <a:rect l="l" t="t" r="r" b="b"/>
            <a:pathLst>
              <a:path w="194944" h="455294">
                <a:moveTo>
                  <a:pt x="76363" y="359355"/>
                </a:moveTo>
                <a:lnTo>
                  <a:pt x="180349" y="455155"/>
                </a:lnTo>
                <a:lnTo>
                  <a:pt x="187053" y="388264"/>
                </a:lnTo>
                <a:lnTo>
                  <a:pt x="148767" y="388264"/>
                </a:lnTo>
                <a:lnTo>
                  <a:pt x="142662" y="385521"/>
                </a:lnTo>
                <a:lnTo>
                  <a:pt x="138037" y="373408"/>
                </a:lnTo>
                <a:lnTo>
                  <a:pt x="76363" y="359355"/>
                </a:lnTo>
                <a:close/>
              </a:path>
              <a:path w="194944" h="455294">
                <a:moveTo>
                  <a:pt x="138037" y="373408"/>
                </a:moveTo>
                <a:lnTo>
                  <a:pt x="142662" y="385521"/>
                </a:lnTo>
                <a:lnTo>
                  <a:pt x="148767" y="388264"/>
                </a:lnTo>
                <a:lnTo>
                  <a:pt x="154031" y="386154"/>
                </a:lnTo>
                <a:lnTo>
                  <a:pt x="159505" y="384044"/>
                </a:lnTo>
                <a:lnTo>
                  <a:pt x="162242" y="377924"/>
                </a:lnTo>
                <a:lnTo>
                  <a:pt x="161594" y="376236"/>
                </a:lnTo>
                <a:lnTo>
                  <a:pt x="150452" y="376236"/>
                </a:lnTo>
                <a:lnTo>
                  <a:pt x="138037" y="373408"/>
                </a:lnTo>
                <a:close/>
              </a:path>
              <a:path w="194944" h="455294">
                <a:moveTo>
                  <a:pt x="194455" y="314409"/>
                </a:moveTo>
                <a:lnTo>
                  <a:pt x="157707" y="366043"/>
                </a:lnTo>
                <a:lnTo>
                  <a:pt x="162242" y="377924"/>
                </a:lnTo>
                <a:lnTo>
                  <a:pt x="159505" y="384044"/>
                </a:lnTo>
                <a:lnTo>
                  <a:pt x="154031" y="386154"/>
                </a:lnTo>
                <a:lnTo>
                  <a:pt x="148767" y="388264"/>
                </a:lnTo>
                <a:lnTo>
                  <a:pt x="187053" y="388264"/>
                </a:lnTo>
                <a:lnTo>
                  <a:pt x="194455" y="314409"/>
                </a:lnTo>
                <a:close/>
              </a:path>
              <a:path w="194944" h="455294">
                <a:moveTo>
                  <a:pt x="13600" y="0"/>
                </a:moveTo>
                <a:lnTo>
                  <a:pt x="2737" y="4220"/>
                </a:lnTo>
                <a:lnTo>
                  <a:pt x="0" y="10339"/>
                </a:lnTo>
                <a:lnTo>
                  <a:pt x="138037" y="373408"/>
                </a:lnTo>
                <a:lnTo>
                  <a:pt x="150452" y="376236"/>
                </a:lnTo>
                <a:lnTo>
                  <a:pt x="157707" y="366043"/>
                </a:lnTo>
                <a:lnTo>
                  <a:pt x="21748" y="8229"/>
                </a:lnTo>
                <a:lnTo>
                  <a:pt x="19685" y="2743"/>
                </a:lnTo>
                <a:lnTo>
                  <a:pt x="13600" y="0"/>
                </a:lnTo>
                <a:close/>
              </a:path>
              <a:path w="194944" h="455294">
                <a:moveTo>
                  <a:pt x="157707" y="366043"/>
                </a:moveTo>
                <a:lnTo>
                  <a:pt x="150452" y="376236"/>
                </a:lnTo>
                <a:lnTo>
                  <a:pt x="161594" y="376236"/>
                </a:lnTo>
                <a:lnTo>
                  <a:pt x="157707" y="366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04508" y="2685627"/>
            <a:ext cx="812165" cy="729615"/>
          </a:xfrm>
          <a:custGeom>
            <a:avLst/>
            <a:gdLst/>
            <a:ahLst/>
            <a:cxnLst/>
            <a:rect l="l" t="t" r="r" b="b"/>
            <a:pathLst>
              <a:path w="812165" h="729614">
                <a:moveTo>
                  <a:pt x="736903" y="676145"/>
                </a:moveTo>
                <a:lnTo>
                  <a:pt x="675624" y="692018"/>
                </a:lnTo>
                <a:lnTo>
                  <a:pt x="811844" y="729262"/>
                </a:lnTo>
                <a:lnTo>
                  <a:pt x="794248" y="684738"/>
                </a:lnTo>
                <a:lnTo>
                  <a:pt x="746366" y="684738"/>
                </a:lnTo>
                <a:lnTo>
                  <a:pt x="742155" y="680855"/>
                </a:lnTo>
                <a:lnTo>
                  <a:pt x="736903" y="676145"/>
                </a:lnTo>
                <a:close/>
              </a:path>
              <a:path w="812165" h="729614">
                <a:moveTo>
                  <a:pt x="750883" y="660501"/>
                </a:moveTo>
                <a:lnTo>
                  <a:pt x="749103" y="672984"/>
                </a:lnTo>
                <a:lnTo>
                  <a:pt x="736903" y="676145"/>
                </a:lnTo>
                <a:lnTo>
                  <a:pt x="742155" y="680855"/>
                </a:lnTo>
                <a:lnTo>
                  <a:pt x="746366" y="684738"/>
                </a:lnTo>
                <a:lnTo>
                  <a:pt x="753103" y="684358"/>
                </a:lnTo>
                <a:lnTo>
                  <a:pt x="756893" y="680032"/>
                </a:lnTo>
                <a:lnTo>
                  <a:pt x="760893" y="675685"/>
                </a:lnTo>
                <a:lnTo>
                  <a:pt x="760472" y="669017"/>
                </a:lnTo>
                <a:lnTo>
                  <a:pt x="756051" y="665135"/>
                </a:lnTo>
                <a:lnTo>
                  <a:pt x="750883" y="660501"/>
                </a:lnTo>
                <a:close/>
              </a:path>
              <a:path w="812165" h="729614">
                <a:moveTo>
                  <a:pt x="759840" y="597674"/>
                </a:moveTo>
                <a:lnTo>
                  <a:pt x="750883" y="660501"/>
                </a:lnTo>
                <a:lnTo>
                  <a:pt x="756051" y="665135"/>
                </a:lnTo>
                <a:lnTo>
                  <a:pt x="760472" y="669017"/>
                </a:lnTo>
                <a:lnTo>
                  <a:pt x="760893" y="675685"/>
                </a:lnTo>
                <a:lnTo>
                  <a:pt x="756893" y="680032"/>
                </a:lnTo>
                <a:lnTo>
                  <a:pt x="753103" y="684358"/>
                </a:lnTo>
                <a:lnTo>
                  <a:pt x="746366" y="684738"/>
                </a:lnTo>
                <a:lnTo>
                  <a:pt x="794248" y="684738"/>
                </a:lnTo>
                <a:lnTo>
                  <a:pt x="759840" y="597674"/>
                </a:lnTo>
                <a:close/>
              </a:path>
              <a:path w="812165" h="729614">
                <a:moveTo>
                  <a:pt x="14527" y="0"/>
                </a:moveTo>
                <a:lnTo>
                  <a:pt x="7790" y="422"/>
                </a:lnTo>
                <a:lnTo>
                  <a:pt x="4000" y="4853"/>
                </a:lnTo>
                <a:lnTo>
                  <a:pt x="0" y="9073"/>
                </a:lnTo>
                <a:lnTo>
                  <a:pt x="421" y="15826"/>
                </a:lnTo>
                <a:lnTo>
                  <a:pt x="4842" y="19624"/>
                </a:lnTo>
                <a:lnTo>
                  <a:pt x="736903" y="676145"/>
                </a:lnTo>
                <a:lnTo>
                  <a:pt x="749103" y="672984"/>
                </a:lnTo>
                <a:lnTo>
                  <a:pt x="750883" y="660501"/>
                </a:lnTo>
                <a:lnTo>
                  <a:pt x="18738" y="4009"/>
                </a:lnTo>
                <a:lnTo>
                  <a:pt x="145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9169" y="3668105"/>
            <a:ext cx="191770" cy="434340"/>
          </a:xfrm>
          <a:custGeom>
            <a:avLst/>
            <a:gdLst/>
            <a:ahLst/>
            <a:cxnLst/>
            <a:rect l="l" t="t" r="r" b="b"/>
            <a:pathLst>
              <a:path w="191769" h="434339">
                <a:moveTo>
                  <a:pt x="148199" y="78454"/>
                </a:moveTo>
                <a:lnTo>
                  <a:pt x="135832" y="81091"/>
                </a:lnTo>
                <a:lnTo>
                  <a:pt x="0" y="423545"/>
                </a:lnTo>
                <a:lnTo>
                  <a:pt x="2652" y="429686"/>
                </a:lnTo>
                <a:lnTo>
                  <a:pt x="13453" y="433991"/>
                </a:lnTo>
                <a:lnTo>
                  <a:pt x="19580" y="431353"/>
                </a:lnTo>
                <a:lnTo>
                  <a:pt x="155392" y="88885"/>
                </a:lnTo>
                <a:lnTo>
                  <a:pt x="148199" y="78454"/>
                </a:lnTo>
                <a:close/>
              </a:path>
              <a:path w="191769" h="434339">
                <a:moveTo>
                  <a:pt x="184994" y="66490"/>
                </a:moveTo>
                <a:lnTo>
                  <a:pt x="146704" y="66490"/>
                </a:lnTo>
                <a:lnTo>
                  <a:pt x="157505" y="70794"/>
                </a:lnTo>
                <a:lnTo>
                  <a:pt x="160137" y="76935"/>
                </a:lnTo>
                <a:lnTo>
                  <a:pt x="155392" y="88885"/>
                </a:lnTo>
                <a:lnTo>
                  <a:pt x="191360" y="141041"/>
                </a:lnTo>
                <a:lnTo>
                  <a:pt x="184994" y="66490"/>
                </a:lnTo>
                <a:close/>
              </a:path>
              <a:path w="191769" h="434339">
                <a:moveTo>
                  <a:pt x="179317" y="0"/>
                </a:moveTo>
                <a:lnTo>
                  <a:pt x="73962" y="94280"/>
                </a:lnTo>
                <a:lnTo>
                  <a:pt x="135832" y="81091"/>
                </a:lnTo>
                <a:lnTo>
                  <a:pt x="140577" y="69127"/>
                </a:lnTo>
                <a:lnTo>
                  <a:pt x="146704" y="66490"/>
                </a:lnTo>
                <a:lnTo>
                  <a:pt x="184994" y="66490"/>
                </a:lnTo>
                <a:lnTo>
                  <a:pt x="179317" y="0"/>
                </a:lnTo>
                <a:close/>
              </a:path>
              <a:path w="191769" h="434339">
                <a:moveTo>
                  <a:pt x="159533" y="78454"/>
                </a:moveTo>
                <a:lnTo>
                  <a:pt x="148199" y="78454"/>
                </a:lnTo>
                <a:lnTo>
                  <a:pt x="155392" y="88885"/>
                </a:lnTo>
                <a:lnTo>
                  <a:pt x="159533" y="78454"/>
                </a:lnTo>
                <a:close/>
              </a:path>
              <a:path w="191769" h="434339">
                <a:moveTo>
                  <a:pt x="146704" y="66490"/>
                </a:moveTo>
                <a:lnTo>
                  <a:pt x="140577" y="69127"/>
                </a:lnTo>
                <a:lnTo>
                  <a:pt x="135832" y="81091"/>
                </a:lnTo>
                <a:lnTo>
                  <a:pt x="148199" y="78454"/>
                </a:lnTo>
                <a:lnTo>
                  <a:pt x="159533" y="78454"/>
                </a:lnTo>
                <a:lnTo>
                  <a:pt x="160137" y="76935"/>
                </a:lnTo>
                <a:lnTo>
                  <a:pt x="157505" y="70794"/>
                </a:lnTo>
                <a:lnTo>
                  <a:pt x="146704" y="664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1961" y="4129763"/>
            <a:ext cx="2292350" cy="680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105"/>
              </a:spcBef>
            </a:pPr>
            <a:r>
              <a:rPr sz="1650" spc="-5" dirty="0">
                <a:latin typeface="Times New Roman"/>
                <a:cs typeface="Times New Roman"/>
              </a:rPr>
              <a:t>current3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50" dirty="0">
                <a:latin typeface="Times New Roman"/>
                <a:cs typeface="Times New Roman"/>
              </a:rPr>
              <a:t>(a) </a:t>
            </a:r>
            <a:r>
              <a:rPr sz="1650" spc="-10" dirty="0">
                <a:latin typeface="Times New Roman"/>
                <a:cs typeface="Times New Roman"/>
              </a:rPr>
              <a:t>After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moving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1 to </a:t>
            </a:r>
            <a:r>
              <a:rPr sz="1650" spc="-5" dirty="0">
                <a:latin typeface="Times New Roman"/>
                <a:cs typeface="Times New Roman"/>
              </a:rPr>
              <a:t>temp</a:t>
            </a:r>
            <a:endParaRPr sz="165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676549" y="2415215"/>
          <a:ext cx="950594" cy="31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418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821108" y="2623167"/>
            <a:ext cx="1106805" cy="749935"/>
          </a:xfrm>
          <a:custGeom>
            <a:avLst/>
            <a:gdLst/>
            <a:ahLst/>
            <a:cxnLst/>
            <a:rect l="l" t="t" r="r" b="b"/>
            <a:pathLst>
              <a:path w="1106805" h="749935">
                <a:moveTo>
                  <a:pt x="69604" y="626371"/>
                </a:moveTo>
                <a:lnTo>
                  <a:pt x="0" y="749519"/>
                </a:lnTo>
                <a:lnTo>
                  <a:pt x="140072" y="731435"/>
                </a:lnTo>
                <a:lnTo>
                  <a:pt x="98959" y="714448"/>
                </a:lnTo>
                <a:lnTo>
                  <a:pt x="70931" y="714448"/>
                </a:lnTo>
                <a:lnTo>
                  <a:pt x="64404" y="713161"/>
                </a:lnTo>
                <a:lnTo>
                  <a:pt x="57919" y="703497"/>
                </a:lnTo>
                <a:lnTo>
                  <a:pt x="59204" y="696934"/>
                </a:lnTo>
                <a:lnTo>
                  <a:pt x="69850" y="689764"/>
                </a:lnTo>
                <a:lnTo>
                  <a:pt x="69604" y="626371"/>
                </a:lnTo>
                <a:close/>
              </a:path>
              <a:path w="1106805" h="749935">
                <a:moveTo>
                  <a:pt x="69850" y="689764"/>
                </a:moveTo>
                <a:lnTo>
                  <a:pt x="59204" y="696934"/>
                </a:lnTo>
                <a:lnTo>
                  <a:pt x="57919" y="703497"/>
                </a:lnTo>
                <a:lnTo>
                  <a:pt x="64404" y="713161"/>
                </a:lnTo>
                <a:lnTo>
                  <a:pt x="70931" y="714448"/>
                </a:lnTo>
                <a:lnTo>
                  <a:pt x="81587" y="707271"/>
                </a:lnTo>
                <a:lnTo>
                  <a:pt x="69899" y="702442"/>
                </a:lnTo>
                <a:lnTo>
                  <a:pt x="69850" y="689764"/>
                </a:lnTo>
                <a:close/>
              </a:path>
              <a:path w="1106805" h="749935">
                <a:moveTo>
                  <a:pt x="81587" y="707271"/>
                </a:moveTo>
                <a:lnTo>
                  <a:pt x="70931" y="714448"/>
                </a:lnTo>
                <a:lnTo>
                  <a:pt x="98959" y="714448"/>
                </a:lnTo>
                <a:lnTo>
                  <a:pt x="81587" y="707271"/>
                </a:lnTo>
                <a:close/>
              </a:path>
              <a:path w="1106805" h="749935">
                <a:moveTo>
                  <a:pt x="1093758" y="0"/>
                </a:moveTo>
                <a:lnTo>
                  <a:pt x="1088936" y="3376"/>
                </a:lnTo>
                <a:lnTo>
                  <a:pt x="69850" y="689764"/>
                </a:lnTo>
                <a:lnTo>
                  <a:pt x="69899" y="702442"/>
                </a:lnTo>
                <a:lnTo>
                  <a:pt x="81587" y="707271"/>
                </a:lnTo>
                <a:lnTo>
                  <a:pt x="1100685" y="20890"/>
                </a:lnTo>
                <a:lnTo>
                  <a:pt x="1105506" y="17514"/>
                </a:lnTo>
                <a:lnTo>
                  <a:pt x="1106790" y="10972"/>
                </a:lnTo>
                <a:lnTo>
                  <a:pt x="1100306" y="1266"/>
                </a:lnTo>
                <a:lnTo>
                  <a:pt x="10937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62146" y="2643225"/>
            <a:ext cx="1855470" cy="750570"/>
          </a:xfrm>
          <a:custGeom>
            <a:avLst/>
            <a:gdLst/>
            <a:ahLst/>
            <a:cxnLst/>
            <a:rect l="l" t="t" r="r" b="b"/>
            <a:pathLst>
              <a:path w="1855470" h="750570">
                <a:moveTo>
                  <a:pt x="1118603" y="10972"/>
                </a:moveTo>
                <a:lnTo>
                  <a:pt x="1115237" y="6108"/>
                </a:lnTo>
                <a:lnTo>
                  <a:pt x="1112075" y="1257"/>
                </a:lnTo>
                <a:lnTo>
                  <a:pt x="1105547" y="0"/>
                </a:lnTo>
                <a:lnTo>
                  <a:pt x="1100709" y="3365"/>
                </a:lnTo>
                <a:lnTo>
                  <a:pt x="495211" y="411797"/>
                </a:lnTo>
                <a:lnTo>
                  <a:pt x="379818" y="30175"/>
                </a:lnTo>
                <a:lnTo>
                  <a:pt x="378129" y="24472"/>
                </a:lnTo>
                <a:lnTo>
                  <a:pt x="372237" y="21310"/>
                </a:lnTo>
                <a:lnTo>
                  <a:pt x="366763" y="22999"/>
                </a:lnTo>
                <a:lnTo>
                  <a:pt x="361086" y="24688"/>
                </a:lnTo>
                <a:lnTo>
                  <a:pt x="357924" y="30594"/>
                </a:lnTo>
                <a:lnTo>
                  <a:pt x="359613" y="36283"/>
                </a:lnTo>
                <a:lnTo>
                  <a:pt x="476885" y="424154"/>
                </a:lnTo>
                <a:lnTo>
                  <a:pt x="337820" y="517956"/>
                </a:lnTo>
                <a:lnTo>
                  <a:pt x="190334" y="30175"/>
                </a:lnTo>
                <a:lnTo>
                  <a:pt x="188645" y="24472"/>
                </a:lnTo>
                <a:lnTo>
                  <a:pt x="182753" y="21310"/>
                </a:lnTo>
                <a:lnTo>
                  <a:pt x="177279" y="22999"/>
                </a:lnTo>
                <a:lnTo>
                  <a:pt x="171589" y="24688"/>
                </a:lnTo>
                <a:lnTo>
                  <a:pt x="168440" y="30594"/>
                </a:lnTo>
                <a:lnTo>
                  <a:pt x="170116" y="36283"/>
                </a:lnTo>
                <a:lnTo>
                  <a:pt x="319506" y="530313"/>
                </a:lnTo>
                <a:lnTo>
                  <a:pt x="217944" y="598817"/>
                </a:lnTo>
                <a:lnTo>
                  <a:pt x="217944" y="624281"/>
                </a:lnTo>
                <a:lnTo>
                  <a:pt x="205968" y="638873"/>
                </a:lnTo>
                <a:lnTo>
                  <a:pt x="204330" y="633463"/>
                </a:lnTo>
                <a:lnTo>
                  <a:pt x="217944" y="624281"/>
                </a:lnTo>
                <a:lnTo>
                  <a:pt x="217944" y="598817"/>
                </a:lnTo>
                <a:lnTo>
                  <a:pt x="197929" y="612317"/>
                </a:lnTo>
                <a:lnTo>
                  <a:pt x="21894" y="30175"/>
                </a:lnTo>
                <a:lnTo>
                  <a:pt x="20218" y="24472"/>
                </a:lnTo>
                <a:lnTo>
                  <a:pt x="14325" y="21310"/>
                </a:lnTo>
                <a:lnTo>
                  <a:pt x="8851" y="22999"/>
                </a:lnTo>
                <a:lnTo>
                  <a:pt x="3162" y="24688"/>
                </a:lnTo>
                <a:lnTo>
                  <a:pt x="0" y="30594"/>
                </a:lnTo>
                <a:lnTo>
                  <a:pt x="1689" y="36283"/>
                </a:lnTo>
                <a:lnTo>
                  <a:pt x="179603" y="624674"/>
                </a:lnTo>
                <a:lnTo>
                  <a:pt x="160718" y="637413"/>
                </a:lnTo>
                <a:lnTo>
                  <a:pt x="125272" y="626656"/>
                </a:lnTo>
                <a:lnTo>
                  <a:pt x="145262" y="647839"/>
                </a:lnTo>
                <a:lnTo>
                  <a:pt x="81622" y="690765"/>
                </a:lnTo>
                <a:lnTo>
                  <a:pt x="81267" y="627354"/>
                </a:lnTo>
                <a:lnTo>
                  <a:pt x="11798" y="750570"/>
                </a:lnTo>
                <a:lnTo>
                  <a:pt x="151803" y="732396"/>
                </a:lnTo>
                <a:lnTo>
                  <a:pt x="110769" y="715454"/>
                </a:lnTo>
                <a:lnTo>
                  <a:pt x="93408" y="708279"/>
                </a:lnTo>
                <a:lnTo>
                  <a:pt x="159943" y="663397"/>
                </a:lnTo>
                <a:lnTo>
                  <a:pt x="222338" y="729462"/>
                </a:lnTo>
                <a:lnTo>
                  <a:pt x="234099" y="660488"/>
                </a:lnTo>
                <a:lnTo>
                  <a:pt x="243166" y="607263"/>
                </a:lnTo>
                <a:lnTo>
                  <a:pt x="325894" y="551459"/>
                </a:lnTo>
                <a:lnTo>
                  <a:pt x="354190" y="645007"/>
                </a:lnTo>
                <a:lnTo>
                  <a:pt x="293712" y="626656"/>
                </a:lnTo>
                <a:lnTo>
                  <a:pt x="390766" y="729462"/>
                </a:lnTo>
                <a:lnTo>
                  <a:pt x="402526" y="660488"/>
                </a:lnTo>
                <a:lnTo>
                  <a:pt x="414553" y="589940"/>
                </a:lnTo>
                <a:lnTo>
                  <a:pt x="374396" y="638873"/>
                </a:lnTo>
                <a:lnTo>
                  <a:pt x="344220" y="539102"/>
                </a:lnTo>
                <a:lnTo>
                  <a:pt x="483285" y="445300"/>
                </a:lnTo>
                <a:lnTo>
                  <a:pt x="543674" y="645007"/>
                </a:lnTo>
                <a:lnTo>
                  <a:pt x="483196" y="626656"/>
                </a:lnTo>
                <a:lnTo>
                  <a:pt x="580250" y="729462"/>
                </a:lnTo>
                <a:lnTo>
                  <a:pt x="592010" y="660488"/>
                </a:lnTo>
                <a:lnTo>
                  <a:pt x="604050" y="589940"/>
                </a:lnTo>
                <a:lnTo>
                  <a:pt x="563892" y="638873"/>
                </a:lnTo>
                <a:lnTo>
                  <a:pt x="501611" y="432943"/>
                </a:lnTo>
                <a:lnTo>
                  <a:pt x="1112494" y="20878"/>
                </a:lnTo>
                <a:lnTo>
                  <a:pt x="1117346" y="17513"/>
                </a:lnTo>
                <a:lnTo>
                  <a:pt x="1118603" y="10972"/>
                </a:lnTo>
                <a:close/>
              </a:path>
              <a:path w="1855470" h="750570">
                <a:moveTo>
                  <a:pt x="1413154" y="34810"/>
                </a:moveTo>
                <a:lnTo>
                  <a:pt x="1412316" y="28270"/>
                </a:lnTo>
                <a:lnTo>
                  <a:pt x="1407680" y="24688"/>
                </a:lnTo>
                <a:lnTo>
                  <a:pt x="1403045" y="21310"/>
                </a:lnTo>
                <a:lnTo>
                  <a:pt x="1396517" y="22148"/>
                </a:lnTo>
                <a:lnTo>
                  <a:pt x="1392936" y="26797"/>
                </a:lnTo>
                <a:lnTo>
                  <a:pt x="900988" y="671487"/>
                </a:lnTo>
                <a:lnTo>
                  <a:pt x="880491" y="611555"/>
                </a:lnTo>
                <a:lnTo>
                  <a:pt x="853960" y="750570"/>
                </a:lnTo>
                <a:lnTo>
                  <a:pt x="966635" y="695452"/>
                </a:lnTo>
                <a:lnTo>
                  <a:pt x="980909" y="688467"/>
                </a:lnTo>
                <a:lnTo>
                  <a:pt x="917803" y="684352"/>
                </a:lnTo>
                <a:lnTo>
                  <a:pt x="1409788" y="39458"/>
                </a:lnTo>
                <a:lnTo>
                  <a:pt x="1413154" y="34810"/>
                </a:lnTo>
                <a:close/>
              </a:path>
              <a:path w="1855470" h="750570">
                <a:moveTo>
                  <a:pt x="1623695" y="34810"/>
                </a:moveTo>
                <a:lnTo>
                  <a:pt x="1622856" y="28270"/>
                </a:lnTo>
                <a:lnTo>
                  <a:pt x="1618221" y="24688"/>
                </a:lnTo>
                <a:lnTo>
                  <a:pt x="1613585" y="21310"/>
                </a:lnTo>
                <a:lnTo>
                  <a:pt x="1607058" y="22148"/>
                </a:lnTo>
                <a:lnTo>
                  <a:pt x="1603476" y="26797"/>
                </a:lnTo>
                <a:lnTo>
                  <a:pt x="1111529" y="671487"/>
                </a:lnTo>
                <a:lnTo>
                  <a:pt x="1091031" y="611555"/>
                </a:lnTo>
                <a:lnTo>
                  <a:pt x="1064501" y="750570"/>
                </a:lnTo>
                <a:lnTo>
                  <a:pt x="1177175" y="695452"/>
                </a:lnTo>
                <a:lnTo>
                  <a:pt x="1191450" y="688467"/>
                </a:lnTo>
                <a:lnTo>
                  <a:pt x="1128344" y="684352"/>
                </a:lnTo>
                <a:lnTo>
                  <a:pt x="1620329" y="39458"/>
                </a:lnTo>
                <a:lnTo>
                  <a:pt x="1623695" y="34810"/>
                </a:lnTo>
                <a:close/>
              </a:path>
              <a:path w="1855470" h="750570">
                <a:moveTo>
                  <a:pt x="1855292" y="13716"/>
                </a:moveTo>
                <a:lnTo>
                  <a:pt x="1854441" y="7162"/>
                </a:lnTo>
                <a:lnTo>
                  <a:pt x="1849818" y="3581"/>
                </a:lnTo>
                <a:lnTo>
                  <a:pt x="1845183" y="203"/>
                </a:lnTo>
                <a:lnTo>
                  <a:pt x="1838655" y="1054"/>
                </a:lnTo>
                <a:lnTo>
                  <a:pt x="1835073" y="5689"/>
                </a:lnTo>
                <a:lnTo>
                  <a:pt x="1356880" y="632358"/>
                </a:lnTo>
                <a:lnTo>
                  <a:pt x="1356880" y="667258"/>
                </a:lnTo>
                <a:lnTo>
                  <a:pt x="1355674" y="668845"/>
                </a:lnTo>
                <a:lnTo>
                  <a:pt x="1352092" y="673468"/>
                </a:lnTo>
                <a:lnTo>
                  <a:pt x="1356880" y="667258"/>
                </a:lnTo>
                <a:lnTo>
                  <a:pt x="1356880" y="632358"/>
                </a:lnTo>
                <a:lnTo>
                  <a:pt x="1343126" y="650379"/>
                </a:lnTo>
                <a:lnTo>
                  <a:pt x="1322616" y="590448"/>
                </a:lnTo>
                <a:lnTo>
                  <a:pt x="1296085" y="729462"/>
                </a:lnTo>
                <a:lnTo>
                  <a:pt x="1408772" y="674357"/>
                </a:lnTo>
                <a:lnTo>
                  <a:pt x="1423047" y="667372"/>
                </a:lnTo>
                <a:lnTo>
                  <a:pt x="1359941" y="663257"/>
                </a:lnTo>
                <a:lnTo>
                  <a:pt x="1851914" y="18351"/>
                </a:lnTo>
                <a:lnTo>
                  <a:pt x="1855292" y="13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708333" y="2457418"/>
          <a:ext cx="950594" cy="31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418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454054" y="1744890"/>
            <a:ext cx="7239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" dirty="0">
                <a:latin typeface="Times New Roman"/>
                <a:cs typeface="Times New Roman"/>
              </a:rPr>
              <a:t>current1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30568" y="1989072"/>
            <a:ext cx="664845" cy="476884"/>
          </a:xfrm>
          <a:custGeom>
            <a:avLst/>
            <a:gdLst/>
            <a:ahLst/>
            <a:cxnLst/>
            <a:rect l="l" t="t" r="r" b="b"/>
            <a:pathLst>
              <a:path w="664845" h="476885">
                <a:moveTo>
                  <a:pt x="584332" y="431970"/>
                </a:moveTo>
                <a:lnTo>
                  <a:pt x="525088" y="454522"/>
                </a:lnTo>
                <a:lnTo>
                  <a:pt x="664676" y="476257"/>
                </a:lnTo>
                <a:lnTo>
                  <a:pt x="645009" y="439329"/>
                </a:lnTo>
                <a:lnTo>
                  <a:pt x="594566" y="439329"/>
                </a:lnTo>
                <a:lnTo>
                  <a:pt x="589934" y="435953"/>
                </a:lnTo>
                <a:lnTo>
                  <a:pt x="584332" y="431970"/>
                </a:lnTo>
                <a:close/>
              </a:path>
              <a:path w="664845" h="476885">
                <a:moveTo>
                  <a:pt x="596392" y="414768"/>
                </a:moveTo>
                <a:lnTo>
                  <a:pt x="596040" y="427513"/>
                </a:lnTo>
                <a:lnTo>
                  <a:pt x="584332" y="431970"/>
                </a:lnTo>
                <a:lnTo>
                  <a:pt x="589934" y="435953"/>
                </a:lnTo>
                <a:lnTo>
                  <a:pt x="594566" y="439329"/>
                </a:lnTo>
                <a:lnTo>
                  <a:pt x="601303" y="438274"/>
                </a:lnTo>
                <a:lnTo>
                  <a:pt x="604672" y="433421"/>
                </a:lnTo>
                <a:lnTo>
                  <a:pt x="608041" y="428779"/>
                </a:lnTo>
                <a:lnTo>
                  <a:pt x="606777" y="422237"/>
                </a:lnTo>
                <a:lnTo>
                  <a:pt x="602146" y="418861"/>
                </a:lnTo>
                <a:lnTo>
                  <a:pt x="596392" y="414768"/>
                </a:lnTo>
                <a:close/>
              </a:path>
              <a:path w="664845" h="476885">
                <a:moveTo>
                  <a:pt x="598145" y="351337"/>
                </a:moveTo>
                <a:lnTo>
                  <a:pt x="596392" y="414768"/>
                </a:lnTo>
                <a:lnTo>
                  <a:pt x="602146" y="418861"/>
                </a:lnTo>
                <a:lnTo>
                  <a:pt x="606777" y="422237"/>
                </a:lnTo>
                <a:lnTo>
                  <a:pt x="608041" y="428779"/>
                </a:lnTo>
                <a:lnTo>
                  <a:pt x="604672" y="433421"/>
                </a:lnTo>
                <a:lnTo>
                  <a:pt x="601303" y="438274"/>
                </a:lnTo>
                <a:lnTo>
                  <a:pt x="594566" y="439329"/>
                </a:lnTo>
                <a:lnTo>
                  <a:pt x="645009" y="439329"/>
                </a:lnTo>
                <a:lnTo>
                  <a:pt x="598145" y="351337"/>
                </a:lnTo>
                <a:close/>
              </a:path>
              <a:path w="664845" h="476885">
                <a:moveTo>
                  <a:pt x="13264" y="0"/>
                </a:moveTo>
                <a:lnTo>
                  <a:pt x="6737" y="1266"/>
                </a:lnTo>
                <a:lnTo>
                  <a:pt x="3368" y="5908"/>
                </a:lnTo>
                <a:lnTo>
                  <a:pt x="0" y="10761"/>
                </a:lnTo>
                <a:lnTo>
                  <a:pt x="1263" y="17303"/>
                </a:lnTo>
                <a:lnTo>
                  <a:pt x="5895" y="20679"/>
                </a:lnTo>
                <a:lnTo>
                  <a:pt x="584332" y="431970"/>
                </a:lnTo>
                <a:lnTo>
                  <a:pt x="596040" y="427513"/>
                </a:lnTo>
                <a:lnTo>
                  <a:pt x="596392" y="414768"/>
                </a:lnTo>
                <a:lnTo>
                  <a:pt x="18106" y="3376"/>
                </a:lnTo>
                <a:lnTo>
                  <a:pt x="132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750440" y="3343673"/>
          <a:ext cx="1750695" cy="31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4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5418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929468" y="2457418"/>
          <a:ext cx="950594" cy="31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41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7697085" y="1744890"/>
            <a:ext cx="7239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" dirty="0">
                <a:latin typeface="Times New Roman"/>
                <a:cs typeface="Times New Roman"/>
              </a:rPr>
              <a:t>current2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072757" y="1989072"/>
            <a:ext cx="896619" cy="476884"/>
          </a:xfrm>
          <a:custGeom>
            <a:avLst/>
            <a:gdLst/>
            <a:ahLst/>
            <a:cxnLst/>
            <a:rect l="l" t="t" r="r" b="b"/>
            <a:pathLst>
              <a:path w="896620" h="476885">
                <a:moveTo>
                  <a:pt x="810408" y="443206"/>
                </a:moveTo>
                <a:lnTo>
                  <a:pt x="754998" y="473513"/>
                </a:lnTo>
                <a:lnTo>
                  <a:pt x="896271" y="476257"/>
                </a:lnTo>
                <a:lnTo>
                  <a:pt x="876852" y="449247"/>
                </a:lnTo>
                <a:lnTo>
                  <a:pt x="821950" y="449247"/>
                </a:lnTo>
                <a:lnTo>
                  <a:pt x="810408" y="443206"/>
                </a:lnTo>
                <a:close/>
              </a:path>
              <a:path w="896620" h="476885">
                <a:moveTo>
                  <a:pt x="820413" y="424486"/>
                </a:moveTo>
                <a:lnTo>
                  <a:pt x="821739" y="437008"/>
                </a:lnTo>
                <a:lnTo>
                  <a:pt x="810408" y="443206"/>
                </a:lnTo>
                <a:lnTo>
                  <a:pt x="821950" y="449247"/>
                </a:lnTo>
                <a:lnTo>
                  <a:pt x="828266" y="447137"/>
                </a:lnTo>
                <a:lnTo>
                  <a:pt x="831003" y="442072"/>
                </a:lnTo>
                <a:lnTo>
                  <a:pt x="833740" y="436797"/>
                </a:lnTo>
                <a:lnTo>
                  <a:pt x="831635" y="430467"/>
                </a:lnTo>
                <a:lnTo>
                  <a:pt x="826582" y="427724"/>
                </a:lnTo>
                <a:lnTo>
                  <a:pt x="820413" y="424486"/>
                </a:lnTo>
                <a:close/>
              </a:path>
              <a:path w="896620" h="476885">
                <a:moveTo>
                  <a:pt x="813739" y="361465"/>
                </a:moveTo>
                <a:lnTo>
                  <a:pt x="820413" y="424486"/>
                </a:lnTo>
                <a:lnTo>
                  <a:pt x="826582" y="427724"/>
                </a:lnTo>
                <a:lnTo>
                  <a:pt x="831635" y="430467"/>
                </a:lnTo>
                <a:lnTo>
                  <a:pt x="833740" y="436797"/>
                </a:lnTo>
                <a:lnTo>
                  <a:pt x="831003" y="442072"/>
                </a:lnTo>
                <a:lnTo>
                  <a:pt x="828266" y="447137"/>
                </a:lnTo>
                <a:lnTo>
                  <a:pt x="821950" y="449247"/>
                </a:lnTo>
                <a:lnTo>
                  <a:pt x="876852" y="449247"/>
                </a:lnTo>
                <a:lnTo>
                  <a:pt x="813739" y="361465"/>
                </a:lnTo>
                <a:close/>
              </a:path>
              <a:path w="896620" h="476885">
                <a:moveTo>
                  <a:pt x="11790" y="0"/>
                </a:moveTo>
                <a:lnTo>
                  <a:pt x="5474" y="1899"/>
                </a:lnTo>
                <a:lnTo>
                  <a:pt x="2737" y="7174"/>
                </a:lnTo>
                <a:lnTo>
                  <a:pt x="0" y="12238"/>
                </a:lnTo>
                <a:lnTo>
                  <a:pt x="1894" y="18780"/>
                </a:lnTo>
                <a:lnTo>
                  <a:pt x="7158" y="21312"/>
                </a:lnTo>
                <a:lnTo>
                  <a:pt x="810408" y="443206"/>
                </a:lnTo>
                <a:lnTo>
                  <a:pt x="821739" y="437008"/>
                </a:lnTo>
                <a:lnTo>
                  <a:pt x="820413" y="424486"/>
                </a:lnTo>
                <a:lnTo>
                  <a:pt x="16843" y="2743"/>
                </a:lnTo>
                <a:lnTo>
                  <a:pt x="11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73940" y="3631980"/>
            <a:ext cx="1253490" cy="491490"/>
          </a:xfrm>
          <a:custGeom>
            <a:avLst/>
            <a:gdLst/>
            <a:ahLst/>
            <a:cxnLst/>
            <a:rect l="l" t="t" r="r" b="b"/>
            <a:pathLst>
              <a:path w="1253490" h="491489">
                <a:moveTo>
                  <a:pt x="1163767" y="37149"/>
                </a:moveTo>
                <a:lnTo>
                  <a:pt x="2737" y="471424"/>
                </a:lnTo>
                <a:lnTo>
                  <a:pt x="0" y="477502"/>
                </a:lnTo>
                <a:lnTo>
                  <a:pt x="1894" y="482946"/>
                </a:lnTo>
                <a:lnTo>
                  <a:pt x="4000" y="488411"/>
                </a:lnTo>
                <a:lnTo>
                  <a:pt x="10105" y="491175"/>
                </a:lnTo>
                <a:lnTo>
                  <a:pt x="15369" y="489150"/>
                </a:lnTo>
                <a:lnTo>
                  <a:pt x="1171090" y="56916"/>
                </a:lnTo>
                <a:lnTo>
                  <a:pt x="1173974" y="44544"/>
                </a:lnTo>
                <a:lnTo>
                  <a:pt x="1163767" y="37149"/>
                </a:lnTo>
                <a:close/>
              </a:path>
              <a:path w="1253490" h="491489">
                <a:moveTo>
                  <a:pt x="1236580" y="32622"/>
                </a:moveTo>
                <a:lnTo>
                  <a:pt x="1175869" y="32622"/>
                </a:lnTo>
                <a:lnTo>
                  <a:pt x="1181764" y="35386"/>
                </a:lnTo>
                <a:lnTo>
                  <a:pt x="1185975" y="46317"/>
                </a:lnTo>
                <a:lnTo>
                  <a:pt x="1183238" y="52394"/>
                </a:lnTo>
                <a:lnTo>
                  <a:pt x="1171090" y="56916"/>
                </a:lnTo>
                <a:lnTo>
                  <a:pt x="1156710" y="118610"/>
                </a:lnTo>
                <a:lnTo>
                  <a:pt x="1236580" y="32622"/>
                </a:lnTo>
                <a:close/>
              </a:path>
              <a:path w="1253490" h="491489">
                <a:moveTo>
                  <a:pt x="1175869" y="32622"/>
                </a:moveTo>
                <a:lnTo>
                  <a:pt x="1163767" y="37149"/>
                </a:lnTo>
                <a:lnTo>
                  <a:pt x="1173974" y="44544"/>
                </a:lnTo>
                <a:lnTo>
                  <a:pt x="1171090" y="56916"/>
                </a:lnTo>
                <a:lnTo>
                  <a:pt x="1183238" y="52394"/>
                </a:lnTo>
                <a:lnTo>
                  <a:pt x="1185975" y="46317"/>
                </a:lnTo>
                <a:lnTo>
                  <a:pt x="1181764" y="35386"/>
                </a:lnTo>
                <a:lnTo>
                  <a:pt x="1175869" y="32622"/>
                </a:lnTo>
                <a:close/>
              </a:path>
              <a:path w="1253490" h="491489">
                <a:moveTo>
                  <a:pt x="1112496" y="0"/>
                </a:moveTo>
                <a:lnTo>
                  <a:pt x="1163767" y="37149"/>
                </a:lnTo>
                <a:lnTo>
                  <a:pt x="1175869" y="32622"/>
                </a:lnTo>
                <a:lnTo>
                  <a:pt x="1236580" y="32622"/>
                </a:lnTo>
                <a:lnTo>
                  <a:pt x="1252927" y="15024"/>
                </a:lnTo>
                <a:lnTo>
                  <a:pt x="11124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66279" y="4054811"/>
            <a:ext cx="1821180" cy="97345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875"/>
              </a:spcBef>
            </a:pPr>
            <a:r>
              <a:rPr sz="1650" spc="-5" dirty="0">
                <a:latin typeface="Times New Roman"/>
                <a:cs typeface="Times New Roman"/>
              </a:rPr>
              <a:t>current3</a:t>
            </a:r>
            <a:endParaRPr sz="1650">
              <a:latin typeface="Times New Roman"/>
              <a:cs typeface="Times New Roman"/>
            </a:endParaRPr>
          </a:p>
          <a:p>
            <a:pPr marL="338455" marR="5080" indent="-326390">
              <a:lnSpc>
                <a:spcPts val="1950"/>
              </a:lnSpc>
              <a:spcBef>
                <a:spcPts val="865"/>
              </a:spcBef>
            </a:pPr>
            <a:r>
              <a:rPr sz="1650" dirty="0">
                <a:latin typeface="Times New Roman"/>
                <a:cs typeface="Times New Roman"/>
              </a:rPr>
              <a:t>(c) </a:t>
            </a:r>
            <a:r>
              <a:rPr sz="1650" spc="-10" dirty="0">
                <a:latin typeface="Times New Roman"/>
                <a:cs typeface="Times New Roman"/>
              </a:rPr>
              <a:t>After </a:t>
            </a:r>
            <a:r>
              <a:rPr sz="1650" spc="-5" dirty="0">
                <a:latin typeface="Times New Roman"/>
                <a:cs typeface="Times New Roman"/>
              </a:rPr>
              <a:t>moving </a:t>
            </a:r>
            <a:r>
              <a:rPr sz="1650" dirty="0">
                <a:latin typeface="Times New Roman"/>
                <a:cs typeface="Times New Roman"/>
              </a:rPr>
              <a:t>9 to </a:t>
            </a:r>
            <a:r>
              <a:rPr sz="1650" spc="-40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temp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21848" y="1701844"/>
            <a:ext cx="7239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" dirty="0">
                <a:latin typeface="Times New Roman"/>
                <a:cs typeface="Times New Roman"/>
              </a:rPr>
              <a:t>current1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98784" y="1946869"/>
            <a:ext cx="664845" cy="476884"/>
          </a:xfrm>
          <a:custGeom>
            <a:avLst/>
            <a:gdLst/>
            <a:ahLst/>
            <a:cxnLst/>
            <a:rect l="l" t="t" r="r" b="b"/>
            <a:pathLst>
              <a:path w="664845" h="476885">
                <a:moveTo>
                  <a:pt x="584332" y="431970"/>
                </a:moveTo>
                <a:lnTo>
                  <a:pt x="525088" y="454522"/>
                </a:lnTo>
                <a:lnTo>
                  <a:pt x="664676" y="476257"/>
                </a:lnTo>
                <a:lnTo>
                  <a:pt x="645009" y="439329"/>
                </a:lnTo>
                <a:lnTo>
                  <a:pt x="594566" y="439329"/>
                </a:lnTo>
                <a:lnTo>
                  <a:pt x="589934" y="435953"/>
                </a:lnTo>
                <a:lnTo>
                  <a:pt x="584332" y="431970"/>
                </a:lnTo>
                <a:close/>
              </a:path>
              <a:path w="664845" h="476885">
                <a:moveTo>
                  <a:pt x="596392" y="414768"/>
                </a:moveTo>
                <a:lnTo>
                  <a:pt x="596040" y="427513"/>
                </a:lnTo>
                <a:lnTo>
                  <a:pt x="584332" y="431970"/>
                </a:lnTo>
                <a:lnTo>
                  <a:pt x="589934" y="435953"/>
                </a:lnTo>
                <a:lnTo>
                  <a:pt x="594566" y="439329"/>
                </a:lnTo>
                <a:lnTo>
                  <a:pt x="601303" y="438274"/>
                </a:lnTo>
                <a:lnTo>
                  <a:pt x="604672" y="433421"/>
                </a:lnTo>
                <a:lnTo>
                  <a:pt x="608041" y="428779"/>
                </a:lnTo>
                <a:lnTo>
                  <a:pt x="606777" y="422237"/>
                </a:lnTo>
                <a:lnTo>
                  <a:pt x="602146" y="418861"/>
                </a:lnTo>
                <a:lnTo>
                  <a:pt x="596392" y="414768"/>
                </a:lnTo>
                <a:close/>
              </a:path>
              <a:path w="664845" h="476885">
                <a:moveTo>
                  <a:pt x="598145" y="351337"/>
                </a:moveTo>
                <a:lnTo>
                  <a:pt x="596392" y="414768"/>
                </a:lnTo>
                <a:lnTo>
                  <a:pt x="602146" y="418861"/>
                </a:lnTo>
                <a:lnTo>
                  <a:pt x="606777" y="422237"/>
                </a:lnTo>
                <a:lnTo>
                  <a:pt x="608041" y="428779"/>
                </a:lnTo>
                <a:lnTo>
                  <a:pt x="604672" y="433421"/>
                </a:lnTo>
                <a:lnTo>
                  <a:pt x="601303" y="438274"/>
                </a:lnTo>
                <a:lnTo>
                  <a:pt x="594566" y="439329"/>
                </a:lnTo>
                <a:lnTo>
                  <a:pt x="645009" y="439329"/>
                </a:lnTo>
                <a:lnTo>
                  <a:pt x="598145" y="351337"/>
                </a:lnTo>
                <a:close/>
              </a:path>
              <a:path w="664845" h="476885">
                <a:moveTo>
                  <a:pt x="13264" y="0"/>
                </a:moveTo>
                <a:lnTo>
                  <a:pt x="6737" y="1266"/>
                </a:lnTo>
                <a:lnTo>
                  <a:pt x="3368" y="5908"/>
                </a:lnTo>
                <a:lnTo>
                  <a:pt x="0" y="10761"/>
                </a:lnTo>
                <a:lnTo>
                  <a:pt x="1263" y="17303"/>
                </a:lnTo>
                <a:lnTo>
                  <a:pt x="5895" y="20679"/>
                </a:lnTo>
                <a:lnTo>
                  <a:pt x="584332" y="431970"/>
                </a:lnTo>
                <a:lnTo>
                  <a:pt x="596040" y="427513"/>
                </a:lnTo>
                <a:lnTo>
                  <a:pt x="596392" y="414768"/>
                </a:lnTo>
                <a:lnTo>
                  <a:pt x="18106" y="3376"/>
                </a:lnTo>
                <a:lnTo>
                  <a:pt x="132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726568" y="3309383"/>
            <a:ext cx="1726564" cy="295910"/>
          </a:xfrm>
          <a:custGeom>
            <a:avLst/>
            <a:gdLst/>
            <a:ahLst/>
            <a:cxnLst/>
            <a:rect l="l" t="t" r="r" b="b"/>
            <a:pathLst>
              <a:path w="1726564" h="295910">
                <a:moveTo>
                  <a:pt x="0" y="295418"/>
                </a:moveTo>
                <a:lnTo>
                  <a:pt x="1726432" y="295418"/>
                </a:lnTo>
                <a:lnTo>
                  <a:pt x="1726432" y="0"/>
                </a:lnTo>
                <a:lnTo>
                  <a:pt x="0" y="0"/>
                </a:lnTo>
                <a:lnTo>
                  <a:pt x="0" y="295418"/>
                </a:lnTo>
                <a:close/>
              </a:path>
            </a:pathLst>
          </a:custGeom>
          <a:ln w="158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726568" y="3309383"/>
            <a:ext cx="253365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75"/>
              </a:spcBef>
            </a:pPr>
            <a:r>
              <a:rPr sz="165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79743" y="3309383"/>
            <a:ext cx="210820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5"/>
              </a:spcBef>
            </a:pPr>
            <a:r>
              <a:rPr sz="1650" dirty="0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90284" y="3309383"/>
            <a:ext cx="210820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75"/>
              </a:spcBef>
            </a:pPr>
            <a:r>
              <a:rPr sz="1650" dirty="0">
                <a:latin typeface="Times New Roman"/>
                <a:cs typeface="Times New Roman"/>
              </a:rPr>
              <a:t>4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00824" y="3309383"/>
            <a:ext cx="210820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5"/>
              </a:spcBef>
            </a:pPr>
            <a:r>
              <a:rPr sz="1650" dirty="0">
                <a:latin typeface="Times New Roman"/>
                <a:cs typeface="Times New Roman"/>
              </a:rPr>
              <a:t>5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11365" y="3309383"/>
            <a:ext cx="210820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75"/>
              </a:spcBef>
            </a:pPr>
            <a:r>
              <a:rPr sz="1650" dirty="0">
                <a:latin typeface="Times New Roman"/>
                <a:cs typeface="Times New Roman"/>
              </a:rPr>
              <a:t>6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21906" y="3309383"/>
            <a:ext cx="210820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75"/>
              </a:spcBef>
            </a:pPr>
            <a:r>
              <a:rPr sz="1650" dirty="0">
                <a:latin typeface="Times New Roman"/>
                <a:cs typeface="Times New Roman"/>
              </a:rPr>
              <a:t>7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32446" y="3309383"/>
            <a:ext cx="210820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75"/>
              </a:spcBef>
            </a:pPr>
            <a:r>
              <a:rPr sz="1650" dirty="0">
                <a:latin typeface="Times New Roman"/>
                <a:cs typeface="Times New Roman"/>
              </a:rPr>
              <a:t>8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05595" y="2423127"/>
            <a:ext cx="232410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70"/>
              </a:spcBef>
            </a:pPr>
            <a:r>
              <a:rPr sz="1650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37717" y="2423127"/>
            <a:ext cx="231775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70"/>
              </a:spcBef>
            </a:pPr>
            <a:r>
              <a:rPr sz="1650" dirty="0">
                <a:latin typeface="Times New Roman"/>
                <a:cs typeface="Times New Roman"/>
              </a:rPr>
              <a:t>6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69311" y="2423127"/>
            <a:ext cx="210820" cy="295910"/>
          </a:xfrm>
          <a:prstGeom prst="rect">
            <a:avLst/>
          </a:prstGeom>
          <a:ln w="16843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70"/>
              </a:spcBef>
            </a:pPr>
            <a:r>
              <a:rPr sz="1650" dirty="0">
                <a:latin typeface="Times New Roman"/>
                <a:cs typeface="Times New Roman"/>
              </a:rPr>
              <a:t>7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79852" y="2423127"/>
            <a:ext cx="252729" cy="295910"/>
          </a:xfrm>
          <a:prstGeom prst="rect">
            <a:avLst/>
          </a:prstGeom>
          <a:ln w="15822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r>
              <a:rPr sz="1650" dirty="0">
                <a:latin typeface="Times New Roman"/>
                <a:cs typeface="Times New Roman"/>
              </a:rPr>
              <a:t>8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64880" y="1701844"/>
            <a:ext cx="7239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" dirty="0">
                <a:latin typeface="Times New Roman"/>
                <a:cs typeface="Times New Roman"/>
              </a:rPr>
              <a:t>current2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040973" y="1946869"/>
            <a:ext cx="896619" cy="476884"/>
          </a:xfrm>
          <a:custGeom>
            <a:avLst/>
            <a:gdLst/>
            <a:ahLst/>
            <a:cxnLst/>
            <a:rect l="l" t="t" r="r" b="b"/>
            <a:pathLst>
              <a:path w="896620" h="476885">
                <a:moveTo>
                  <a:pt x="810408" y="443206"/>
                </a:moveTo>
                <a:lnTo>
                  <a:pt x="754998" y="473513"/>
                </a:lnTo>
                <a:lnTo>
                  <a:pt x="896271" y="476257"/>
                </a:lnTo>
                <a:lnTo>
                  <a:pt x="876852" y="449247"/>
                </a:lnTo>
                <a:lnTo>
                  <a:pt x="821950" y="449247"/>
                </a:lnTo>
                <a:lnTo>
                  <a:pt x="810408" y="443206"/>
                </a:lnTo>
                <a:close/>
              </a:path>
              <a:path w="896620" h="476885">
                <a:moveTo>
                  <a:pt x="820413" y="424486"/>
                </a:moveTo>
                <a:lnTo>
                  <a:pt x="821739" y="437008"/>
                </a:lnTo>
                <a:lnTo>
                  <a:pt x="810408" y="443206"/>
                </a:lnTo>
                <a:lnTo>
                  <a:pt x="821950" y="449247"/>
                </a:lnTo>
                <a:lnTo>
                  <a:pt x="828266" y="447137"/>
                </a:lnTo>
                <a:lnTo>
                  <a:pt x="831003" y="442072"/>
                </a:lnTo>
                <a:lnTo>
                  <a:pt x="833740" y="436797"/>
                </a:lnTo>
                <a:lnTo>
                  <a:pt x="831635" y="430467"/>
                </a:lnTo>
                <a:lnTo>
                  <a:pt x="826582" y="427724"/>
                </a:lnTo>
                <a:lnTo>
                  <a:pt x="820413" y="424486"/>
                </a:lnTo>
                <a:close/>
              </a:path>
              <a:path w="896620" h="476885">
                <a:moveTo>
                  <a:pt x="813739" y="361465"/>
                </a:moveTo>
                <a:lnTo>
                  <a:pt x="820413" y="424486"/>
                </a:lnTo>
                <a:lnTo>
                  <a:pt x="826582" y="427724"/>
                </a:lnTo>
                <a:lnTo>
                  <a:pt x="831635" y="430467"/>
                </a:lnTo>
                <a:lnTo>
                  <a:pt x="833740" y="436797"/>
                </a:lnTo>
                <a:lnTo>
                  <a:pt x="831003" y="442072"/>
                </a:lnTo>
                <a:lnTo>
                  <a:pt x="828266" y="447137"/>
                </a:lnTo>
                <a:lnTo>
                  <a:pt x="821950" y="449247"/>
                </a:lnTo>
                <a:lnTo>
                  <a:pt x="876852" y="449247"/>
                </a:lnTo>
                <a:lnTo>
                  <a:pt x="813739" y="361465"/>
                </a:lnTo>
                <a:close/>
              </a:path>
              <a:path w="896620" h="476885">
                <a:moveTo>
                  <a:pt x="11790" y="0"/>
                </a:moveTo>
                <a:lnTo>
                  <a:pt x="5474" y="1899"/>
                </a:lnTo>
                <a:lnTo>
                  <a:pt x="2737" y="7174"/>
                </a:lnTo>
                <a:lnTo>
                  <a:pt x="0" y="12238"/>
                </a:lnTo>
                <a:lnTo>
                  <a:pt x="1894" y="18780"/>
                </a:lnTo>
                <a:lnTo>
                  <a:pt x="7158" y="21312"/>
                </a:lnTo>
                <a:lnTo>
                  <a:pt x="810408" y="443206"/>
                </a:lnTo>
                <a:lnTo>
                  <a:pt x="821739" y="437008"/>
                </a:lnTo>
                <a:lnTo>
                  <a:pt x="820413" y="424486"/>
                </a:lnTo>
                <a:lnTo>
                  <a:pt x="16843" y="2743"/>
                </a:lnTo>
                <a:lnTo>
                  <a:pt x="11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842155" y="3589777"/>
            <a:ext cx="1253490" cy="491490"/>
          </a:xfrm>
          <a:custGeom>
            <a:avLst/>
            <a:gdLst/>
            <a:ahLst/>
            <a:cxnLst/>
            <a:rect l="l" t="t" r="r" b="b"/>
            <a:pathLst>
              <a:path w="1253489" h="491489">
                <a:moveTo>
                  <a:pt x="1163767" y="37149"/>
                </a:moveTo>
                <a:lnTo>
                  <a:pt x="2737" y="471424"/>
                </a:lnTo>
                <a:lnTo>
                  <a:pt x="0" y="477502"/>
                </a:lnTo>
                <a:lnTo>
                  <a:pt x="1894" y="482946"/>
                </a:lnTo>
                <a:lnTo>
                  <a:pt x="4000" y="488411"/>
                </a:lnTo>
                <a:lnTo>
                  <a:pt x="10105" y="491175"/>
                </a:lnTo>
                <a:lnTo>
                  <a:pt x="15369" y="489150"/>
                </a:lnTo>
                <a:lnTo>
                  <a:pt x="1171090" y="56916"/>
                </a:lnTo>
                <a:lnTo>
                  <a:pt x="1173974" y="44544"/>
                </a:lnTo>
                <a:lnTo>
                  <a:pt x="1163767" y="37149"/>
                </a:lnTo>
                <a:close/>
              </a:path>
              <a:path w="1253489" h="491489">
                <a:moveTo>
                  <a:pt x="1236580" y="32622"/>
                </a:moveTo>
                <a:lnTo>
                  <a:pt x="1175869" y="32622"/>
                </a:lnTo>
                <a:lnTo>
                  <a:pt x="1181764" y="35386"/>
                </a:lnTo>
                <a:lnTo>
                  <a:pt x="1185975" y="46317"/>
                </a:lnTo>
                <a:lnTo>
                  <a:pt x="1183238" y="52394"/>
                </a:lnTo>
                <a:lnTo>
                  <a:pt x="1171090" y="56916"/>
                </a:lnTo>
                <a:lnTo>
                  <a:pt x="1156710" y="118610"/>
                </a:lnTo>
                <a:lnTo>
                  <a:pt x="1236580" y="32622"/>
                </a:lnTo>
                <a:close/>
              </a:path>
              <a:path w="1253489" h="491489">
                <a:moveTo>
                  <a:pt x="1175869" y="32622"/>
                </a:moveTo>
                <a:lnTo>
                  <a:pt x="1163767" y="37149"/>
                </a:lnTo>
                <a:lnTo>
                  <a:pt x="1173974" y="44544"/>
                </a:lnTo>
                <a:lnTo>
                  <a:pt x="1171090" y="56916"/>
                </a:lnTo>
                <a:lnTo>
                  <a:pt x="1183238" y="52394"/>
                </a:lnTo>
                <a:lnTo>
                  <a:pt x="1185975" y="46317"/>
                </a:lnTo>
                <a:lnTo>
                  <a:pt x="1181764" y="35386"/>
                </a:lnTo>
                <a:lnTo>
                  <a:pt x="1175869" y="32622"/>
                </a:lnTo>
                <a:close/>
              </a:path>
              <a:path w="1253489" h="491489">
                <a:moveTo>
                  <a:pt x="1112496" y="0"/>
                </a:moveTo>
                <a:lnTo>
                  <a:pt x="1163767" y="37149"/>
                </a:lnTo>
                <a:lnTo>
                  <a:pt x="1175869" y="32622"/>
                </a:lnTo>
                <a:lnTo>
                  <a:pt x="1236580" y="32622"/>
                </a:lnTo>
                <a:lnTo>
                  <a:pt x="1252927" y="15024"/>
                </a:lnTo>
                <a:lnTo>
                  <a:pt x="11124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548172" y="3968718"/>
            <a:ext cx="2418715" cy="105473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210"/>
              </a:spcBef>
            </a:pPr>
            <a:r>
              <a:rPr sz="1650" spc="-5" dirty="0">
                <a:latin typeface="Times New Roman"/>
                <a:cs typeface="Times New Roman"/>
              </a:rPr>
              <a:t>current3</a:t>
            </a:r>
            <a:endParaRPr sz="1650">
              <a:latin typeface="Times New Roman"/>
              <a:cs typeface="Times New Roman"/>
            </a:endParaRPr>
          </a:p>
          <a:p>
            <a:pPr marL="338455" marR="5080" indent="-326390">
              <a:lnSpc>
                <a:spcPts val="1910"/>
              </a:lnSpc>
              <a:spcBef>
                <a:spcPts val="1240"/>
              </a:spcBef>
            </a:pPr>
            <a:r>
              <a:rPr sz="1650" dirty="0">
                <a:latin typeface="Times New Roman"/>
                <a:cs typeface="Times New Roman"/>
              </a:rPr>
              <a:t>(b) </a:t>
            </a:r>
            <a:r>
              <a:rPr sz="1650" spc="-10" dirty="0">
                <a:latin typeface="Times New Roman"/>
                <a:cs typeface="Times New Roman"/>
              </a:rPr>
              <a:t>After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moving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all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 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elements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spc="5" dirty="0">
                <a:latin typeface="Times New Roman"/>
                <a:cs typeface="Times New Roman"/>
              </a:rPr>
              <a:t>in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list2 to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temp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0248" y="268478"/>
            <a:ext cx="3143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Merge</a:t>
            </a:r>
            <a:r>
              <a:rPr spc="-35" dirty="0"/>
              <a:t> </a:t>
            </a:r>
            <a:r>
              <a:rPr dirty="0"/>
              <a:t>Sort</a:t>
            </a:r>
            <a:r>
              <a:rPr spc="-105" dirty="0"/>
              <a:t> </a:t>
            </a:r>
            <a:r>
              <a:rPr spc="-35" dirty="0"/>
              <a:t>Time</a:t>
            </a:r>
          </a:p>
        </p:txBody>
      </p:sp>
      <p:sp>
        <p:nvSpPr>
          <p:cNvPr id="3" name="object 3"/>
          <p:cNvSpPr/>
          <p:nvPr/>
        </p:nvSpPr>
        <p:spPr>
          <a:xfrm>
            <a:off x="2860041" y="4266934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8150" y="0"/>
                </a:lnTo>
              </a:path>
            </a:pathLst>
          </a:custGeom>
          <a:ln w="116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44466" y="4266934"/>
            <a:ext cx="208279" cy="0"/>
          </a:xfrm>
          <a:custGeom>
            <a:avLst/>
            <a:gdLst/>
            <a:ahLst/>
            <a:cxnLst/>
            <a:rect l="l" t="t" r="r" b="b"/>
            <a:pathLst>
              <a:path w="208279">
                <a:moveTo>
                  <a:pt x="0" y="0"/>
                </a:moveTo>
                <a:lnTo>
                  <a:pt x="208178" y="0"/>
                </a:lnTo>
              </a:path>
            </a:pathLst>
          </a:custGeom>
          <a:ln w="116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9054" y="1242059"/>
            <a:ext cx="8340090" cy="3392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551815">
              <a:lnSpc>
                <a:spcPct val="100000"/>
              </a:lnSpc>
              <a:spcBef>
                <a:spcPts val="100"/>
              </a:spcBef>
              <a:tabLst>
                <a:tab pos="6467475" algn="l"/>
              </a:tabLst>
            </a:pPr>
            <a:r>
              <a:rPr sz="2400" dirty="0">
                <a:latin typeface="Times New Roman"/>
                <a:cs typeface="Times New Roman"/>
              </a:rPr>
              <a:t>Let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T(n)</a:t>
            </a:r>
            <a:r>
              <a:rPr sz="240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required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sort</a:t>
            </a:r>
            <a:r>
              <a:rPr sz="2400" dirty="0">
                <a:latin typeface="Times New Roman"/>
                <a:cs typeface="Times New Roman"/>
              </a:rPr>
              <a:t> 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	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merge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sort.</a:t>
            </a:r>
            <a:endParaRPr sz="2400">
              <a:latin typeface="Times New Roman"/>
              <a:cs typeface="Times New Roman"/>
            </a:endParaRPr>
          </a:p>
          <a:p>
            <a:pPr marL="25400" marR="17780">
              <a:lnSpc>
                <a:spcPct val="100000"/>
              </a:lnSpc>
              <a:spcBef>
                <a:spcPts val="1200"/>
              </a:spcBef>
            </a:pPr>
            <a:r>
              <a:rPr sz="2400" spc="-15" dirty="0">
                <a:latin typeface="Times New Roman"/>
                <a:cs typeface="Times New Roman"/>
              </a:rPr>
              <a:t>Without </a:t>
            </a:r>
            <a:r>
              <a:rPr sz="2400" spc="-5" dirty="0">
                <a:latin typeface="Times New Roman"/>
                <a:cs typeface="Times New Roman"/>
              </a:rPr>
              <a:t>loss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20" dirty="0">
                <a:latin typeface="Times New Roman"/>
                <a:cs typeface="Times New Roman"/>
              </a:rPr>
              <a:t>generality, </a:t>
            </a:r>
            <a:r>
              <a:rPr sz="24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assume </a:t>
            </a:r>
            <a:r>
              <a:rPr sz="2400" i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n </a:t>
            </a:r>
            <a:r>
              <a:rPr sz="24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is 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a power of 2</a:t>
            </a:r>
            <a:r>
              <a:rPr sz="2400" u="heavy" dirty="0"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.</a:t>
            </a:r>
            <a:r>
              <a:rPr sz="2400" dirty="0">
                <a:latin typeface="Times New Roman"/>
                <a:cs typeface="Times New Roman"/>
              </a:rPr>
              <a:t> The </a:t>
            </a:r>
            <a:r>
              <a:rPr sz="2400" spc="-10" dirty="0">
                <a:latin typeface="Times New Roman"/>
                <a:cs typeface="Times New Roman"/>
              </a:rPr>
              <a:t>merge </a:t>
            </a:r>
            <a:r>
              <a:rPr sz="2400" spc="-5" dirty="0">
                <a:latin typeface="Times New Roman"/>
                <a:cs typeface="Times New Roman"/>
              </a:rPr>
              <a:t>sort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 </a:t>
            </a:r>
            <a:r>
              <a:rPr sz="2400" spc="-5" dirty="0">
                <a:latin typeface="Times New Roman"/>
                <a:cs typeface="Times New Roman"/>
              </a:rPr>
              <a:t>splits </a:t>
            </a:r>
            <a:r>
              <a:rPr sz="2400" dirty="0">
                <a:latin typeface="Times New Roman"/>
                <a:cs typeface="Times New Roman"/>
              </a:rPr>
              <a:t>the array into </a:t>
            </a:r>
            <a:r>
              <a:rPr sz="2400" spc="-5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subarrays, </a:t>
            </a:r>
            <a:r>
              <a:rPr sz="2400" spc="-5" dirty="0">
                <a:latin typeface="Times New Roman"/>
                <a:cs typeface="Times New Roman"/>
              </a:rPr>
              <a:t>sorts </a:t>
            </a:r>
            <a:r>
              <a:rPr sz="2400" dirty="0">
                <a:latin typeface="Times New Roman"/>
                <a:cs typeface="Times New Roman"/>
              </a:rPr>
              <a:t>the subarrays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 the same </a:t>
            </a:r>
            <a:r>
              <a:rPr sz="2400" spc="-5" dirty="0">
                <a:latin typeface="Times New Roman"/>
                <a:cs typeface="Times New Roman"/>
              </a:rPr>
              <a:t>algorithm </a:t>
            </a:r>
            <a:r>
              <a:rPr sz="2400" spc="-15" dirty="0">
                <a:latin typeface="Times New Roman"/>
                <a:cs typeface="Times New Roman"/>
              </a:rPr>
              <a:t>recursively, </a:t>
            </a:r>
            <a:r>
              <a:rPr sz="2400" dirty="0">
                <a:latin typeface="Times New Roman"/>
                <a:cs typeface="Times New Roman"/>
              </a:rPr>
              <a:t>and then </a:t>
            </a:r>
            <a:r>
              <a:rPr sz="2400" spc="-10" dirty="0">
                <a:latin typeface="Times New Roman"/>
                <a:cs typeface="Times New Roman"/>
              </a:rPr>
              <a:t>merges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subarrays.</a:t>
            </a:r>
            <a:r>
              <a:rPr sz="2400" spc="-5" dirty="0">
                <a:latin typeface="Times New Roman"/>
                <a:cs typeface="Times New Roman"/>
              </a:rPr>
              <a:t> So,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50">
              <a:latin typeface="Times New Roman"/>
              <a:cs typeface="Times New Roman"/>
            </a:endParaRPr>
          </a:p>
          <a:p>
            <a:pPr marL="994410">
              <a:lnSpc>
                <a:spcPts val="2240"/>
              </a:lnSpc>
            </a:pPr>
            <a:r>
              <a:rPr sz="2250" i="1" spc="245" dirty="0">
                <a:latin typeface="Times New Roman"/>
                <a:cs typeface="Times New Roman"/>
              </a:rPr>
              <a:t>T</a:t>
            </a:r>
            <a:r>
              <a:rPr sz="2250" i="1" spc="-240" dirty="0">
                <a:latin typeface="Times New Roman"/>
                <a:cs typeface="Times New Roman"/>
              </a:rPr>
              <a:t> </a:t>
            </a:r>
            <a:r>
              <a:rPr sz="2250" spc="195" dirty="0">
                <a:latin typeface="Times New Roman"/>
                <a:cs typeface="Times New Roman"/>
              </a:rPr>
              <a:t>(</a:t>
            </a:r>
            <a:r>
              <a:rPr sz="2250" i="1" spc="235" dirty="0">
                <a:latin typeface="Times New Roman"/>
                <a:cs typeface="Times New Roman"/>
              </a:rPr>
              <a:t>n</a:t>
            </a:r>
            <a:r>
              <a:rPr sz="2250" spc="145" dirty="0">
                <a:latin typeface="Times New Roman"/>
                <a:cs typeface="Times New Roman"/>
              </a:rPr>
              <a:t>)</a:t>
            </a:r>
            <a:r>
              <a:rPr sz="2250" dirty="0">
                <a:latin typeface="Times New Roman"/>
                <a:cs typeface="Times New Roman"/>
              </a:rPr>
              <a:t> </a:t>
            </a:r>
            <a:r>
              <a:rPr sz="2250" spc="240" dirty="0">
                <a:latin typeface="Symbol"/>
                <a:cs typeface="Symbol"/>
              </a:rPr>
              <a:t></a:t>
            </a:r>
            <a:r>
              <a:rPr sz="2250" spc="-165" dirty="0">
                <a:latin typeface="Times New Roman"/>
                <a:cs typeface="Times New Roman"/>
              </a:rPr>
              <a:t> </a:t>
            </a:r>
            <a:r>
              <a:rPr sz="2250" i="1" spc="245" dirty="0">
                <a:latin typeface="Times New Roman"/>
                <a:cs typeface="Times New Roman"/>
              </a:rPr>
              <a:t>T</a:t>
            </a:r>
            <a:r>
              <a:rPr sz="2250" i="1" spc="-240" dirty="0">
                <a:latin typeface="Times New Roman"/>
                <a:cs typeface="Times New Roman"/>
              </a:rPr>
              <a:t> </a:t>
            </a:r>
            <a:r>
              <a:rPr sz="2250" spc="145" dirty="0">
                <a:latin typeface="Times New Roman"/>
                <a:cs typeface="Times New Roman"/>
              </a:rPr>
              <a:t>(</a:t>
            </a:r>
            <a:r>
              <a:rPr sz="2250" spc="-290" dirty="0">
                <a:latin typeface="Times New Roman"/>
                <a:cs typeface="Times New Roman"/>
              </a:rPr>
              <a:t> </a:t>
            </a:r>
            <a:r>
              <a:rPr sz="3375" i="1" spc="330" baseline="35802" dirty="0">
                <a:latin typeface="Times New Roman"/>
                <a:cs typeface="Times New Roman"/>
              </a:rPr>
              <a:t>n</a:t>
            </a:r>
            <a:r>
              <a:rPr sz="3375" i="1" spc="-487" baseline="35802" dirty="0">
                <a:latin typeface="Times New Roman"/>
                <a:cs typeface="Times New Roman"/>
              </a:rPr>
              <a:t> </a:t>
            </a:r>
            <a:r>
              <a:rPr sz="2250" spc="145" dirty="0">
                <a:latin typeface="Times New Roman"/>
                <a:cs typeface="Times New Roman"/>
              </a:rPr>
              <a:t>)</a:t>
            </a:r>
            <a:r>
              <a:rPr sz="2250" spc="-95" dirty="0">
                <a:latin typeface="Times New Roman"/>
                <a:cs typeface="Times New Roman"/>
              </a:rPr>
              <a:t> </a:t>
            </a:r>
            <a:r>
              <a:rPr sz="2250" spc="240" dirty="0">
                <a:latin typeface="Symbol"/>
                <a:cs typeface="Symbol"/>
              </a:rPr>
              <a:t></a:t>
            </a:r>
            <a:r>
              <a:rPr sz="2250" spc="-235" dirty="0">
                <a:latin typeface="Times New Roman"/>
                <a:cs typeface="Times New Roman"/>
              </a:rPr>
              <a:t> </a:t>
            </a:r>
            <a:r>
              <a:rPr sz="2250" i="1" spc="245" dirty="0">
                <a:latin typeface="Times New Roman"/>
                <a:cs typeface="Times New Roman"/>
              </a:rPr>
              <a:t>T</a:t>
            </a:r>
            <a:r>
              <a:rPr sz="2250" i="1" spc="-240" dirty="0">
                <a:latin typeface="Times New Roman"/>
                <a:cs typeface="Times New Roman"/>
              </a:rPr>
              <a:t> </a:t>
            </a:r>
            <a:r>
              <a:rPr sz="2250" spc="145" dirty="0">
                <a:latin typeface="Times New Roman"/>
                <a:cs typeface="Times New Roman"/>
              </a:rPr>
              <a:t>(</a:t>
            </a:r>
            <a:r>
              <a:rPr sz="2250" spc="-290" dirty="0">
                <a:latin typeface="Times New Roman"/>
                <a:cs typeface="Times New Roman"/>
              </a:rPr>
              <a:t> </a:t>
            </a:r>
            <a:r>
              <a:rPr sz="3375" i="1" spc="330" baseline="35802" dirty="0">
                <a:latin typeface="Times New Roman"/>
                <a:cs typeface="Times New Roman"/>
              </a:rPr>
              <a:t>n</a:t>
            </a:r>
            <a:r>
              <a:rPr sz="3375" i="1" spc="-487" baseline="35802" dirty="0">
                <a:latin typeface="Times New Roman"/>
                <a:cs typeface="Times New Roman"/>
              </a:rPr>
              <a:t> </a:t>
            </a:r>
            <a:r>
              <a:rPr sz="2250" spc="145" dirty="0">
                <a:latin typeface="Times New Roman"/>
                <a:cs typeface="Times New Roman"/>
              </a:rPr>
              <a:t>)</a:t>
            </a:r>
            <a:r>
              <a:rPr sz="2250" spc="-95" dirty="0">
                <a:latin typeface="Times New Roman"/>
                <a:cs typeface="Times New Roman"/>
              </a:rPr>
              <a:t> </a:t>
            </a:r>
            <a:r>
              <a:rPr sz="2250" spc="240" dirty="0">
                <a:latin typeface="Symbol"/>
                <a:cs typeface="Symbol"/>
              </a:rPr>
              <a:t></a:t>
            </a:r>
            <a:r>
              <a:rPr sz="2250" spc="-70" dirty="0">
                <a:latin typeface="Times New Roman"/>
                <a:cs typeface="Times New Roman"/>
              </a:rPr>
              <a:t> </a:t>
            </a:r>
            <a:r>
              <a:rPr sz="2250" i="1" spc="270" dirty="0">
                <a:latin typeface="Times New Roman"/>
                <a:cs typeface="Times New Roman"/>
              </a:rPr>
              <a:t>m</a:t>
            </a:r>
            <a:r>
              <a:rPr sz="2250" i="1" spc="135" dirty="0">
                <a:latin typeface="Times New Roman"/>
                <a:cs typeface="Times New Roman"/>
              </a:rPr>
              <a:t>er</a:t>
            </a:r>
            <a:r>
              <a:rPr sz="2250" i="1" spc="265" dirty="0">
                <a:latin typeface="Times New Roman"/>
                <a:cs typeface="Times New Roman"/>
              </a:rPr>
              <a:t>g</a:t>
            </a:r>
            <a:r>
              <a:rPr sz="2250" i="1" spc="135" dirty="0">
                <a:latin typeface="Times New Roman"/>
                <a:cs typeface="Times New Roman"/>
              </a:rPr>
              <a:t>e</a:t>
            </a:r>
            <a:r>
              <a:rPr sz="2250" i="1" spc="125" dirty="0">
                <a:latin typeface="Times New Roman"/>
                <a:cs typeface="Times New Roman"/>
              </a:rPr>
              <a:t>t</a:t>
            </a:r>
            <a:r>
              <a:rPr sz="2250" i="1" spc="135" dirty="0">
                <a:latin typeface="Times New Roman"/>
                <a:cs typeface="Times New Roman"/>
              </a:rPr>
              <a:t>i</a:t>
            </a:r>
            <a:r>
              <a:rPr sz="2250" i="1" spc="265" dirty="0">
                <a:latin typeface="Times New Roman"/>
                <a:cs typeface="Times New Roman"/>
              </a:rPr>
              <a:t>m</a:t>
            </a:r>
            <a:r>
              <a:rPr sz="2250" i="1" spc="195" dirty="0">
                <a:latin typeface="Times New Roman"/>
                <a:cs typeface="Times New Roman"/>
              </a:rPr>
              <a:t>e</a:t>
            </a:r>
            <a:endParaRPr sz="2250">
              <a:latin typeface="Times New Roman"/>
              <a:cs typeface="Times New Roman"/>
            </a:endParaRPr>
          </a:p>
          <a:p>
            <a:pPr marL="2326640">
              <a:lnSpc>
                <a:spcPts val="2240"/>
              </a:lnSpc>
              <a:tabLst>
                <a:tab pos="3310254" algn="l"/>
              </a:tabLst>
            </a:pPr>
            <a:r>
              <a:rPr sz="2250" spc="220" dirty="0">
                <a:latin typeface="Times New Roman"/>
                <a:cs typeface="Times New Roman"/>
              </a:rPr>
              <a:t>2	2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0248" y="268478"/>
            <a:ext cx="3143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Merge</a:t>
            </a:r>
            <a:r>
              <a:rPr spc="-35" dirty="0"/>
              <a:t> </a:t>
            </a:r>
            <a:r>
              <a:rPr dirty="0"/>
              <a:t>Sort</a:t>
            </a:r>
            <a:r>
              <a:rPr spc="-105" dirty="0"/>
              <a:t> </a:t>
            </a:r>
            <a:r>
              <a:rPr spc="-35" dirty="0"/>
              <a:t>Time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00025" marR="285750">
              <a:lnSpc>
                <a:spcPts val="2380"/>
              </a:lnSpc>
              <a:spcBef>
                <a:spcPts val="395"/>
              </a:spcBef>
            </a:pPr>
            <a:r>
              <a:rPr sz="2200" dirty="0"/>
              <a:t>The</a:t>
            </a:r>
            <a:r>
              <a:rPr sz="2200" spc="-5" dirty="0"/>
              <a:t> </a:t>
            </a:r>
            <a:r>
              <a:rPr sz="2200" dirty="0"/>
              <a:t>first</a:t>
            </a:r>
            <a:r>
              <a:rPr sz="2200" spc="-5" dirty="0"/>
              <a:t> </a:t>
            </a:r>
            <a:r>
              <a:rPr sz="2200" i="1" dirty="0">
                <a:latin typeface="Times New Roman"/>
                <a:cs typeface="Times New Roman"/>
              </a:rPr>
              <a:t>T(n/2)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dirty="0"/>
              <a:t>is</a:t>
            </a:r>
            <a:r>
              <a:rPr sz="2200" spc="-5" dirty="0"/>
              <a:t> </a:t>
            </a:r>
            <a:r>
              <a:rPr sz="2200" dirty="0"/>
              <a:t>the</a:t>
            </a:r>
            <a:r>
              <a:rPr sz="2200" spc="-15" dirty="0"/>
              <a:t> </a:t>
            </a:r>
            <a:r>
              <a:rPr sz="2200" dirty="0"/>
              <a:t>time</a:t>
            </a:r>
            <a:r>
              <a:rPr sz="2200" spc="-5" dirty="0"/>
              <a:t> </a:t>
            </a:r>
            <a:r>
              <a:rPr sz="2200" dirty="0"/>
              <a:t>for sorting</a:t>
            </a:r>
            <a:r>
              <a:rPr sz="2200" spc="-20" dirty="0"/>
              <a:t> </a:t>
            </a:r>
            <a:r>
              <a:rPr sz="2200" dirty="0"/>
              <a:t>the</a:t>
            </a:r>
            <a:r>
              <a:rPr sz="2200" spc="-5" dirty="0"/>
              <a:t> </a:t>
            </a:r>
            <a:r>
              <a:rPr sz="2200" dirty="0"/>
              <a:t>first half</a:t>
            </a:r>
            <a:r>
              <a:rPr sz="2200" spc="-5" dirty="0"/>
              <a:t> </a:t>
            </a:r>
            <a:r>
              <a:rPr sz="2200" dirty="0"/>
              <a:t>of the</a:t>
            </a:r>
            <a:r>
              <a:rPr sz="2200" spc="-20" dirty="0"/>
              <a:t> </a:t>
            </a:r>
            <a:r>
              <a:rPr sz="2200" dirty="0"/>
              <a:t>array and</a:t>
            </a:r>
            <a:r>
              <a:rPr sz="2200" spc="-10" dirty="0"/>
              <a:t> </a:t>
            </a:r>
            <a:r>
              <a:rPr sz="2200" dirty="0"/>
              <a:t>the </a:t>
            </a:r>
            <a:r>
              <a:rPr sz="2200" spc="-535" dirty="0"/>
              <a:t> </a:t>
            </a:r>
            <a:r>
              <a:rPr sz="2200" dirty="0"/>
              <a:t>second</a:t>
            </a:r>
            <a:r>
              <a:rPr sz="2200" spc="-25" dirty="0"/>
              <a:t> </a:t>
            </a:r>
            <a:r>
              <a:rPr sz="2200" i="1" dirty="0">
                <a:latin typeface="Times New Roman"/>
                <a:cs typeface="Times New Roman"/>
              </a:rPr>
              <a:t>T(n/2)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dirty="0"/>
              <a:t>is</a:t>
            </a:r>
            <a:r>
              <a:rPr sz="2200" spc="-10" dirty="0"/>
              <a:t> </a:t>
            </a:r>
            <a:r>
              <a:rPr sz="2200" dirty="0"/>
              <a:t>the</a:t>
            </a:r>
            <a:r>
              <a:rPr sz="2200" spc="-5" dirty="0"/>
              <a:t> </a:t>
            </a:r>
            <a:r>
              <a:rPr sz="2200" dirty="0"/>
              <a:t>time for sorting</a:t>
            </a:r>
            <a:r>
              <a:rPr sz="2200" spc="-10" dirty="0"/>
              <a:t> </a:t>
            </a:r>
            <a:r>
              <a:rPr sz="2200" dirty="0"/>
              <a:t>the</a:t>
            </a:r>
            <a:r>
              <a:rPr sz="2200" spc="-10" dirty="0"/>
              <a:t> </a:t>
            </a:r>
            <a:r>
              <a:rPr sz="2200" dirty="0"/>
              <a:t>second</a:t>
            </a:r>
            <a:r>
              <a:rPr sz="2200" spc="-20" dirty="0"/>
              <a:t> </a:t>
            </a:r>
            <a:r>
              <a:rPr sz="2200" dirty="0"/>
              <a:t>half.</a:t>
            </a:r>
            <a:endParaRPr sz="2200">
              <a:latin typeface="Times New Roman"/>
              <a:cs typeface="Times New Roman"/>
            </a:endParaRPr>
          </a:p>
          <a:p>
            <a:pPr marL="200025" marR="5080">
              <a:lnSpc>
                <a:spcPts val="2380"/>
              </a:lnSpc>
              <a:spcBef>
                <a:spcPts val="1265"/>
              </a:spcBef>
            </a:pPr>
            <a:r>
              <a:rPr sz="2200" spc="-80" dirty="0"/>
              <a:t>To</a:t>
            </a:r>
            <a:r>
              <a:rPr sz="2200" spc="-5" dirty="0"/>
              <a:t> </a:t>
            </a:r>
            <a:r>
              <a:rPr sz="2200" spc="-10" dirty="0"/>
              <a:t>merge</a:t>
            </a:r>
            <a:r>
              <a:rPr sz="2200" dirty="0"/>
              <a:t> two subarrays,</a:t>
            </a:r>
            <a:r>
              <a:rPr sz="2200" spc="-25" dirty="0"/>
              <a:t> </a:t>
            </a:r>
            <a:r>
              <a:rPr sz="2200" dirty="0"/>
              <a:t>it</a:t>
            </a:r>
            <a:r>
              <a:rPr sz="2200" spc="-5" dirty="0"/>
              <a:t> </a:t>
            </a:r>
            <a:r>
              <a:rPr sz="2200" dirty="0"/>
              <a:t>takes</a:t>
            </a:r>
            <a:r>
              <a:rPr sz="2200" spc="-15" dirty="0"/>
              <a:t> </a:t>
            </a:r>
            <a:r>
              <a:rPr sz="2200" dirty="0"/>
              <a:t>at </a:t>
            </a:r>
            <a:r>
              <a:rPr sz="2200" spc="-5" dirty="0"/>
              <a:t>most</a:t>
            </a:r>
            <a:r>
              <a:rPr sz="2200" spc="-10" dirty="0"/>
              <a:t> </a:t>
            </a:r>
            <a:r>
              <a:rPr sz="22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n-1</a:t>
            </a:r>
            <a:r>
              <a:rPr sz="220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</a:rPr>
              <a:t>comparisons</a:t>
            </a:r>
            <a:r>
              <a:rPr sz="2200" spc="-30" dirty="0">
                <a:solidFill>
                  <a:srgbClr val="0000FF"/>
                </a:solidFill>
              </a:rPr>
              <a:t> </a:t>
            </a:r>
            <a:r>
              <a:rPr sz="2200" dirty="0"/>
              <a:t>to compare the </a:t>
            </a:r>
            <a:r>
              <a:rPr sz="2200" spc="-535" dirty="0"/>
              <a:t> </a:t>
            </a:r>
            <a:r>
              <a:rPr sz="2200" dirty="0"/>
              <a:t>elements from the two subarrays and </a:t>
            </a:r>
            <a:r>
              <a:rPr sz="2200" i="1" dirty="0">
                <a:solidFill>
                  <a:srgbClr val="0000FF"/>
                </a:solidFill>
                <a:latin typeface="Times New Roman"/>
                <a:cs typeface="Times New Roman"/>
              </a:rPr>
              <a:t>n </a:t>
            </a:r>
            <a:r>
              <a:rPr sz="2200" dirty="0">
                <a:solidFill>
                  <a:srgbClr val="0000FF"/>
                </a:solidFill>
              </a:rPr>
              <a:t>moves </a:t>
            </a:r>
            <a:r>
              <a:rPr sz="2200" dirty="0"/>
              <a:t>to move elements to the </a:t>
            </a:r>
            <a:r>
              <a:rPr sz="2200" spc="5" dirty="0"/>
              <a:t> </a:t>
            </a:r>
            <a:r>
              <a:rPr sz="2200" dirty="0"/>
              <a:t>temporary</a:t>
            </a:r>
            <a:r>
              <a:rPr sz="2200" spc="-5" dirty="0"/>
              <a:t> </a:t>
            </a:r>
            <a:r>
              <a:rPr sz="2200" spc="-25" dirty="0"/>
              <a:t>array.</a:t>
            </a:r>
            <a:r>
              <a:rPr sz="2200" dirty="0"/>
              <a:t> So, the</a:t>
            </a:r>
            <a:r>
              <a:rPr sz="2200" spc="-15" dirty="0"/>
              <a:t> </a:t>
            </a:r>
            <a:r>
              <a:rPr sz="2200" dirty="0"/>
              <a:t>total time is</a:t>
            </a:r>
            <a:r>
              <a:rPr sz="2200" spc="-20" dirty="0"/>
              <a:t> </a:t>
            </a:r>
            <a:r>
              <a:rPr sz="22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2n-1</a:t>
            </a:r>
            <a:r>
              <a:rPr sz="2200" spc="-5" dirty="0"/>
              <a:t>.</a:t>
            </a:r>
            <a:endParaRPr sz="2200">
              <a:latin typeface="Times New Roman"/>
              <a:cs typeface="Times New Roman"/>
            </a:endParaRPr>
          </a:p>
          <a:p>
            <a:pPr marL="200025">
              <a:lnSpc>
                <a:spcPct val="100000"/>
              </a:lnSpc>
              <a:spcBef>
                <a:spcPts val="1540"/>
              </a:spcBef>
            </a:pPr>
            <a:r>
              <a:rPr sz="2200" dirty="0"/>
              <a:t>Therefore,</a:t>
            </a:r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910302" y="3745383"/>
            <a:ext cx="156210" cy="0"/>
          </a:xfrm>
          <a:custGeom>
            <a:avLst/>
            <a:gdLst/>
            <a:ahLst/>
            <a:cxnLst/>
            <a:rect l="l" t="t" r="r" b="b"/>
            <a:pathLst>
              <a:path w="156210">
                <a:moveTo>
                  <a:pt x="0" y="0"/>
                </a:moveTo>
                <a:lnTo>
                  <a:pt x="155632" y="0"/>
                </a:lnTo>
              </a:path>
            </a:pathLst>
          </a:custGeom>
          <a:ln w="9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22305" y="3745383"/>
            <a:ext cx="15557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570" y="0"/>
                </a:lnTo>
              </a:path>
            </a:pathLst>
          </a:custGeom>
          <a:ln w="9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65480" y="3745383"/>
            <a:ext cx="156210" cy="0"/>
          </a:xfrm>
          <a:custGeom>
            <a:avLst/>
            <a:gdLst/>
            <a:ahLst/>
            <a:cxnLst/>
            <a:rect l="l" t="t" r="r" b="b"/>
            <a:pathLst>
              <a:path w="156210">
                <a:moveTo>
                  <a:pt x="0" y="0"/>
                </a:moveTo>
                <a:lnTo>
                  <a:pt x="155983" y="0"/>
                </a:lnTo>
              </a:path>
            </a:pathLst>
          </a:custGeom>
          <a:ln w="9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75814" y="3745383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387" y="0"/>
                </a:lnTo>
              </a:path>
            </a:pathLst>
          </a:custGeom>
          <a:ln w="9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89455" y="4374289"/>
            <a:ext cx="256540" cy="0"/>
          </a:xfrm>
          <a:custGeom>
            <a:avLst/>
            <a:gdLst/>
            <a:ahLst/>
            <a:cxnLst/>
            <a:rect l="l" t="t" r="r" b="b"/>
            <a:pathLst>
              <a:path w="256539">
                <a:moveTo>
                  <a:pt x="0" y="0"/>
                </a:moveTo>
                <a:lnTo>
                  <a:pt x="256442" y="0"/>
                </a:lnTo>
              </a:path>
            </a:pathLst>
          </a:custGeom>
          <a:ln w="9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89028" y="5003196"/>
            <a:ext cx="455295" cy="0"/>
          </a:xfrm>
          <a:custGeom>
            <a:avLst/>
            <a:gdLst/>
            <a:ahLst/>
            <a:cxnLst/>
            <a:rect l="l" t="t" r="r" b="b"/>
            <a:pathLst>
              <a:path w="455294">
                <a:moveTo>
                  <a:pt x="0" y="0"/>
                </a:moveTo>
                <a:lnTo>
                  <a:pt x="454959" y="0"/>
                </a:lnTo>
              </a:path>
            </a:pathLst>
          </a:custGeom>
          <a:ln w="97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2159" y="5324949"/>
            <a:ext cx="494284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50" spc="60" dirty="0">
                <a:latin typeface="Symbol"/>
                <a:cs typeface="Symbol"/>
              </a:rPr>
              <a:t>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75" dirty="0">
                <a:latin typeface="Times New Roman"/>
                <a:cs typeface="Times New Roman"/>
              </a:rPr>
              <a:t>2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210" dirty="0">
                <a:latin typeface="Times New Roman"/>
                <a:cs typeface="Times New Roman"/>
              </a:rPr>
              <a:t> </a:t>
            </a:r>
            <a:r>
              <a:rPr sz="1850" spc="40" dirty="0">
                <a:latin typeface="Times New Roman"/>
                <a:cs typeface="Times New Roman"/>
              </a:rPr>
              <a:t>l</a:t>
            </a:r>
            <a:r>
              <a:rPr sz="1850" spc="105" dirty="0">
                <a:latin typeface="Times New Roman"/>
                <a:cs typeface="Times New Roman"/>
              </a:rPr>
              <a:t>o</a:t>
            </a:r>
            <a:r>
              <a:rPr sz="1850" spc="210" dirty="0">
                <a:latin typeface="Times New Roman"/>
                <a:cs typeface="Times New Roman"/>
              </a:rPr>
              <a:t>g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Times New Roman"/>
                <a:cs typeface="Times New Roman"/>
              </a:rPr>
              <a:t>2</a:t>
            </a:r>
            <a:r>
              <a:rPr sz="1575" spc="-22" baseline="44973" dirty="0">
                <a:latin typeface="Times New Roman"/>
                <a:cs typeface="Times New Roman"/>
              </a:rPr>
              <a:t>l</a:t>
            </a:r>
            <a:r>
              <a:rPr sz="1575" spc="52" baseline="44973" dirty="0">
                <a:latin typeface="Times New Roman"/>
                <a:cs typeface="Times New Roman"/>
              </a:rPr>
              <a:t>o</a:t>
            </a:r>
            <a:r>
              <a:rPr sz="1575" spc="67" baseline="44973" dirty="0">
                <a:latin typeface="Times New Roman"/>
                <a:cs typeface="Times New Roman"/>
              </a:rPr>
              <a:t>g</a:t>
            </a:r>
            <a:r>
              <a:rPr sz="1575" spc="-150" baseline="44973" dirty="0">
                <a:latin typeface="Times New Roman"/>
                <a:cs typeface="Times New Roman"/>
              </a:rPr>
              <a:t> </a:t>
            </a:r>
            <a:r>
              <a:rPr sz="1575" i="1" spc="67" baseline="44973" dirty="0">
                <a:latin typeface="Times New Roman"/>
                <a:cs typeface="Times New Roman"/>
              </a:rPr>
              <a:t>n</a:t>
            </a:r>
            <a:r>
              <a:rPr sz="1575" i="1" baseline="44973" dirty="0">
                <a:latin typeface="Times New Roman"/>
                <a:cs typeface="Times New Roman"/>
              </a:rPr>
              <a:t> </a:t>
            </a:r>
            <a:r>
              <a:rPr sz="1575" i="1" spc="60" baseline="44973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250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1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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2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210" dirty="0">
                <a:latin typeface="Times New Roman"/>
                <a:cs typeface="Times New Roman"/>
              </a:rPr>
              <a:t> </a:t>
            </a:r>
            <a:r>
              <a:rPr sz="1850" spc="40" dirty="0">
                <a:latin typeface="Times New Roman"/>
                <a:cs typeface="Times New Roman"/>
              </a:rPr>
              <a:t>l</a:t>
            </a:r>
            <a:r>
              <a:rPr sz="1850" spc="105" dirty="0">
                <a:latin typeface="Times New Roman"/>
                <a:cs typeface="Times New Roman"/>
              </a:rPr>
              <a:t>o</a:t>
            </a:r>
            <a:r>
              <a:rPr sz="1850" spc="204" dirty="0">
                <a:latin typeface="Times New Roman"/>
                <a:cs typeface="Times New Roman"/>
              </a:rPr>
              <a:t>g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254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1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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i="1" spc="160" dirty="0">
                <a:latin typeface="Times New Roman"/>
                <a:cs typeface="Times New Roman"/>
              </a:rPr>
              <a:t>O</a:t>
            </a:r>
            <a:r>
              <a:rPr sz="1850" spc="90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210" dirty="0">
                <a:latin typeface="Times New Roman"/>
                <a:cs typeface="Times New Roman"/>
              </a:rPr>
              <a:t> </a:t>
            </a:r>
            <a:r>
              <a:rPr sz="1850" spc="40" dirty="0">
                <a:latin typeface="Times New Roman"/>
                <a:cs typeface="Times New Roman"/>
              </a:rPr>
              <a:t>l</a:t>
            </a:r>
            <a:r>
              <a:rPr sz="1850" spc="105" dirty="0">
                <a:latin typeface="Times New Roman"/>
                <a:cs typeface="Times New Roman"/>
              </a:rPr>
              <a:t>o</a:t>
            </a:r>
            <a:r>
              <a:rPr sz="1850" spc="204" dirty="0">
                <a:latin typeface="Times New Roman"/>
                <a:cs typeface="Times New Roman"/>
              </a:rPr>
              <a:t>g</a:t>
            </a:r>
            <a:r>
              <a:rPr sz="1850" i="1" spc="125" dirty="0">
                <a:latin typeface="Times New Roman"/>
                <a:cs typeface="Times New Roman"/>
              </a:rPr>
              <a:t>n</a:t>
            </a:r>
            <a:r>
              <a:rPr sz="1850" spc="35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1465816" y="4262570"/>
            <a:ext cx="27241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775" spc="104" baseline="-25525" dirty="0">
                <a:latin typeface="Times New Roman"/>
                <a:cs typeface="Times New Roman"/>
              </a:rPr>
              <a:t>2</a:t>
            </a:r>
            <a:r>
              <a:rPr sz="1050" i="1" spc="70" dirty="0">
                <a:latin typeface="Times New Roman"/>
                <a:cs typeface="Times New Roman"/>
              </a:rPr>
              <a:t>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159" y="4185189"/>
            <a:ext cx="426593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50" spc="60" dirty="0">
                <a:latin typeface="Symbol"/>
                <a:cs typeface="Symbol"/>
              </a:rPr>
              <a:t>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105" dirty="0">
                <a:latin typeface="Times New Roman"/>
                <a:cs typeface="Times New Roman"/>
              </a:rPr>
              <a:t>2</a:t>
            </a:r>
            <a:r>
              <a:rPr sz="1575" i="1" spc="60" baseline="44973" dirty="0">
                <a:latin typeface="Times New Roman"/>
                <a:cs typeface="Times New Roman"/>
              </a:rPr>
              <a:t>k</a:t>
            </a:r>
            <a:r>
              <a:rPr sz="1575" i="1" spc="-52" baseline="44973" dirty="0">
                <a:latin typeface="Times New Roman"/>
                <a:cs typeface="Times New Roman"/>
              </a:rPr>
              <a:t> </a:t>
            </a:r>
            <a:r>
              <a:rPr sz="1850" i="1" spc="60" dirty="0">
                <a:latin typeface="Times New Roman"/>
                <a:cs typeface="Times New Roman"/>
              </a:rPr>
              <a:t>T</a:t>
            </a:r>
            <a:r>
              <a:rPr sz="1850" i="1" spc="-20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(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2775" i="1" spc="82" baseline="34534" dirty="0">
                <a:latin typeface="Times New Roman"/>
                <a:cs typeface="Times New Roman"/>
              </a:rPr>
              <a:t>n</a:t>
            </a:r>
            <a:r>
              <a:rPr sz="2775" i="1" spc="240" baseline="34534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)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2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105" dirty="0">
                <a:latin typeface="Times New Roman"/>
                <a:cs typeface="Times New Roman"/>
              </a:rPr>
              <a:t>2</a:t>
            </a:r>
            <a:r>
              <a:rPr sz="1575" i="1" spc="60" baseline="44973" dirty="0">
                <a:latin typeface="Times New Roman"/>
                <a:cs typeface="Times New Roman"/>
              </a:rPr>
              <a:t>k</a:t>
            </a:r>
            <a:r>
              <a:rPr sz="1575" i="1" spc="-195" baseline="44973" dirty="0">
                <a:latin typeface="Times New Roman"/>
                <a:cs typeface="Times New Roman"/>
              </a:rPr>
              <a:t> </a:t>
            </a:r>
            <a:r>
              <a:rPr sz="1575" spc="-7" baseline="44973" dirty="0">
                <a:latin typeface="Symbol"/>
                <a:cs typeface="Symbol"/>
              </a:rPr>
              <a:t></a:t>
            </a:r>
            <a:r>
              <a:rPr sz="1575" spc="67" baseline="44973" dirty="0">
                <a:latin typeface="Times New Roman"/>
                <a:cs typeface="Times New Roman"/>
              </a:rPr>
              <a:t>1</a:t>
            </a:r>
            <a:r>
              <a:rPr sz="1575" baseline="44973" dirty="0">
                <a:latin typeface="Times New Roman"/>
                <a:cs typeface="Times New Roman"/>
              </a:rPr>
              <a:t> </a:t>
            </a:r>
            <a:r>
              <a:rPr sz="1575" spc="-120" baseline="44973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..</a:t>
            </a:r>
            <a:r>
              <a:rPr sz="1850" spc="25" dirty="0">
                <a:latin typeface="Times New Roman"/>
                <a:cs typeface="Times New Roman"/>
              </a:rPr>
              <a:t>.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2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2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2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6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27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14152" y="3739452"/>
            <a:ext cx="270573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24050" algn="l"/>
                <a:tab pos="2567940" algn="l"/>
              </a:tabLst>
            </a:pPr>
            <a:r>
              <a:rPr sz="1850" spc="55" dirty="0">
                <a:latin typeface="Times New Roman"/>
                <a:cs typeface="Times New Roman"/>
              </a:rPr>
              <a:t>2	4	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52195" y="3633663"/>
            <a:ext cx="28067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775" spc="112" baseline="-25525" dirty="0">
                <a:latin typeface="Times New Roman"/>
                <a:cs typeface="Times New Roman"/>
              </a:rPr>
              <a:t>2</a:t>
            </a:r>
            <a:r>
              <a:rPr sz="1050" spc="7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9751" y="3556282"/>
            <a:ext cx="787527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50" i="1" spc="60" dirty="0">
                <a:latin typeface="Times New Roman"/>
                <a:cs typeface="Times New Roman"/>
              </a:rPr>
              <a:t>T</a:t>
            </a:r>
            <a:r>
              <a:rPr sz="1850" i="1" spc="-200" dirty="0">
                <a:latin typeface="Times New Roman"/>
                <a:cs typeface="Times New Roman"/>
              </a:rPr>
              <a:t> </a:t>
            </a:r>
            <a:r>
              <a:rPr sz="1850" spc="85" dirty="0">
                <a:latin typeface="Times New Roman"/>
                <a:cs typeface="Times New Roman"/>
              </a:rPr>
              <a:t>(</a:t>
            </a:r>
            <a:r>
              <a:rPr sz="1850" i="1" spc="85" dirty="0">
                <a:latin typeface="Times New Roman"/>
                <a:cs typeface="Times New Roman"/>
              </a:rPr>
              <a:t>n</a:t>
            </a:r>
            <a:r>
              <a:rPr sz="1850" spc="85" dirty="0">
                <a:latin typeface="Times New Roman"/>
                <a:cs typeface="Times New Roman"/>
              </a:rPr>
              <a:t>)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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2</a:t>
            </a:r>
            <a:r>
              <a:rPr sz="1850" i="1" spc="35" dirty="0">
                <a:latin typeface="Times New Roman"/>
                <a:cs typeface="Times New Roman"/>
              </a:rPr>
              <a:t>T</a:t>
            </a:r>
            <a:r>
              <a:rPr sz="1850" i="1" spc="-20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(</a:t>
            </a:r>
            <a:r>
              <a:rPr sz="1850" spc="-245" dirty="0">
                <a:latin typeface="Times New Roman"/>
                <a:cs typeface="Times New Roman"/>
              </a:rPr>
              <a:t> </a:t>
            </a:r>
            <a:r>
              <a:rPr sz="2775" i="1" spc="82" baseline="34534" dirty="0">
                <a:latin typeface="Times New Roman"/>
                <a:cs typeface="Times New Roman"/>
              </a:rPr>
              <a:t>n</a:t>
            </a:r>
            <a:r>
              <a:rPr sz="2775" i="1" spc="-345" baseline="34534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)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65" dirty="0">
                <a:latin typeface="Times New Roman"/>
                <a:cs typeface="Times New Roman"/>
              </a:rPr>
              <a:t>2</a:t>
            </a:r>
            <a:r>
              <a:rPr sz="1850" i="1" spc="6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270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1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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2(2</a:t>
            </a:r>
            <a:r>
              <a:rPr sz="1850" i="1" spc="55" dirty="0">
                <a:latin typeface="Times New Roman"/>
                <a:cs typeface="Times New Roman"/>
              </a:rPr>
              <a:t>T</a:t>
            </a:r>
            <a:r>
              <a:rPr sz="1850" i="1" spc="-20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(</a:t>
            </a:r>
            <a:r>
              <a:rPr sz="1850" spc="-245" dirty="0">
                <a:latin typeface="Times New Roman"/>
                <a:cs typeface="Times New Roman"/>
              </a:rPr>
              <a:t> </a:t>
            </a:r>
            <a:r>
              <a:rPr sz="2775" i="1" spc="82" baseline="34534" dirty="0">
                <a:latin typeface="Times New Roman"/>
                <a:cs typeface="Times New Roman"/>
              </a:rPr>
              <a:t>n</a:t>
            </a:r>
            <a:r>
              <a:rPr sz="2775" i="1" spc="-345" baseline="34534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)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2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2775" i="1" spc="82" baseline="34534" dirty="0">
                <a:latin typeface="Times New Roman"/>
                <a:cs typeface="Times New Roman"/>
              </a:rPr>
              <a:t>n</a:t>
            </a:r>
            <a:r>
              <a:rPr sz="2775" i="1" spc="150" baseline="34534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27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1)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65" dirty="0">
                <a:latin typeface="Times New Roman"/>
                <a:cs typeface="Times New Roman"/>
              </a:rPr>
              <a:t>2</a:t>
            </a:r>
            <a:r>
              <a:rPr sz="1850" i="1" spc="6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27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1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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75" dirty="0">
                <a:latin typeface="Times New Roman"/>
                <a:cs typeface="Times New Roman"/>
              </a:rPr>
              <a:t>2</a:t>
            </a:r>
            <a:r>
              <a:rPr sz="1575" spc="112" baseline="44973" dirty="0">
                <a:latin typeface="Times New Roman"/>
                <a:cs typeface="Times New Roman"/>
              </a:rPr>
              <a:t>2</a:t>
            </a:r>
            <a:r>
              <a:rPr sz="1575" spc="-195" baseline="44973" dirty="0">
                <a:latin typeface="Times New Roman"/>
                <a:cs typeface="Times New Roman"/>
              </a:rPr>
              <a:t> </a:t>
            </a:r>
            <a:r>
              <a:rPr sz="1850" i="1" spc="60" dirty="0">
                <a:latin typeface="Times New Roman"/>
                <a:cs typeface="Times New Roman"/>
              </a:rPr>
              <a:t>T</a:t>
            </a:r>
            <a:r>
              <a:rPr sz="1850" i="1" spc="-20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(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2775" i="1" spc="82" baseline="34534" dirty="0">
                <a:latin typeface="Times New Roman"/>
                <a:cs typeface="Times New Roman"/>
              </a:rPr>
              <a:t>n</a:t>
            </a:r>
            <a:r>
              <a:rPr sz="2775" i="1" spc="217" baseline="34534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)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65" dirty="0">
                <a:latin typeface="Times New Roman"/>
                <a:cs typeface="Times New Roman"/>
              </a:rPr>
              <a:t>2</a:t>
            </a:r>
            <a:r>
              <a:rPr sz="1850" i="1" spc="6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2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65" dirty="0">
                <a:latin typeface="Times New Roman"/>
                <a:cs typeface="Times New Roman"/>
              </a:rPr>
              <a:t>2</a:t>
            </a:r>
            <a:r>
              <a:rPr sz="1850" i="1" spc="65" dirty="0">
                <a:latin typeface="Times New Roman"/>
                <a:cs typeface="Times New Roman"/>
              </a:rPr>
              <a:t>n</a:t>
            </a:r>
            <a:r>
              <a:rPr sz="1850" i="1" spc="-6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270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40215" y="4666162"/>
            <a:ext cx="15049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i="1" spc="55" dirty="0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64871" y="4890987"/>
            <a:ext cx="480059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775" spc="135" baseline="-25525" dirty="0">
                <a:latin typeface="Times New Roman"/>
                <a:cs typeface="Times New Roman"/>
              </a:rPr>
              <a:t>2</a:t>
            </a:r>
            <a:r>
              <a:rPr sz="1050" spc="-15" dirty="0">
                <a:latin typeface="Times New Roman"/>
                <a:cs typeface="Times New Roman"/>
              </a:rPr>
              <a:t>l</a:t>
            </a:r>
            <a:r>
              <a:rPr sz="1050" spc="35" dirty="0">
                <a:latin typeface="Times New Roman"/>
                <a:cs typeface="Times New Roman"/>
              </a:rPr>
              <a:t>o</a:t>
            </a:r>
            <a:r>
              <a:rPr sz="1050" spc="45" dirty="0">
                <a:latin typeface="Times New Roman"/>
                <a:cs typeface="Times New Roman"/>
              </a:rPr>
              <a:t>g</a:t>
            </a:r>
            <a:r>
              <a:rPr sz="1050" spc="-95" dirty="0">
                <a:latin typeface="Times New Roman"/>
                <a:cs typeface="Times New Roman"/>
              </a:rPr>
              <a:t> </a:t>
            </a:r>
            <a:r>
              <a:rPr sz="1050" i="1" spc="45" dirty="0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2159" y="4708287"/>
            <a:ext cx="95123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775" spc="89" baseline="-25525" dirty="0">
                <a:latin typeface="Symbol"/>
                <a:cs typeface="Symbol"/>
              </a:rPr>
              <a:t></a:t>
            </a:r>
            <a:r>
              <a:rPr sz="2775" spc="-7" baseline="-25525" dirty="0">
                <a:latin typeface="Times New Roman"/>
                <a:cs typeface="Times New Roman"/>
              </a:rPr>
              <a:t> </a:t>
            </a:r>
            <a:r>
              <a:rPr sz="2775" spc="135" baseline="-25525" dirty="0">
                <a:latin typeface="Times New Roman"/>
                <a:cs typeface="Times New Roman"/>
              </a:rPr>
              <a:t>2</a:t>
            </a:r>
            <a:r>
              <a:rPr sz="1050" spc="-15" dirty="0">
                <a:latin typeface="Times New Roman"/>
                <a:cs typeface="Times New Roman"/>
              </a:rPr>
              <a:t>l</a:t>
            </a:r>
            <a:r>
              <a:rPr sz="1050" spc="35" dirty="0">
                <a:latin typeface="Times New Roman"/>
                <a:cs typeface="Times New Roman"/>
              </a:rPr>
              <a:t>o</a:t>
            </a:r>
            <a:r>
              <a:rPr sz="1050" spc="45" dirty="0">
                <a:latin typeface="Times New Roman"/>
                <a:cs typeface="Times New Roman"/>
              </a:rPr>
              <a:t>g</a:t>
            </a:r>
            <a:r>
              <a:rPr sz="1050" spc="-100" dirty="0">
                <a:latin typeface="Times New Roman"/>
                <a:cs typeface="Times New Roman"/>
              </a:rPr>
              <a:t> </a:t>
            </a:r>
            <a:r>
              <a:rPr sz="1050" i="1" spc="45" dirty="0">
                <a:latin typeface="Times New Roman"/>
                <a:cs typeface="Times New Roman"/>
              </a:rPr>
              <a:t>n</a:t>
            </a:r>
            <a:r>
              <a:rPr sz="1050" i="1" spc="-100" dirty="0">
                <a:latin typeface="Times New Roman"/>
                <a:cs typeface="Times New Roman"/>
              </a:rPr>
              <a:t> </a:t>
            </a:r>
            <a:r>
              <a:rPr sz="2775" i="1" spc="89" baseline="-25525" dirty="0">
                <a:latin typeface="Times New Roman"/>
                <a:cs typeface="Times New Roman"/>
              </a:rPr>
              <a:t>T</a:t>
            </a:r>
            <a:r>
              <a:rPr sz="2775" i="1" spc="-300" baseline="-25525" dirty="0">
                <a:latin typeface="Times New Roman"/>
                <a:cs typeface="Times New Roman"/>
              </a:rPr>
              <a:t> </a:t>
            </a:r>
            <a:r>
              <a:rPr sz="2775" spc="52" baseline="-25525" dirty="0">
                <a:latin typeface="Times New Roman"/>
                <a:cs typeface="Times New Roman"/>
              </a:rPr>
              <a:t>(</a:t>
            </a:r>
            <a:endParaRPr sz="2775" baseline="-2552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18818" y="4813587"/>
            <a:ext cx="3507104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latin typeface="Times New Roman"/>
                <a:cs typeface="Times New Roman"/>
              </a:rPr>
              <a:t>)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2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Times New Roman"/>
                <a:cs typeface="Times New Roman"/>
              </a:rPr>
              <a:t>2</a:t>
            </a:r>
            <a:r>
              <a:rPr sz="1575" spc="-22" baseline="44973" dirty="0">
                <a:latin typeface="Times New Roman"/>
                <a:cs typeface="Times New Roman"/>
              </a:rPr>
              <a:t>l</a:t>
            </a:r>
            <a:r>
              <a:rPr sz="1575" spc="52" baseline="44973" dirty="0">
                <a:latin typeface="Times New Roman"/>
                <a:cs typeface="Times New Roman"/>
              </a:rPr>
              <a:t>o</a:t>
            </a:r>
            <a:r>
              <a:rPr sz="1575" spc="67" baseline="44973" dirty="0">
                <a:latin typeface="Times New Roman"/>
                <a:cs typeface="Times New Roman"/>
              </a:rPr>
              <a:t>g</a:t>
            </a:r>
            <a:r>
              <a:rPr sz="1575" spc="-142" baseline="44973" dirty="0">
                <a:latin typeface="Times New Roman"/>
                <a:cs typeface="Times New Roman"/>
              </a:rPr>
              <a:t> </a:t>
            </a:r>
            <a:r>
              <a:rPr sz="1575" i="1" spc="165" baseline="44973" dirty="0">
                <a:latin typeface="Times New Roman"/>
                <a:cs typeface="Times New Roman"/>
              </a:rPr>
              <a:t>n</a:t>
            </a:r>
            <a:r>
              <a:rPr sz="1575" spc="-15" baseline="44973" dirty="0">
                <a:latin typeface="Symbol"/>
                <a:cs typeface="Symbol"/>
              </a:rPr>
              <a:t></a:t>
            </a:r>
            <a:r>
              <a:rPr sz="1575" spc="67" baseline="44973" dirty="0">
                <a:latin typeface="Times New Roman"/>
                <a:cs typeface="Times New Roman"/>
              </a:rPr>
              <a:t>1</a:t>
            </a:r>
            <a:r>
              <a:rPr sz="1575" baseline="44973" dirty="0">
                <a:latin typeface="Times New Roman"/>
                <a:cs typeface="Times New Roman"/>
              </a:rPr>
              <a:t> </a:t>
            </a:r>
            <a:r>
              <a:rPr sz="1575" spc="-112" baseline="44973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..</a:t>
            </a:r>
            <a:r>
              <a:rPr sz="1850" spc="25" dirty="0">
                <a:latin typeface="Times New Roman"/>
                <a:cs typeface="Times New Roman"/>
              </a:rPr>
              <a:t>.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2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6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2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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2</a:t>
            </a:r>
            <a:r>
              <a:rPr sz="1850" i="1" spc="55" dirty="0">
                <a:latin typeface="Times New Roman"/>
                <a:cs typeface="Times New Roman"/>
              </a:rPr>
              <a:t>n</a:t>
            </a:r>
            <a:r>
              <a:rPr sz="1850" i="1" spc="-65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Symbol"/>
                <a:cs typeface="Symbol"/>
              </a:rPr>
              <a:t></a:t>
            </a:r>
            <a:r>
              <a:rPr sz="1850" spc="-27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2096" y="268478"/>
            <a:ext cx="2019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Quick</a:t>
            </a:r>
            <a:r>
              <a:rPr spc="-55" dirty="0"/>
              <a:t> </a:t>
            </a:r>
            <a:r>
              <a:rPr spc="-5"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302" y="1073658"/>
            <a:ext cx="8183245" cy="38874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88900" marR="17780">
              <a:lnSpc>
                <a:spcPts val="2510"/>
              </a:lnSpc>
              <a:spcBef>
                <a:spcPts val="290"/>
              </a:spcBef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Quick sort </a:t>
            </a:r>
            <a:r>
              <a:rPr sz="2200" dirty="0">
                <a:latin typeface="Times New Roman"/>
                <a:cs typeface="Times New Roman"/>
              </a:rPr>
              <a:t>is a recursive process such that the output of a step is re-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arrangement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elements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one </a:t>
            </a: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element</a:t>
            </a:r>
            <a:r>
              <a:rPr sz="2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22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in its</a:t>
            </a: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sorted</a:t>
            </a:r>
            <a:r>
              <a:rPr sz="22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position</a:t>
            </a:r>
            <a:r>
              <a:rPr sz="22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sublists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remain unsorted.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50">
              <a:latin typeface="Times New Roman"/>
              <a:cs typeface="Times New Roman"/>
            </a:endParaRPr>
          </a:p>
          <a:p>
            <a:pPr marL="88900" marR="144145">
              <a:lnSpc>
                <a:spcPts val="251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If 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list of element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775" baseline="-25525" dirty="0"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, x</a:t>
            </a:r>
            <a:r>
              <a:rPr sz="2775" baseline="-25525" dirty="0">
                <a:latin typeface="Times New Roman"/>
                <a:cs typeface="Times New Roman"/>
              </a:rPr>
              <a:t>2</a:t>
            </a:r>
            <a:r>
              <a:rPr sz="2200" dirty="0">
                <a:latin typeface="Times New Roman"/>
                <a:cs typeface="Times New Roman"/>
              </a:rPr>
              <a:t>, x</a:t>
            </a:r>
            <a:r>
              <a:rPr sz="2775" baseline="-25525" dirty="0">
                <a:latin typeface="Times New Roman"/>
                <a:cs typeface="Times New Roman"/>
              </a:rPr>
              <a:t>3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…,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775" baseline="-25525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, then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 step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quick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 re-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arranges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follows:</a:t>
            </a:r>
            <a:endParaRPr sz="2200">
              <a:latin typeface="Times New Roman"/>
              <a:cs typeface="Times New Roman"/>
            </a:endParaRPr>
          </a:p>
          <a:p>
            <a:pPr marL="577850">
              <a:lnSpc>
                <a:spcPct val="100000"/>
              </a:lnSpc>
              <a:spcBef>
                <a:spcPts val="440"/>
              </a:spcBef>
              <a:tabLst>
                <a:tab pos="3778250" algn="l"/>
                <a:tab pos="4590415" algn="l"/>
              </a:tabLst>
            </a:pPr>
            <a:r>
              <a:rPr sz="2000" b="1" dirty="0">
                <a:latin typeface="Courier New"/>
                <a:cs typeface="Courier New"/>
              </a:rPr>
              <a:t>x</a:t>
            </a:r>
            <a:r>
              <a:rPr sz="1950" b="1" baseline="-25641" dirty="0">
                <a:latin typeface="Courier New"/>
                <a:cs typeface="Courier New"/>
              </a:rPr>
              <a:t>1</a:t>
            </a:r>
            <a:r>
              <a:rPr sz="2000" b="1" dirty="0">
                <a:latin typeface="Courier New"/>
                <a:cs typeface="Courier New"/>
              </a:rPr>
              <a:t>,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x</a:t>
            </a:r>
            <a:r>
              <a:rPr sz="1950" b="1" baseline="-25641" dirty="0">
                <a:latin typeface="Courier New"/>
                <a:cs typeface="Courier New"/>
              </a:rPr>
              <a:t>2</a:t>
            </a:r>
            <a:r>
              <a:rPr sz="2000" b="1" dirty="0">
                <a:latin typeface="Courier New"/>
                <a:cs typeface="Courier New"/>
              </a:rPr>
              <a:t>,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x</a:t>
            </a:r>
            <a:r>
              <a:rPr sz="1950" b="1" baseline="-25641" dirty="0">
                <a:latin typeface="Courier New"/>
                <a:cs typeface="Courier New"/>
              </a:rPr>
              <a:t>3</a:t>
            </a:r>
            <a:r>
              <a:rPr sz="2000" b="1" dirty="0">
                <a:latin typeface="Courier New"/>
                <a:cs typeface="Courier New"/>
              </a:rPr>
              <a:t>,</a:t>
            </a:r>
            <a:r>
              <a:rPr sz="2000" b="1" spc="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...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10" dirty="0">
                <a:latin typeface="Courier New"/>
                <a:cs typeface="Courier New"/>
              </a:rPr>
              <a:t>x</a:t>
            </a:r>
            <a:r>
              <a:rPr sz="1950" b="1" spc="15" baseline="-25641" dirty="0">
                <a:latin typeface="Courier New"/>
                <a:cs typeface="Courier New"/>
              </a:rPr>
              <a:t>j-1</a:t>
            </a:r>
            <a:r>
              <a:rPr sz="2000" b="1" spc="10" dirty="0">
                <a:latin typeface="Courier New"/>
                <a:cs typeface="Courier New"/>
              </a:rPr>
              <a:t>,	</a:t>
            </a:r>
            <a:r>
              <a:rPr sz="2000" b="1" spc="5" dirty="0">
                <a:solidFill>
                  <a:srgbClr val="0000FF"/>
                </a:solidFill>
                <a:latin typeface="Courier New"/>
                <a:cs typeface="Courier New"/>
              </a:rPr>
              <a:t>x</a:t>
            </a:r>
            <a:r>
              <a:rPr sz="1950" b="1" spc="7" baseline="-25641" dirty="0">
                <a:solidFill>
                  <a:srgbClr val="0000FF"/>
                </a:solidFill>
                <a:latin typeface="Courier New"/>
                <a:cs typeface="Courier New"/>
              </a:rPr>
              <a:t>j</a:t>
            </a:r>
            <a:r>
              <a:rPr sz="1950" b="1" spc="30" baseline="-2564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,	</a:t>
            </a:r>
            <a:r>
              <a:rPr sz="2000" b="1" spc="5" dirty="0">
                <a:latin typeface="Courier New"/>
                <a:cs typeface="Courier New"/>
              </a:rPr>
              <a:t>x</a:t>
            </a:r>
            <a:r>
              <a:rPr sz="1950" b="1" spc="7" baseline="-25641" dirty="0">
                <a:latin typeface="Courier New"/>
                <a:cs typeface="Courier New"/>
              </a:rPr>
              <a:t>j+1</a:t>
            </a:r>
            <a:r>
              <a:rPr sz="2000" b="1" spc="5" dirty="0">
                <a:latin typeface="Courier New"/>
                <a:cs typeface="Courier New"/>
              </a:rPr>
              <a:t>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5" dirty="0">
                <a:latin typeface="Courier New"/>
                <a:cs typeface="Courier New"/>
              </a:rPr>
              <a:t>x</a:t>
            </a:r>
            <a:r>
              <a:rPr sz="1950" b="1" spc="7" baseline="-25641" dirty="0">
                <a:latin typeface="Courier New"/>
                <a:cs typeface="Courier New"/>
              </a:rPr>
              <a:t>j+2</a:t>
            </a:r>
            <a:r>
              <a:rPr sz="2000" b="1" spc="5" dirty="0">
                <a:latin typeface="Courier New"/>
                <a:cs typeface="Courier New"/>
              </a:rPr>
              <a:t>,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...,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5" dirty="0">
                <a:latin typeface="Courier New"/>
                <a:cs typeface="Courier New"/>
              </a:rPr>
              <a:t>x</a:t>
            </a:r>
            <a:r>
              <a:rPr sz="1950" b="1" spc="7" baseline="-25641" dirty="0">
                <a:latin typeface="Courier New"/>
                <a:cs typeface="Courier New"/>
              </a:rPr>
              <a:t>n</a:t>
            </a:r>
            <a:endParaRPr sz="1950" baseline="-2564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Courier New"/>
              <a:cs typeface="Courier New"/>
            </a:endParaRPr>
          </a:p>
          <a:p>
            <a:pPr marR="247650" algn="ctr">
              <a:lnSpc>
                <a:spcPct val="100000"/>
              </a:lnSpc>
              <a:tabLst>
                <a:tab pos="2550160" algn="l"/>
                <a:tab pos="3916045" algn="l"/>
              </a:tabLst>
            </a:pPr>
            <a:r>
              <a:rPr sz="1800" b="1" spc="-10" dirty="0">
                <a:latin typeface="Courier New"/>
                <a:cs typeface="Courier New"/>
              </a:rPr>
              <a:t>smaller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than</a:t>
            </a:r>
            <a:r>
              <a:rPr sz="1800" b="1" spc="-5" dirty="0">
                <a:latin typeface="Courier New"/>
                <a:cs typeface="Courier New"/>
              </a:rPr>
              <a:t> x</a:t>
            </a:r>
            <a:r>
              <a:rPr sz="1800" b="1" spc="-7" baseline="-25462" dirty="0">
                <a:latin typeface="Courier New"/>
                <a:cs typeface="Courier New"/>
              </a:rPr>
              <a:t>j	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sorted	</a:t>
            </a:r>
            <a:r>
              <a:rPr sz="1800" b="1" spc="-10" dirty="0">
                <a:latin typeface="Courier New"/>
                <a:cs typeface="Courier New"/>
              </a:rPr>
              <a:t>greater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than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x</a:t>
            </a:r>
            <a:r>
              <a:rPr sz="1800" b="1" baseline="-25462" dirty="0">
                <a:latin typeface="Courier New"/>
                <a:cs typeface="Courier New"/>
              </a:rPr>
              <a:t>j</a:t>
            </a:r>
            <a:endParaRPr sz="1800" baseline="-25462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50">
              <a:latin typeface="Courier New"/>
              <a:cs typeface="Courier New"/>
            </a:endParaRPr>
          </a:p>
          <a:p>
            <a:pPr marL="889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called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partition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step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 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core step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algorithm.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0788" y="3644646"/>
            <a:ext cx="2936240" cy="262255"/>
            <a:chOff x="970788" y="3644646"/>
            <a:chExt cx="2936240" cy="262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6388" y="3644646"/>
              <a:ext cx="40386" cy="2621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86580" y="365798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646" y="3866388"/>
              <a:ext cx="2929128" cy="403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0981" y="3886581"/>
              <a:ext cx="2895600" cy="0"/>
            </a:xfrm>
            <a:custGeom>
              <a:avLst/>
              <a:gdLst/>
              <a:ahLst/>
              <a:cxnLst/>
              <a:rect l="l" t="t" r="r" b="b"/>
              <a:pathLst>
                <a:path w="2895600">
                  <a:moveTo>
                    <a:pt x="0" y="0"/>
                  </a:moveTo>
                  <a:lnTo>
                    <a:pt x="2895599" y="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788" y="3644646"/>
              <a:ext cx="40386" cy="2621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90981" y="365798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780788" y="3644646"/>
            <a:ext cx="2707640" cy="262255"/>
            <a:chOff x="4780788" y="3644646"/>
            <a:chExt cx="2707640" cy="2622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7788" y="3644646"/>
              <a:ext cx="40385" cy="2621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67980" y="365798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7646" y="3866388"/>
              <a:ext cx="2700528" cy="403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00981" y="3886581"/>
              <a:ext cx="2667000" cy="0"/>
            </a:xfrm>
            <a:custGeom>
              <a:avLst/>
              <a:gdLst/>
              <a:ahLst/>
              <a:cxnLst/>
              <a:rect l="l" t="t" r="r" b="b"/>
              <a:pathLst>
                <a:path w="2667000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0788" y="3644646"/>
              <a:ext cx="40386" cy="2621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00981" y="365798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094988" y="3644646"/>
            <a:ext cx="421640" cy="262255"/>
            <a:chOff x="4094988" y="3644646"/>
            <a:chExt cx="421640" cy="26225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5988" y="3644646"/>
              <a:ext cx="40386" cy="26212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496181" y="365798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01846" y="3866388"/>
              <a:ext cx="414527" cy="4038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5181" y="3886581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4988" y="3644646"/>
              <a:ext cx="40386" cy="26212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115181" y="3657981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2096" y="268478"/>
            <a:ext cx="2019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Quick</a:t>
            </a:r>
            <a:r>
              <a:rPr spc="-55" dirty="0"/>
              <a:t> </a:t>
            </a:r>
            <a:r>
              <a:rPr spc="-5"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501" y="1073658"/>
            <a:ext cx="7362825" cy="477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Partition</a:t>
            </a:r>
            <a:r>
              <a:rPr sz="2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Step</a:t>
            </a:r>
            <a:r>
              <a:rPr sz="2200" u="heavy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Algorithm: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(ascending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order)</a:t>
            </a:r>
          </a:p>
          <a:p>
            <a:pPr marL="361950" indent="-349885">
              <a:lnSpc>
                <a:spcPct val="100000"/>
              </a:lnSpc>
              <a:spcBef>
                <a:spcPts val="1775"/>
              </a:spcBef>
              <a:buAutoNum type="arabicPeriod"/>
              <a:tabLst>
                <a:tab pos="361950" algn="l"/>
                <a:tab pos="362585" algn="l"/>
              </a:tabLst>
            </a:pPr>
            <a:r>
              <a:rPr sz="2200" dirty="0">
                <a:latin typeface="Times New Roman"/>
                <a:cs typeface="Times New Roman"/>
              </a:rPr>
              <a:t>Swap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x(1)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x(n)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necessary</a:t>
            </a:r>
          </a:p>
          <a:p>
            <a:pPr marL="361950" indent="-34988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361950" algn="l"/>
                <a:tab pos="362585" algn="l"/>
                <a:tab pos="2065020" algn="l"/>
              </a:tabLst>
            </a:pPr>
            <a:r>
              <a:rPr sz="2200" dirty="0">
                <a:latin typeface="Times New Roman"/>
                <a:cs typeface="Times New Roman"/>
              </a:rPr>
              <a:t>Set left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x(1)	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//</a:t>
            </a:r>
            <a:r>
              <a:rPr sz="2200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this</a:t>
            </a:r>
            <a:r>
              <a:rPr sz="22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called</a:t>
            </a:r>
            <a:r>
              <a:rPr sz="22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pivot</a:t>
            </a:r>
            <a:r>
              <a:rPr sz="22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or</a:t>
            </a:r>
            <a:r>
              <a:rPr sz="220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split</a:t>
            </a:r>
            <a:r>
              <a:rPr sz="22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element</a:t>
            </a:r>
            <a:endParaRPr sz="2200" dirty="0">
              <a:latin typeface="Times New Roman"/>
              <a:cs typeface="Times New Roman"/>
            </a:endParaRPr>
          </a:p>
          <a:p>
            <a:pPr marL="361950" indent="-349885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61950" algn="l"/>
                <a:tab pos="362585" algn="l"/>
                <a:tab pos="3747770" algn="l"/>
              </a:tabLst>
            </a:pPr>
            <a:r>
              <a:rPr sz="2200" dirty="0">
                <a:latin typeface="Times New Roman"/>
                <a:cs typeface="Times New Roman"/>
              </a:rPr>
              <a:t>Set low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x(2)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 to x(n)	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//</a:t>
            </a:r>
            <a:r>
              <a:rPr sz="22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these</a:t>
            </a:r>
            <a:r>
              <a:rPr sz="2200" spc="-3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are</a:t>
            </a:r>
            <a:r>
              <a:rPr sz="22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pointer</a:t>
            </a:r>
            <a:endParaRPr sz="2200" dirty="0">
              <a:latin typeface="Times New Roman"/>
              <a:cs typeface="Times New Roman"/>
            </a:endParaRPr>
          </a:p>
          <a:p>
            <a:pPr marL="361950" indent="-34988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361950" algn="l"/>
                <a:tab pos="362585" algn="l"/>
                <a:tab pos="5842000" algn="l"/>
              </a:tabLst>
            </a:pPr>
            <a:r>
              <a:rPr sz="2200" dirty="0">
                <a:latin typeface="Times New Roman"/>
                <a:cs typeface="Times New Roman"/>
              </a:rPr>
              <a:t>Scan list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left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right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x(j)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&gt;=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left</a:t>
            </a:r>
            <a:r>
              <a:rPr sz="2200" dirty="0">
                <a:latin typeface="Times New Roman"/>
                <a:cs typeface="Times New Roman"/>
              </a:rPr>
              <a:t> value.	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//low</a:t>
            </a:r>
            <a:r>
              <a:rPr sz="2200" spc="-4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pointer</a:t>
            </a:r>
            <a:endParaRPr sz="2200" dirty="0">
              <a:latin typeface="Times New Roman"/>
              <a:cs typeface="Times New Roman"/>
            </a:endParaRPr>
          </a:p>
          <a:p>
            <a:pPr marL="361950" indent="-34988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361950" algn="l"/>
                <a:tab pos="362585" algn="l"/>
              </a:tabLst>
            </a:pPr>
            <a:r>
              <a:rPr sz="2200" dirty="0">
                <a:latin typeface="Times New Roman"/>
                <a:cs typeface="Times New Roman"/>
              </a:rPr>
              <a:t>Scan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list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right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 left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x(k)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&lt;= left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value.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//high</a:t>
            </a:r>
            <a:r>
              <a:rPr sz="220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pointer</a:t>
            </a:r>
            <a:endParaRPr sz="2200" dirty="0">
              <a:latin typeface="Times New Roman"/>
              <a:cs typeface="Times New Roman"/>
            </a:endParaRPr>
          </a:p>
          <a:p>
            <a:pPr marL="361950" indent="-349885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61950" algn="l"/>
                <a:tab pos="362585" algn="l"/>
                <a:tab pos="930275" algn="l"/>
                <a:tab pos="1226820" algn="l"/>
              </a:tabLst>
            </a:pPr>
            <a:r>
              <a:rPr sz="2200" dirty="0">
                <a:latin typeface="Times New Roman"/>
                <a:cs typeface="Times New Roman"/>
              </a:rPr>
              <a:t>If (j	&lt;	k)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Swap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(x(j), x(k)) 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continue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scanning</a:t>
            </a:r>
          </a:p>
          <a:p>
            <a:pPr marL="361950" indent="-34988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361950" algn="l"/>
                <a:tab pos="362585" algn="l"/>
                <a:tab pos="1617345" algn="l"/>
              </a:tabLst>
            </a:pPr>
            <a:r>
              <a:rPr sz="2200" dirty="0">
                <a:latin typeface="Times New Roman"/>
                <a:cs typeface="Times New Roman"/>
              </a:rPr>
              <a:t>If (j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&gt;=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k)	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//</a:t>
            </a:r>
            <a:r>
              <a:rPr sz="22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pointer</a:t>
            </a:r>
            <a:r>
              <a:rPr sz="22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crossed</a:t>
            </a:r>
            <a:r>
              <a:rPr sz="22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each</a:t>
            </a:r>
            <a:r>
              <a:rPr sz="22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300"/>
                </a:solidFill>
                <a:latin typeface="Times New Roman"/>
                <a:cs typeface="Times New Roman"/>
              </a:rPr>
              <a:t>other</a:t>
            </a:r>
            <a:endParaRPr sz="2200" dirty="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395"/>
              </a:spcBef>
              <a:tabLst>
                <a:tab pos="1071245" algn="l"/>
              </a:tabLst>
            </a:pPr>
            <a:r>
              <a:rPr sz="2200" dirty="0">
                <a:latin typeface="Times New Roman"/>
                <a:cs typeface="Times New Roman"/>
              </a:rPr>
              <a:t>Then	If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left </a:t>
            </a:r>
            <a:r>
              <a:rPr sz="2200" dirty="0">
                <a:latin typeface="Times New Roman"/>
                <a:cs typeface="Times New Roman"/>
              </a:rPr>
              <a:t>&gt;=</a:t>
            </a:r>
            <a:r>
              <a:rPr lang="en-US" sz="2200" dirty="0">
                <a:latin typeface="Times New Roman"/>
                <a:cs typeface="Times New Roman"/>
              </a:rPr>
              <a:t> x(k)</a:t>
            </a:r>
            <a:r>
              <a:rPr sz="2200" spc="-5" dirty="0">
                <a:latin typeface="Times New Roman"/>
                <a:cs typeface="Times New Roman"/>
              </a:rPr>
              <a:t>,  </a:t>
            </a:r>
            <a:r>
              <a:rPr sz="2200" dirty="0">
                <a:latin typeface="Times New Roman"/>
                <a:cs typeface="Times New Roman"/>
              </a:rPr>
              <a:t>Swap 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left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split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element.</a:t>
            </a:r>
          </a:p>
          <a:p>
            <a:pPr marL="1060450">
              <a:lnSpc>
                <a:spcPct val="100000"/>
              </a:lnSpc>
              <a:spcBef>
                <a:spcPts val="395"/>
              </a:spcBef>
            </a:pPr>
            <a:r>
              <a:rPr sz="2200" dirty="0">
                <a:latin typeface="Times New Roman"/>
                <a:cs typeface="Times New Roman"/>
              </a:rPr>
              <a:t>Else</a:t>
            </a:r>
            <a:r>
              <a:rPr lang="en-US" sz="2200" dirty="0">
                <a:latin typeface="Times New Roman"/>
                <a:cs typeface="Times New Roman"/>
              </a:rPr>
              <a:t> no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Swap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(left, x(k))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 x(k)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split</a:t>
            </a:r>
            <a:r>
              <a:rPr sz="2200" spc="-5" dirty="0">
                <a:latin typeface="Times New Roman"/>
                <a:cs typeface="Times New Roman"/>
              </a:rPr>
              <a:t> element.</a:t>
            </a:r>
            <a:endParaRPr sz="2200" dirty="0">
              <a:latin typeface="Times New Roman"/>
              <a:cs typeface="Times New Roman"/>
            </a:endParaRPr>
          </a:p>
          <a:p>
            <a:pPr marL="361315">
              <a:lnSpc>
                <a:spcPct val="100000"/>
              </a:lnSpc>
              <a:spcBef>
                <a:spcPts val="400"/>
              </a:spcBef>
            </a:pPr>
            <a:r>
              <a:rPr sz="2200" dirty="0">
                <a:latin typeface="Times New Roman"/>
                <a:cs typeface="Times New Roman"/>
              </a:rPr>
              <a:t>Exit.</a:t>
            </a:r>
          </a:p>
          <a:p>
            <a:pPr marL="361950" indent="-349885">
              <a:lnSpc>
                <a:spcPct val="100000"/>
              </a:lnSpc>
              <a:spcBef>
                <a:spcPts val="395"/>
              </a:spcBef>
              <a:buAutoNum type="arabicPeriod" startAt="7"/>
              <a:tabLst>
                <a:tab pos="361950" algn="l"/>
                <a:tab pos="362585" algn="l"/>
              </a:tabLst>
            </a:pPr>
            <a:r>
              <a:rPr sz="2200" dirty="0">
                <a:latin typeface="Times New Roman"/>
                <a:cs typeface="Times New Roman"/>
              </a:rPr>
              <a:t>Repeat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step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lang="en-US" sz="2200" spc="-20" dirty="0">
                <a:latin typeface="Times New Roman"/>
                <a:cs typeface="Times New Roman"/>
              </a:rPr>
              <a:t>1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step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6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until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102" y="223519"/>
            <a:ext cx="1561465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400" dirty="0"/>
              <a:t>Quick </a:t>
            </a:r>
            <a:r>
              <a:rPr sz="3400" spc="5" dirty="0"/>
              <a:t> </a:t>
            </a:r>
            <a:r>
              <a:rPr sz="3400" dirty="0"/>
              <a:t>Sort </a:t>
            </a:r>
            <a:r>
              <a:rPr sz="3400" spc="5" dirty="0"/>
              <a:t> </a:t>
            </a:r>
            <a:r>
              <a:rPr sz="3400" dirty="0"/>
              <a:t>Example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0"/>
            <a:ext cx="6481572" cy="68579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82356" y="6502907"/>
            <a:ext cx="1905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60" dirty="0">
                <a:latin typeface="Times New Roman"/>
                <a:cs typeface="Times New Roman"/>
              </a:rPr>
              <a:t>11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8102" y="452119"/>
            <a:ext cx="1924050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Times New Roman"/>
                <a:cs typeface="Times New Roman"/>
              </a:rPr>
              <a:t>Partition 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Step 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Illu</a:t>
            </a:r>
            <a:r>
              <a:rPr sz="3400" spc="5" dirty="0">
                <a:latin typeface="Times New Roman"/>
                <a:cs typeface="Times New Roman"/>
              </a:rPr>
              <a:t>s</a:t>
            </a:r>
            <a:r>
              <a:rPr sz="3400" dirty="0">
                <a:latin typeface="Times New Roman"/>
                <a:cs typeface="Times New Roman"/>
              </a:rPr>
              <a:t>trati</a:t>
            </a:r>
            <a:r>
              <a:rPr sz="3400" spc="10" dirty="0">
                <a:latin typeface="Times New Roman"/>
                <a:cs typeface="Times New Roman"/>
              </a:rPr>
              <a:t>o</a:t>
            </a:r>
            <a:r>
              <a:rPr sz="3400" dirty="0">
                <a:latin typeface="Times New Roman"/>
                <a:cs typeface="Times New Roman"/>
              </a:rPr>
              <a:t>n</a:t>
            </a:r>
            <a:endParaRPr sz="3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23010" y="669029"/>
          <a:ext cx="1930394" cy="2458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1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1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11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70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5891">
                <a:tc>
                  <a:txBody>
                    <a:bodyPr/>
                    <a:lstStyle/>
                    <a:p>
                      <a:pPr marL="5080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82585" y="189369"/>
            <a:ext cx="4203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/>
              <a:t>pivot</a:t>
            </a:r>
            <a:endParaRPr sz="1450"/>
          </a:p>
        </p:txBody>
      </p:sp>
      <p:sp>
        <p:nvSpPr>
          <p:cNvPr id="6" name="object 6"/>
          <p:cNvSpPr/>
          <p:nvPr/>
        </p:nvSpPr>
        <p:spPr>
          <a:xfrm>
            <a:off x="3177250" y="405852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40">
                <a:moveTo>
                  <a:pt x="0" y="176888"/>
                </a:moveTo>
                <a:lnTo>
                  <a:pt x="48248" y="268944"/>
                </a:lnTo>
                <a:lnTo>
                  <a:pt x="76011" y="215155"/>
                </a:lnTo>
                <a:lnTo>
                  <a:pt x="43676" y="215155"/>
                </a:lnTo>
                <a:lnTo>
                  <a:pt x="40079" y="211774"/>
                </a:lnTo>
                <a:lnTo>
                  <a:pt x="39963" y="202320"/>
                </a:lnTo>
                <a:lnTo>
                  <a:pt x="0" y="176888"/>
                </a:lnTo>
                <a:close/>
              </a:path>
              <a:path w="96520" h="269240">
                <a:moveTo>
                  <a:pt x="40050" y="202376"/>
                </a:moveTo>
                <a:lnTo>
                  <a:pt x="40079" y="211774"/>
                </a:lnTo>
                <a:lnTo>
                  <a:pt x="43676" y="215155"/>
                </a:lnTo>
                <a:lnTo>
                  <a:pt x="52501" y="215155"/>
                </a:lnTo>
                <a:lnTo>
                  <a:pt x="56066" y="211774"/>
                </a:lnTo>
                <a:lnTo>
                  <a:pt x="56053" y="207471"/>
                </a:lnTo>
                <a:lnTo>
                  <a:pt x="48056" y="207471"/>
                </a:lnTo>
                <a:lnTo>
                  <a:pt x="40050" y="202376"/>
                </a:lnTo>
                <a:close/>
              </a:path>
              <a:path w="96520" h="269240">
                <a:moveTo>
                  <a:pt x="95922" y="176581"/>
                </a:moveTo>
                <a:lnTo>
                  <a:pt x="56037" y="202320"/>
                </a:lnTo>
                <a:lnTo>
                  <a:pt x="56066" y="211774"/>
                </a:lnTo>
                <a:lnTo>
                  <a:pt x="52501" y="215155"/>
                </a:lnTo>
                <a:lnTo>
                  <a:pt x="76011" y="215155"/>
                </a:lnTo>
                <a:lnTo>
                  <a:pt x="95922" y="176581"/>
                </a:lnTo>
                <a:close/>
              </a:path>
              <a:path w="96520" h="269240">
                <a:moveTo>
                  <a:pt x="51845" y="0"/>
                </a:moveTo>
                <a:lnTo>
                  <a:pt x="43005" y="0"/>
                </a:lnTo>
                <a:lnTo>
                  <a:pt x="39439" y="3534"/>
                </a:lnTo>
                <a:lnTo>
                  <a:pt x="40050" y="202376"/>
                </a:lnTo>
                <a:lnTo>
                  <a:pt x="48056" y="207471"/>
                </a:lnTo>
                <a:lnTo>
                  <a:pt x="55952" y="202376"/>
                </a:lnTo>
                <a:lnTo>
                  <a:pt x="55958" y="176581"/>
                </a:lnTo>
                <a:lnTo>
                  <a:pt x="55427" y="3381"/>
                </a:lnTo>
                <a:lnTo>
                  <a:pt x="51845" y="0"/>
                </a:lnTo>
                <a:close/>
              </a:path>
              <a:path w="96520" h="269240">
                <a:moveTo>
                  <a:pt x="56037" y="202320"/>
                </a:moveTo>
                <a:lnTo>
                  <a:pt x="48056" y="207471"/>
                </a:lnTo>
                <a:lnTo>
                  <a:pt x="56053" y="207471"/>
                </a:lnTo>
                <a:lnTo>
                  <a:pt x="56037" y="202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3850" y="205967"/>
            <a:ext cx="3136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30" dirty="0">
                <a:latin typeface="Times New Roman"/>
                <a:cs typeface="Times New Roman"/>
              </a:rPr>
              <a:t>low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2597" y="205967"/>
            <a:ext cx="36512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hi</a:t>
            </a:r>
            <a:r>
              <a:rPr sz="1450" spc="15" dirty="0">
                <a:latin typeface="Times New Roman"/>
                <a:cs typeface="Times New Roman"/>
              </a:rPr>
              <a:t>g</a:t>
            </a:r>
            <a:r>
              <a:rPr sz="1450" spc="30" dirty="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33330" y="420452"/>
            <a:ext cx="264795" cy="269875"/>
          </a:xfrm>
          <a:custGeom>
            <a:avLst/>
            <a:gdLst/>
            <a:ahLst/>
            <a:cxnLst/>
            <a:rect l="l" t="t" r="r" b="b"/>
            <a:pathLst>
              <a:path w="264795" h="269875">
                <a:moveTo>
                  <a:pt x="30822" y="171048"/>
                </a:moveTo>
                <a:lnTo>
                  <a:pt x="0" y="269712"/>
                </a:lnTo>
                <a:lnTo>
                  <a:pt x="100670" y="234211"/>
                </a:lnTo>
                <a:lnTo>
                  <a:pt x="95932" y="233443"/>
                </a:lnTo>
                <a:lnTo>
                  <a:pt x="41566" y="233443"/>
                </a:lnTo>
                <a:lnTo>
                  <a:pt x="35139" y="227603"/>
                </a:lnTo>
                <a:lnTo>
                  <a:pt x="34979" y="222839"/>
                </a:lnTo>
                <a:lnTo>
                  <a:pt x="41658" y="216017"/>
                </a:lnTo>
                <a:lnTo>
                  <a:pt x="30822" y="171048"/>
                </a:lnTo>
                <a:close/>
              </a:path>
              <a:path w="264795" h="269875">
                <a:moveTo>
                  <a:pt x="41658" y="216017"/>
                </a:moveTo>
                <a:lnTo>
                  <a:pt x="34979" y="222839"/>
                </a:lnTo>
                <a:lnTo>
                  <a:pt x="35139" y="227603"/>
                </a:lnTo>
                <a:lnTo>
                  <a:pt x="41566" y="233443"/>
                </a:lnTo>
                <a:lnTo>
                  <a:pt x="46618" y="233289"/>
                </a:lnTo>
                <a:lnTo>
                  <a:pt x="53270" y="226523"/>
                </a:lnTo>
                <a:lnTo>
                  <a:pt x="43820" y="224990"/>
                </a:lnTo>
                <a:lnTo>
                  <a:pt x="41658" y="216017"/>
                </a:lnTo>
                <a:close/>
              </a:path>
              <a:path w="264795" h="269875">
                <a:moveTo>
                  <a:pt x="53270" y="226523"/>
                </a:moveTo>
                <a:lnTo>
                  <a:pt x="46618" y="233289"/>
                </a:lnTo>
                <a:lnTo>
                  <a:pt x="41566" y="233443"/>
                </a:lnTo>
                <a:lnTo>
                  <a:pt x="95932" y="233443"/>
                </a:lnTo>
                <a:lnTo>
                  <a:pt x="53270" y="226523"/>
                </a:lnTo>
                <a:close/>
              </a:path>
              <a:path w="264795" h="269875">
                <a:moveTo>
                  <a:pt x="258062" y="0"/>
                </a:moveTo>
                <a:lnTo>
                  <a:pt x="252994" y="153"/>
                </a:lnTo>
                <a:lnTo>
                  <a:pt x="41658" y="216017"/>
                </a:lnTo>
                <a:lnTo>
                  <a:pt x="43820" y="224990"/>
                </a:lnTo>
                <a:lnTo>
                  <a:pt x="53270" y="226523"/>
                </a:lnTo>
                <a:lnTo>
                  <a:pt x="264633" y="10604"/>
                </a:lnTo>
                <a:lnTo>
                  <a:pt x="264489" y="5839"/>
                </a:lnTo>
                <a:lnTo>
                  <a:pt x="2580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88149" y="421220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40">
                <a:moveTo>
                  <a:pt x="0" y="176734"/>
                </a:moveTo>
                <a:lnTo>
                  <a:pt x="47961" y="268944"/>
                </a:lnTo>
                <a:lnTo>
                  <a:pt x="75938" y="215155"/>
                </a:lnTo>
                <a:lnTo>
                  <a:pt x="43484" y="215155"/>
                </a:lnTo>
                <a:lnTo>
                  <a:pt x="39967" y="211774"/>
                </a:lnTo>
                <a:lnTo>
                  <a:pt x="39967" y="202348"/>
                </a:lnTo>
                <a:lnTo>
                  <a:pt x="0" y="176734"/>
                </a:lnTo>
                <a:close/>
              </a:path>
              <a:path w="96520" h="269240">
                <a:moveTo>
                  <a:pt x="39967" y="202348"/>
                </a:moveTo>
                <a:lnTo>
                  <a:pt x="39967" y="211774"/>
                </a:lnTo>
                <a:lnTo>
                  <a:pt x="43484" y="215155"/>
                </a:lnTo>
                <a:lnTo>
                  <a:pt x="52437" y="215155"/>
                </a:lnTo>
                <a:lnTo>
                  <a:pt x="55954" y="211774"/>
                </a:lnTo>
                <a:lnTo>
                  <a:pt x="55954" y="207471"/>
                </a:lnTo>
                <a:lnTo>
                  <a:pt x="47961" y="207471"/>
                </a:lnTo>
                <a:lnTo>
                  <a:pt x="39967" y="202348"/>
                </a:lnTo>
                <a:close/>
              </a:path>
              <a:path w="96520" h="269240">
                <a:moveTo>
                  <a:pt x="95922" y="176734"/>
                </a:moveTo>
                <a:lnTo>
                  <a:pt x="55954" y="202348"/>
                </a:lnTo>
                <a:lnTo>
                  <a:pt x="55954" y="211774"/>
                </a:lnTo>
                <a:lnTo>
                  <a:pt x="52437" y="215155"/>
                </a:lnTo>
                <a:lnTo>
                  <a:pt x="75938" y="215155"/>
                </a:lnTo>
                <a:lnTo>
                  <a:pt x="95922" y="176734"/>
                </a:lnTo>
                <a:close/>
              </a:path>
              <a:path w="96520" h="269240">
                <a:moveTo>
                  <a:pt x="52437" y="0"/>
                </a:moveTo>
                <a:lnTo>
                  <a:pt x="43484" y="0"/>
                </a:lnTo>
                <a:lnTo>
                  <a:pt x="39967" y="3381"/>
                </a:lnTo>
                <a:lnTo>
                  <a:pt x="39967" y="202348"/>
                </a:lnTo>
                <a:lnTo>
                  <a:pt x="47961" y="207471"/>
                </a:lnTo>
                <a:lnTo>
                  <a:pt x="55954" y="202348"/>
                </a:lnTo>
                <a:lnTo>
                  <a:pt x="55954" y="3381"/>
                </a:lnTo>
                <a:lnTo>
                  <a:pt x="52437" y="0"/>
                </a:lnTo>
                <a:close/>
              </a:path>
              <a:path w="96520" h="269240">
                <a:moveTo>
                  <a:pt x="55954" y="202348"/>
                </a:moveTo>
                <a:lnTo>
                  <a:pt x="47961" y="207471"/>
                </a:lnTo>
                <a:lnTo>
                  <a:pt x="55954" y="207471"/>
                </a:lnTo>
                <a:lnTo>
                  <a:pt x="55954" y="202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88630" y="650417"/>
            <a:ext cx="255333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15" dirty="0">
                <a:latin typeface="Times New Roman"/>
                <a:cs typeface="Times New Roman"/>
              </a:rPr>
              <a:t>(a)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Initialize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pivot,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low,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and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high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123809" y="1529651"/>
          <a:ext cx="1939922" cy="2458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5891">
                <a:tc>
                  <a:txBody>
                    <a:bodyPr/>
                    <a:lstStyle/>
                    <a:p>
                      <a:pPr marL="50165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14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2982585" y="1050605"/>
            <a:ext cx="4203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pivot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78049" y="1266473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40">
                <a:moveTo>
                  <a:pt x="0" y="176888"/>
                </a:moveTo>
                <a:lnTo>
                  <a:pt x="48248" y="268944"/>
                </a:lnTo>
                <a:lnTo>
                  <a:pt x="76011" y="215155"/>
                </a:lnTo>
                <a:lnTo>
                  <a:pt x="43676" y="215155"/>
                </a:lnTo>
                <a:lnTo>
                  <a:pt x="40079" y="211774"/>
                </a:lnTo>
                <a:lnTo>
                  <a:pt x="39963" y="202320"/>
                </a:lnTo>
                <a:lnTo>
                  <a:pt x="0" y="176888"/>
                </a:lnTo>
                <a:close/>
              </a:path>
              <a:path w="96520" h="269240">
                <a:moveTo>
                  <a:pt x="40050" y="202376"/>
                </a:moveTo>
                <a:lnTo>
                  <a:pt x="40079" y="211774"/>
                </a:lnTo>
                <a:lnTo>
                  <a:pt x="43676" y="215155"/>
                </a:lnTo>
                <a:lnTo>
                  <a:pt x="52501" y="215155"/>
                </a:lnTo>
                <a:lnTo>
                  <a:pt x="56066" y="211774"/>
                </a:lnTo>
                <a:lnTo>
                  <a:pt x="56053" y="207471"/>
                </a:lnTo>
                <a:lnTo>
                  <a:pt x="48056" y="207471"/>
                </a:lnTo>
                <a:lnTo>
                  <a:pt x="40050" y="202376"/>
                </a:lnTo>
                <a:close/>
              </a:path>
              <a:path w="96520" h="269240">
                <a:moveTo>
                  <a:pt x="95922" y="176581"/>
                </a:moveTo>
                <a:lnTo>
                  <a:pt x="56037" y="202320"/>
                </a:lnTo>
                <a:lnTo>
                  <a:pt x="56066" y="211774"/>
                </a:lnTo>
                <a:lnTo>
                  <a:pt x="52501" y="215155"/>
                </a:lnTo>
                <a:lnTo>
                  <a:pt x="76011" y="215155"/>
                </a:lnTo>
                <a:lnTo>
                  <a:pt x="95922" y="176581"/>
                </a:lnTo>
                <a:close/>
              </a:path>
              <a:path w="96520" h="269240">
                <a:moveTo>
                  <a:pt x="51845" y="0"/>
                </a:moveTo>
                <a:lnTo>
                  <a:pt x="43005" y="0"/>
                </a:lnTo>
                <a:lnTo>
                  <a:pt x="39439" y="3534"/>
                </a:lnTo>
                <a:lnTo>
                  <a:pt x="40050" y="202376"/>
                </a:lnTo>
                <a:lnTo>
                  <a:pt x="48056" y="207471"/>
                </a:lnTo>
                <a:lnTo>
                  <a:pt x="55952" y="202376"/>
                </a:lnTo>
                <a:lnTo>
                  <a:pt x="55958" y="176581"/>
                </a:lnTo>
                <a:lnTo>
                  <a:pt x="55427" y="3381"/>
                </a:lnTo>
                <a:lnTo>
                  <a:pt x="51845" y="0"/>
                </a:lnTo>
                <a:close/>
              </a:path>
              <a:path w="96520" h="269240">
                <a:moveTo>
                  <a:pt x="56037" y="202320"/>
                </a:moveTo>
                <a:lnTo>
                  <a:pt x="48056" y="207471"/>
                </a:lnTo>
                <a:lnTo>
                  <a:pt x="56053" y="207471"/>
                </a:lnTo>
                <a:lnTo>
                  <a:pt x="56037" y="202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573850" y="1065359"/>
            <a:ext cx="3136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30" dirty="0">
                <a:latin typeface="Times New Roman"/>
                <a:cs typeface="Times New Roman"/>
              </a:rPr>
              <a:t>low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2597" y="1065359"/>
            <a:ext cx="36512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hi</a:t>
            </a:r>
            <a:r>
              <a:rPr sz="1450" spc="15" dirty="0">
                <a:latin typeface="Times New Roman"/>
                <a:cs typeface="Times New Roman"/>
              </a:rPr>
              <a:t>g</a:t>
            </a:r>
            <a:r>
              <a:rPr sz="1450" spc="30" dirty="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03688" y="1280766"/>
            <a:ext cx="127000" cy="255270"/>
          </a:xfrm>
          <a:custGeom>
            <a:avLst/>
            <a:gdLst/>
            <a:ahLst/>
            <a:cxnLst/>
            <a:rect l="l" t="t" r="r" b="b"/>
            <a:pathLst>
              <a:path w="127000" h="255269">
                <a:moveTo>
                  <a:pt x="0" y="151684"/>
                </a:moveTo>
                <a:lnTo>
                  <a:pt x="5499" y="254651"/>
                </a:lnTo>
                <a:lnTo>
                  <a:pt x="65029" y="207010"/>
                </a:lnTo>
                <a:lnTo>
                  <a:pt x="31974" y="207010"/>
                </a:lnTo>
                <a:lnTo>
                  <a:pt x="23884" y="203629"/>
                </a:lnTo>
                <a:lnTo>
                  <a:pt x="22046" y="199172"/>
                </a:lnTo>
                <a:lnTo>
                  <a:pt x="25938" y="190617"/>
                </a:lnTo>
                <a:lnTo>
                  <a:pt x="0" y="151684"/>
                </a:lnTo>
                <a:close/>
              </a:path>
              <a:path w="127000" h="255269">
                <a:moveTo>
                  <a:pt x="25938" y="190617"/>
                </a:moveTo>
                <a:lnTo>
                  <a:pt x="22046" y="199172"/>
                </a:lnTo>
                <a:lnTo>
                  <a:pt x="23884" y="203629"/>
                </a:lnTo>
                <a:lnTo>
                  <a:pt x="31974" y="207010"/>
                </a:lnTo>
                <a:lnTo>
                  <a:pt x="36690" y="205319"/>
                </a:lnTo>
                <a:lnTo>
                  <a:pt x="39837" y="198403"/>
                </a:lnTo>
                <a:lnTo>
                  <a:pt x="31126" y="198403"/>
                </a:lnTo>
                <a:lnTo>
                  <a:pt x="25938" y="190617"/>
                </a:lnTo>
                <a:close/>
              </a:path>
              <a:path w="127000" h="255269">
                <a:moveTo>
                  <a:pt x="87880" y="188721"/>
                </a:moveTo>
                <a:lnTo>
                  <a:pt x="40570" y="196792"/>
                </a:lnTo>
                <a:lnTo>
                  <a:pt x="36690" y="205319"/>
                </a:lnTo>
                <a:lnTo>
                  <a:pt x="31974" y="207010"/>
                </a:lnTo>
                <a:lnTo>
                  <a:pt x="65029" y="207010"/>
                </a:lnTo>
                <a:lnTo>
                  <a:pt x="87880" y="188721"/>
                </a:lnTo>
                <a:close/>
              </a:path>
              <a:path w="127000" h="255269">
                <a:moveTo>
                  <a:pt x="116561" y="0"/>
                </a:moveTo>
                <a:lnTo>
                  <a:pt x="111861" y="1844"/>
                </a:lnTo>
                <a:lnTo>
                  <a:pt x="110086" y="5686"/>
                </a:lnTo>
                <a:lnTo>
                  <a:pt x="25938" y="190617"/>
                </a:lnTo>
                <a:lnTo>
                  <a:pt x="31126" y="198403"/>
                </a:lnTo>
                <a:lnTo>
                  <a:pt x="40570" y="196792"/>
                </a:lnTo>
                <a:lnTo>
                  <a:pt x="124730" y="11833"/>
                </a:lnTo>
                <a:lnTo>
                  <a:pt x="126505" y="7991"/>
                </a:lnTo>
                <a:lnTo>
                  <a:pt x="124650" y="3381"/>
                </a:lnTo>
                <a:lnTo>
                  <a:pt x="116561" y="0"/>
                </a:lnTo>
                <a:close/>
              </a:path>
              <a:path w="127000" h="255269">
                <a:moveTo>
                  <a:pt x="40570" y="196792"/>
                </a:moveTo>
                <a:lnTo>
                  <a:pt x="31126" y="198403"/>
                </a:lnTo>
                <a:lnTo>
                  <a:pt x="39837" y="198403"/>
                </a:lnTo>
                <a:lnTo>
                  <a:pt x="40570" y="196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68409" y="1280766"/>
            <a:ext cx="377190" cy="270510"/>
          </a:xfrm>
          <a:custGeom>
            <a:avLst/>
            <a:gdLst/>
            <a:ahLst/>
            <a:cxnLst/>
            <a:rect l="l" t="t" r="r" b="b"/>
            <a:pathLst>
              <a:path w="377189" h="270509">
                <a:moveTo>
                  <a:pt x="48600" y="178117"/>
                </a:moveTo>
                <a:lnTo>
                  <a:pt x="0" y="270019"/>
                </a:lnTo>
                <a:lnTo>
                  <a:pt x="105674" y="252346"/>
                </a:lnTo>
                <a:lnTo>
                  <a:pt x="76593" y="242203"/>
                </a:lnTo>
                <a:lnTo>
                  <a:pt x="52597" y="242203"/>
                </a:lnTo>
                <a:lnTo>
                  <a:pt x="47641" y="241434"/>
                </a:lnTo>
                <a:lnTo>
                  <a:pt x="44923" y="238053"/>
                </a:lnTo>
                <a:lnTo>
                  <a:pt x="42365" y="234672"/>
                </a:lnTo>
                <a:lnTo>
                  <a:pt x="43164" y="229908"/>
                </a:lnTo>
                <a:lnTo>
                  <a:pt x="46682" y="227296"/>
                </a:lnTo>
                <a:lnTo>
                  <a:pt x="50998" y="224229"/>
                </a:lnTo>
                <a:lnTo>
                  <a:pt x="48600" y="178117"/>
                </a:lnTo>
                <a:close/>
              </a:path>
              <a:path w="377189" h="270509">
                <a:moveTo>
                  <a:pt x="50998" y="224229"/>
                </a:moveTo>
                <a:lnTo>
                  <a:pt x="46682" y="227296"/>
                </a:lnTo>
                <a:lnTo>
                  <a:pt x="43164" y="229908"/>
                </a:lnTo>
                <a:lnTo>
                  <a:pt x="42365" y="234672"/>
                </a:lnTo>
                <a:lnTo>
                  <a:pt x="44923" y="238053"/>
                </a:lnTo>
                <a:lnTo>
                  <a:pt x="47641" y="241434"/>
                </a:lnTo>
                <a:lnTo>
                  <a:pt x="52597" y="242203"/>
                </a:lnTo>
                <a:lnTo>
                  <a:pt x="56114" y="239744"/>
                </a:lnTo>
                <a:lnTo>
                  <a:pt x="60535" y="236602"/>
                </a:lnTo>
                <a:lnTo>
                  <a:pt x="51478" y="233443"/>
                </a:lnTo>
                <a:lnTo>
                  <a:pt x="50998" y="224229"/>
                </a:lnTo>
                <a:close/>
              </a:path>
              <a:path w="377189" h="270509">
                <a:moveTo>
                  <a:pt x="60535" y="236602"/>
                </a:moveTo>
                <a:lnTo>
                  <a:pt x="56114" y="239744"/>
                </a:lnTo>
                <a:lnTo>
                  <a:pt x="52597" y="242203"/>
                </a:lnTo>
                <a:lnTo>
                  <a:pt x="76593" y="242203"/>
                </a:lnTo>
                <a:lnTo>
                  <a:pt x="60535" y="236602"/>
                </a:lnTo>
                <a:close/>
              </a:path>
              <a:path w="377189" h="270509">
                <a:moveTo>
                  <a:pt x="366422" y="0"/>
                </a:moveTo>
                <a:lnTo>
                  <a:pt x="362905" y="2612"/>
                </a:lnTo>
                <a:lnTo>
                  <a:pt x="50998" y="224229"/>
                </a:lnTo>
                <a:lnTo>
                  <a:pt x="51478" y="233443"/>
                </a:lnTo>
                <a:lnTo>
                  <a:pt x="60535" y="236602"/>
                </a:lnTo>
                <a:lnTo>
                  <a:pt x="372497" y="14907"/>
                </a:lnTo>
                <a:lnTo>
                  <a:pt x="376014" y="12448"/>
                </a:lnTo>
                <a:lnTo>
                  <a:pt x="376814" y="7684"/>
                </a:lnTo>
                <a:lnTo>
                  <a:pt x="374096" y="4149"/>
                </a:lnTo>
                <a:lnTo>
                  <a:pt x="371538" y="768"/>
                </a:lnTo>
                <a:lnTo>
                  <a:pt x="3664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88630" y="1511960"/>
            <a:ext cx="25920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(b)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Search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forward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and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backward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3123809" y="2390272"/>
          <a:ext cx="1934205" cy="2451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76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5123">
                <a:tc>
                  <a:txBody>
                    <a:bodyPr/>
                    <a:lstStyle/>
                    <a:p>
                      <a:pPr marL="50165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2982585" y="1912148"/>
            <a:ext cx="4203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pivot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78049" y="2127095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39">
                <a:moveTo>
                  <a:pt x="0" y="176888"/>
                </a:moveTo>
                <a:lnTo>
                  <a:pt x="48248" y="268944"/>
                </a:lnTo>
                <a:lnTo>
                  <a:pt x="76011" y="215155"/>
                </a:lnTo>
                <a:lnTo>
                  <a:pt x="43676" y="215155"/>
                </a:lnTo>
                <a:lnTo>
                  <a:pt x="40079" y="211774"/>
                </a:lnTo>
                <a:lnTo>
                  <a:pt x="39963" y="202320"/>
                </a:lnTo>
                <a:lnTo>
                  <a:pt x="0" y="176888"/>
                </a:lnTo>
                <a:close/>
              </a:path>
              <a:path w="96520" h="269239">
                <a:moveTo>
                  <a:pt x="40050" y="202376"/>
                </a:moveTo>
                <a:lnTo>
                  <a:pt x="40079" y="211774"/>
                </a:lnTo>
                <a:lnTo>
                  <a:pt x="43676" y="215155"/>
                </a:lnTo>
                <a:lnTo>
                  <a:pt x="52501" y="215155"/>
                </a:lnTo>
                <a:lnTo>
                  <a:pt x="56066" y="211774"/>
                </a:lnTo>
                <a:lnTo>
                  <a:pt x="56053" y="207471"/>
                </a:lnTo>
                <a:lnTo>
                  <a:pt x="48056" y="207471"/>
                </a:lnTo>
                <a:lnTo>
                  <a:pt x="40050" y="202376"/>
                </a:lnTo>
                <a:close/>
              </a:path>
              <a:path w="96520" h="269239">
                <a:moveTo>
                  <a:pt x="95922" y="176581"/>
                </a:moveTo>
                <a:lnTo>
                  <a:pt x="56037" y="202320"/>
                </a:lnTo>
                <a:lnTo>
                  <a:pt x="56066" y="211774"/>
                </a:lnTo>
                <a:lnTo>
                  <a:pt x="52501" y="215155"/>
                </a:lnTo>
                <a:lnTo>
                  <a:pt x="76011" y="215155"/>
                </a:lnTo>
                <a:lnTo>
                  <a:pt x="95922" y="176581"/>
                </a:lnTo>
                <a:close/>
              </a:path>
              <a:path w="96520" h="269239">
                <a:moveTo>
                  <a:pt x="51845" y="0"/>
                </a:moveTo>
                <a:lnTo>
                  <a:pt x="43005" y="0"/>
                </a:lnTo>
                <a:lnTo>
                  <a:pt x="39439" y="3534"/>
                </a:lnTo>
                <a:lnTo>
                  <a:pt x="40050" y="202376"/>
                </a:lnTo>
                <a:lnTo>
                  <a:pt x="48056" y="207471"/>
                </a:lnTo>
                <a:lnTo>
                  <a:pt x="55952" y="202376"/>
                </a:lnTo>
                <a:lnTo>
                  <a:pt x="55958" y="176581"/>
                </a:lnTo>
                <a:lnTo>
                  <a:pt x="55427" y="3381"/>
                </a:lnTo>
                <a:lnTo>
                  <a:pt x="51845" y="0"/>
                </a:lnTo>
                <a:close/>
              </a:path>
              <a:path w="96520" h="269239">
                <a:moveTo>
                  <a:pt x="56037" y="202320"/>
                </a:moveTo>
                <a:lnTo>
                  <a:pt x="48056" y="207471"/>
                </a:lnTo>
                <a:lnTo>
                  <a:pt x="56053" y="207471"/>
                </a:lnTo>
                <a:lnTo>
                  <a:pt x="56037" y="202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573850" y="1926902"/>
            <a:ext cx="3136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30" dirty="0">
                <a:latin typeface="Times New Roman"/>
                <a:cs typeface="Times New Roman"/>
              </a:rPr>
              <a:t>low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42597" y="1926902"/>
            <a:ext cx="36512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hi</a:t>
            </a:r>
            <a:r>
              <a:rPr sz="1450" spc="15" dirty="0">
                <a:latin typeface="Times New Roman"/>
                <a:cs typeface="Times New Roman"/>
              </a:rPr>
              <a:t>g</a:t>
            </a:r>
            <a:r>
              <a:rPr sz="1450" spc="30" dirty="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03688" y="2141387"/>
            <a:ext cx="127000" cy="255270"/>
          </a:xfrm>
          <a:custGeom>
            <a:avLst/>
            <a:gdLst/>
            <a:ahLst/>
            <a:cxnLst/>
            <a:rect l="l" t="t" r="r" b="b"/>
            <a:pathLst>
              <a:path w="127000" h="255269">
                <a:moveTo>
                  <a:pt x="0" y="151684"/>
                </a:moveTo>
                <a:lnTo>
                  <a:pt x="5499" y="254651"/>
                </a:lnTo>
                <a:lnTo>
                  <a:pt x="65029" y="207010"/>
                </a:lnTo>
                <a:lnTo>
                  <a:pt x="31974" y="207010"/>
                </a:lnTo>
                <a:lnTo>
                  <a:pt x="23884" y="203629"/>
                </a:lnTo>
                <a:lnTo>
                  <a:pt x="22046" y="199172"/>
                </a:lnTo>
                <a:lnTo>
                  <a:pt x="25938" y="190617"/>
                </a:lnTo>
                <a:lnTo>
                  <a:pt x="0" y="151684"/>
                </a:lnTo>
                <a:close/>
              </a:path>
              <a:path w="127000" h="255269">
                <a:moveTo>
                  <a:pt x="25938" y="190617"/>
                </a:moveTo>
                <a:lnTo>
                  <a:pt x="22046" y="199172"/>
                </a:lnTo>
                <a:lnTo>
                  <a:pt x="23884" y="203629"/>
                </a:lnTo>
                <a:lnTo>
                  <a:pt x="31974" y="207010"/>
                </a:lnTo>
                <a:lnTo>
                  <a:pt x="36690" y="205319"/>
                </a:lnTo>
                <a:lnTo>
                  <a:pt x="39837" y="198403"/>
                </a:lnTo>
                <a:lnTo>
                  <a:pt x="31126" y="198403"/>
                </a:lnTo>
                <a:lnTo>
                  <a:pt x="25938" y="190617"/>
                </a:lnTo>
                <a:close/>
              </a:path>
              <a:path w="127000" h="255269">
                <a:moveTo>
                  <a:pt x="87880" y="188721"/>
                </a:moveTo>
                <a:lnTo>
                  <a:pt x="40570" y="196792"/>
                </a:lnTo>
                <a:lnTo>
                  <a:pt x="36690" y="205319"/>
                </a:lnTo>
                <a:lnTo>
                  <a:pt x="31974" y="207010"/>
                </a:lnTo>
                <a:lnTo>
                  <a:pt x="65029" y="207010"/>
                </a:lnTo>
                <a:lnTo>
                  <a:pt x="87880" y="188721"/>
                </a:lnTo>
                <a:close/>
              </a:path>
              <a:path w="127000" h="255269">
                <a:moveTo>
                  <a:pt x="116561" y="0"/>
                </a:moveTo>
                <a:lnTo>
                  <a:pt x="111861" y="1844"/>
                </a:lnTo>
                <a:lnTo>
                  <a:pt x="110086" y="5686"/>
                </a:lnTo>
                <a:lnTo>
                  <a:pt x="25938" y="190617"/>
                </a:lnTo>
                <a:lnTo>
                  <a:pt x="31126" y="198403"/>
                </a:lnTo>
                <a:lnTo>
                  <a:pt x="40570" y="196792"/>
                </a:lnTo>
                <a:lnTo>
                  <a:pt x="124730" y="11833"/>
                </a:lnTo>
                <a:lnTo>
                  <a:pt x="126505" y="7991"/>
                </a:lnTo>
                <a:lnTo>
                  <a:pt x="124650" y="3381"/>
                </a:lnTo>
                <a:lnTo>
                  <a:pt x="116561" y="0"/>
                </a:lnTo>
                <a:close/>
              </a:path>
              <a:path w="127000" h="255269">
                <a:moveTo>
                  <a:pt x="40570" y="196792"/>
                </a:moveTo>
                <a:lnTo>
                  <a:pt x="31126" y="198403"/>
                </a:lnTo>
                <a:lnTo>
                  <a:pt x="39837" y="198403"/>
                </a:lnTo>
                <a:lnTo>
                  <a:pt x="40570" y="196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68409" y="2141387"/>
            <a:ext cx="377190" cy="270510"/>
          </a:xfrm>
          <a:custGeom>
            <a:avLst/>
            <a:gdLst/>
            <a:ahLst/>
            <a:cxnLst/>
            <a:rect l="l" t="t" r="r" b="b"/>
            <a:pathLst>
              <a:path w="377189" h="270510">
                <a:moveTo>
                  <a:pt x="48600" y="178117"/>
                </a:moveTo>
                <a:lnTo>
                  <a:pt x="0" y="270019"/>
                </a:lnTo>
                <a:lnTo>
                  <a:pt x="105674" y="252346"/>
                </a:lnTo>
                <a:lnTo>
                  <a:pt x="76593" y="242203"/>
                </a:lnTo>
                <a:lnTo>
                  <a:pt x="52597" y="242203"/>
                </a:lnTo>
                <a:lnTo>
                  <a:pt x="47641" y="241434"/>
                </a:lnTo>
                <a:lnTo>
                  <a:pt x="44923" y="238053"/>
                </a:lnTo>
                <a:lnTo>
                  <a:pt x="42365" y="234672"/>
                </a:lnTo>
                <a:lnTo>
                  <a:pt x="43164" y="229908"/>
                </a:lnTo>
                <a:lnTo>
                  <a:pt x="46682" y="227296"/>
                </a:lnTo>
                <a:lnTo>
                  <a:pt x="50998" y="224229"/>
                </a:lnTo>
                <a:lnTo>
                  <a:pt x="48600" y="178117"/>
                </a:lnTo>
                <a:close/>
              </a:path>
              <a:path w="377189" h="270510">
                <a:moveTo>
                  <a:pt x="50998" y="224229"/>
                </a:moveTo>
                <a:lnTo>
                  <a:pt x="46682" y="227296"/>
                </a:lnTo>
                <a:lnTo>
                  <a:pt x="43164" y="229908"/>
                </a:lnTo>
                <a:lnTo>
                  <a:pt x="42365" y="234672"/>
                </a:lnTo>
                <a:lnTo>
                  <a:pt x="44923" y="238053"/>
                </a:lnTo>
                <a:lnTo>
                  <a:pt x="47641" y="241434"/>
                </a:lnTo>
                <a:lnTo>
                  <a:pt x="52597" y="242203"/>
                </a:lnTo>
                <a:lnTo>
                  <a:pt x="56114" y="239744"/>
                </a:lnTo>
                <a:lnTo>
                  <a:pt x="60535" y="236602"/>
                </a:lnTo>
                <a:lnTo>
                  <a:pt x="51478" y="233443"/>
                </a:lnTo>
                <a:lnTo>
                  <a:pt x="50998" y="224229"/>
                </a:lnTo>
                <a:close/>
              </a:path>
              <a:path w="377189" h="270510">
                <a:moveTo>
                  <a:pt x="60535" y="236602"/>
                </a:moveTo>
                <a:lnTo>
                  <a:pt x="56114" y="239744"/>
                </a:lnTo>
                <a:lnTo>
                  <a:pt x="52597" y="242203"/>
                </a:lnTo>
                <a:lnTo>
                  <a:pt x="76593" y="242203"/>
                </a:lnTo>
                <a:lnTo>
                  <a:pt x="60535" y="236602"/>
                </a:lnTo>
                <a:close/>
              </a:path>
              <a:path w="377189" h="270510">
                <a:moveTo>
                  <a:pt x="366422" y="0"/>
                </a:moveTo>
                <a:lnTo>
                  <a:pt x="362905" y="2612"/>
                </a:lnTo>
                <a:lnTo>
                  <a:pt x="50998" y="224229"/>
                </a:lnTo>
                <a:lnTo>
                  <a:pt x="51478" y="233443"/>
                </a:lnTo>
                <a:lnTo>
                  <a:pt x="60535" y="236602"/>
                </a:lnTo>
                <a:lnTo>
                  <a:pt x="372497" y="14907"/>
                </a:lnTo>
                <a:lnTo>
                  <a:pt x="376014" y="12448"/>
                </a:lnTo>
                <a:lnTo>
                  <a:pt x="376814" y="7684"/>
                </a:lnTo>
                <a:lnTo>
                  <a:pt x="374096" y="4149"/>
                </a:lnTo>
                <a:lnTo>
                  <a:pt x="371538" y="768"/>
                </a:lnTo>
                <a:lnTo>
                  <a:pt x="3664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588630" y="2371351"/>
            <a:ext cx="180975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15" dirty="0">
                <a:latin typeface="Times New Roman"/>
                <a:cs typeface="Times New Roman"/>
              </a:rPr>
              <a:t>(c)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30" dirty="0">
                <a:latin typeface="Times New Roman"/>
                <a:cs typeface="Times New Roman"/>
              </a:rPr>
              <a:t>9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is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swapped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with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3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123809" y="3265493"/>
          <a:ext cx="1939922" cy="246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6660"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2982585" y="2784450"/>
            <a:ext cx="4203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pivot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74852" y="3002316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39">
                <a:moveTo>
                  <a:pt x="0" y="176888"/>
                </a:moveTo>
                <a:lnTo>
                  <a:pt x="48248" y="268944"/>
                </a:lnTo>
                <a:lnTo>
                  <a:pt x="76011" y="215155"/>
                </a:lnTo>
                <a:lnTo>
                  <a:pt x="43676" y="215155"/>
                </a:lnTo>
                <a:lnTo>
                  <a:pt x="40079" y="211774"/>
                </a:lnTo>
                <a:lnTo>
                  <a:pt x="39963" y="202320"/>
                </a:lnTo>
                <a:lnTo>
                  <a:pt x="0" y="176888"/>
                </a:lnTo>
                <a:close/>
              </a:path>
              <a:path w="96520" h="269239">
                <a:moveTo>
                  <a:pt x="40050" y="202376"/>
                </a:moveTo>
                <a:lnTo>
                  <a:pt x="40079" y="211774"/>
                </a:lnTo>
                <a:lnTo>
                  <a:pt x="43676" y="215155"/>
                </a:lnTo>
                <a:lnTo>
                  <a:pt x="52501" y="215155"/>
                </a:lnTo>
                <a:lnTo>
                  <a:pt x="56066" y="211774"/>
                </a:lnTo>
                <a:lnTo>
                  <a:pt x="56053" y="207471"/>
                </a:lnTo>
                <a:lnTo>
                  <a:pt x="48056" y="207471"/>
                </a:lnTo>
                <a:lnTo>
                  <a:pt x="40050" y="202376"/>
                </a:lnTo>
                <a:close/>
              </a:path>
              <a:path w="96520" h="269239">
                <a:moveTo>
                  <a:pt x="95922" y="176581"/>
                </a:moveTo>
                <a:lnTo>
                  <a:pt x="56037" y="202320"/>
                </a:lnTo>
                <a:lnTo>
                  <a:pt x="56066" y="211774"/>
                </a:lnTo>
                <a:lnTo>
                  <a:pt x="52501" y="215155"/>
                </a:lnTo>
                <a:lnTo>
                  <a:pt x="76011" y="215155"/>
                </a:lnTo>
                <a:lnTo>
                  <a:pt x="95922" y="176581"/>
                </a:lnTo>
                <a:close/>
              </a:path>
              <a:path w="96520" h="269239">
                <a:moveTo>
                  <a:pt x="51845" y="0"/>
                </a:moveTo>
                <a:lnTo>
                  <a:pt x="43005" y="0"/>
                </a:lnTo>
                <a:lnTo>
                  <a:pt x="39439" y="3534"/>
                </a:lnTo>
                <a:lnTo>
                  <a:pt x="40050" y="202376"/>
                </a:lnTo>
                <a:lnTo>
                  <a:pt x="48056" y="207471"/>
                </a:lnTo>
                <a:lnTo>
                  <a:pt x="55952" y="202376"/>
                </a:lnTo>
                <a:lnTo>
                  <a:pt x="55958" y="176581"/>
                </a:lnTo>
                <a:lnTo>
                  <a:pt x="55427" y="3381"/>
                </a:lnTo>
                <a:lnTo>
                  <a:pt x="51845" y="0"/>
                </a:lnTo>
                <a:close/>
              </a:path>
              <a:path w="96520" h="269239">
                <a:moveTo>
                  <a:pt x="56037" y="202320"/>
                </a:moveTo>
                <a:lnTo>
                  <a:pt x="48056" y="207471"/>
                </a:lnTo>
                <a:lnTo>
                  <a:pt x="56053" y="207471"/>
                </a:lnTo>
                <a:lnTo>
                  <a:pt x="56037" y="202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573850" y="2802892"/>
            <a:ext cx="3136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30" dirty="0">
                <a:latin typeface="Times New Roman"/>
                <a:cs typeface="Times New Roman"/>
              </a:rPr>
              <a:t>low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42597" y="2802892"/>
            <a:ext cx="36512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hi</a:t>
            </a:r>
            <a:r>
              <a:rPr sz="1450" spc="15" dirty="0">
                <a:latin typeface="Times New Roman"/>
                <a:cs typeface="Times New Roman"/>
              </a:rPr>
              <a:t>g</a:t>
            </a:r>
            <a:r>
              <a:rPr sz="1450" spc="30" dirty="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712240" y="3017684"/>
            <a:ext cx="280670" cy="254000"/>
          </a:xfrm>
          <a:custGeom>
            <a:avLst/>
            <a:gdLst/>
            <a:ahLst/>
            <a:cxnLst/>
            <a:rect l="l" t="t" r="r" b="b"/>
            <a:pathLst>
              <a:path w="280670" h="254000">
                <a:moveTo>
                  <a:pt x="224575" y="213583"/>
                </a:moveTo>
                <a:lnTo>
                  <a:pt x="177871" y="224068"/>
                </a:lnTo>
                <a:lnTo>
                  <a:pt x="280636" y="253575"/>
                </a:lnTo>
                <a:lnTo>
                  <a:pt x="267764" y="220073"/>
                </a:lnTo>
                <a:lnTo>
                  <a:pt x="231747" y="220073"/>
                </a:lnTo>
                <a:lnTo>
                  <a:pt x="224575" y="213583"/>
                </a:lnTo>
                <a:close/>
              </a:path>
              <a:path w="280670" h="254000">
                <a:moveTo>
                  <a:pt x="235576" y="202423"/>
                </a:moveTo>
                <a:lnTo>
                  <a:pt x="234002" y="211466"/>
                </a:lnTo>
                <a:lnTo>
                  <a:pt x="224575" y="213583"/>
                </a:lnTo>
                <a:lnTo>
                  <a:pt x="231747" y="220073"/>
                </a:lnTo>
                <a:lnTo>
                  <a:pt x="236815" y="219919"/>
                </a:lnTo>
                <a:lnTo>
                  <a:pt x="239837" y="216845"/>
                </a:lnTo>
                <a:lnTo>
                  <a:pt x="242858" y="213618"/>
                </a:lnTo>
                <a:lnTo>
                  <a:pt x="242683" y="208854"/>
                </a:lnTo>
                <a:lnTo>
                  <a:pt x="235576" y="202423"/>
                </a:lnTo>
                <a:close/>
              </a:path>
              <a:path w="280670" h="254000">
                <a:moveTo>
                  <a:pt x="243498" y="156909"/>
                </a:moveTo>
                <a:lnTo>
                  <a:pt x="235576" y="202423"/>
                </a:lnTo>
                <a:lnTo>
                  <a:pt x="242683" y="208854"/>
                </a:lnTo>
                <a:lnTo>
                  <a:pt x="242858" y="213618"/>
                </a:lnTo>
                <a:lnTo>
                  <a:pt x="239837" y="216845"/>
                </a:lnTo>
                <a:lnTo>
                  <a:pt x="236815" y="219919"/>
                </a:lnTo>
                <a:lnTo>
                  <a:pt x="231747" y="220073"/>
                </a:lnTo>
                <a:lnTo>
                  <a:pt x="267764" y="220073"/>
                </a:lnTo>
                <a:lnTo>
                  <a:pt x="243498" y="156909"/>
                </a:lnTo>
                <a:close/>
              </a:path>
              <a:path w="280670" h="254000">
                <a:moveTo>
                  <a:pt x="11110" y="0"/>
                </a:moveTo>
                <a:lnTo>
                  <a:pt x="6043" y="153"/>
                </a:lnTo>
                <a:lnTo>
                  <a:pt x="0" y="6300"/>
                </a:lnTo>
                <a:lnTo>
                  <a:pt x="175" y="11218"/>
                </a:lnTo>
                <a:lnTo>
                  <a:pt x="224575" y="213583"/>
                </a:lnTo>
                <a:lnTo>
                  <a:pt x="234002" y="211466"/>
                </a:lnTo>
                <a:lnTo>
                  <a:pt x="235576" y="202423"/>
                </a:lnTo>
                <a:lnTo>
                  <a:pt x="111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76565" y="3017377"/>
            <a:ext cx="568960" cy="271780"/>
          </a:xfrm>
          <a:custGeom>
            <a:avLst/>
            <a:gdLst/>
            <a:ahLst/>
            <a:cxnLst/>
            <a:rect l="l" t="t" r="r" b="b"/>
            <a:pathLst>
              <a:path w="568960" h="271779">
                <a:moveTo>
                  <a:pt x="65386" y="188260"/>
                </a:moveTo>
                <a:lnTo>
                  <a:pt x="0" y="270019"/>
                </a:lnTo>
                <a:lnTo>
                  <a:pt x="107272" y="271249"/>
                </a:lnTo>
                <a:lnTo>
                  <a:pt x="73039" y="251885"/>
                </a:lnTo>
                <a:lnTo>
                  <a:pt x="57073" y="251885"/>
                </a:lnTo>
                <a:lnTo>
                  <a:pt x="52277" y="250348"/>
                </a:lnTo>
                <a:lnTo>
                  <a:pt x="48440" y="242664"/>
                </a:lnTo>
                <a:lnTo>
                  <a:pt x="50039" y="238053"/>
                </a:lnTo>
                <a:lnTo>
                  <a:pt x="58862" y="233956"/>
                </a:lnTo>
                <a:lnTo>
                  <a:pt x="65386" y="188260"/>
                </a:lnTo>
                <a:close/>
              </a:path>
              <a:path w="568960" h="271779">
                <a:moveTo>
                  <a:pt x="58862" y="233956"/>
                </a:moveTo>
                <a:lnTo>
                  <a:pt x="50039" y="238053"/>
                </a:lnTo>
                <a:lnTo>
                  <a:pt x="48440" y="242664"/>
                </a:lnTo>
                <a:lnTo>
                  <a:pt x="52277" y="250348"/>
                </a:lnTo>
                <a:lnTo>
                  <a:pt x="57073" y="251885"/>
                </a:lnTo>
                <a:lnTo>
                  <a:pt x="65841" y="247813"/>
                </a:lnTo>
                <a:lnTo>
                  <a:pt x="57553" y="243125"/>
                </a:lnTo>
                <a:lnTo>
                  <a:pt x="58862" y="233956"/>
                </a:lnTo>
                <a:close/>
              </a:path>
              <a:path w="568960" h="271779">
                <a:moveTo>
                  <a:pt x="65841" y="247813"/>
                </a:moveTo>
                <a:lnTo>
                  <a:pt x="57073" y="251885"/>
                </a:lnTo>
                <a:lnTo>
                  <a:pt x="73039" y="251885"/>
                </a:lnTo>
                <a:lnTo>
                  <a:pt x="65841" y="247813"/>
                </a:lnTo>
                <a:close/>
              </a:path>
              <a:path w="568960" h="271779">
                <a:moveTo>
                  <a:pt x="560025" y="0"/>
                </a:moveTo>
                <a:lnTo>
                  <a:pt x="58862" y="233956"/>
                </a:lnTo>
                <a:lnTo>
                  <a:pt x="57553" y="243125"/>
                </a:lnTo>
                <a:lnTo>
                  <a:pt x="65841" y="247813"/>
                </a:lnTo>
                <a:lnTo>
                  <a:pt x="567059" y="13831"/>
                </a:lnTo>
                <a:lnTo>
                  <a:pt x="568658" y="9220"/>
                </a:lnTo>
                <a:lnTo>
                  <a:pt x="564821" y="1536"/>
                </a:lnTo>
                <a:lnTo>
                  <a:pt x="560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588630" y="3249185"/>
            <a:ext cx="153670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(d)</a:t>
            </a:r>
            <a:r>
              <a:rPr sz="1450" spc="-20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Continue</a:t>
            </a:r>
            <a:r>
              <a:rPr sz="1450" spc="-15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search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123809" y="4126114"/>
          <a:ext cx="1934205" cy="246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1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76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6660">
                <a:tc>
                  <a:txBody>
                    <a:bodyPr/>
                    <a:lstStyle/>
                    <a:p>
                      <a:pPr marL="50165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0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2982585" y="3647530"/>
            <a:ext cx="4203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pivot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174852" y="3862937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39">
                <a:moveTo>
                  <a:pt x="0" y="176888"/>
                </a:moveTo>
                <a:lnTo>
                  <a:pt x="48248" y="268944"/>
                </a:lnTo>
                <a:lnTo>
                  <a:pt x="76011" y="215155"/>
                </a:lnTo>
                <a:lnTo>
                  <a:pt x="43676" y="215155"/>
                </a:lnTo>
                <a:lnTo>
                  <a:pt x="40079" y="211774"/>
                </a:lnTo>
                <a:lnTo>
                  <a:pt x="39963" y="202320"/>
                </a:lnTo>
                <a:lnTo>
                  <a:pt x="0" y="176888"/>
                </a:lnTo>
                <a:close/>
              </a:path>
              <a:path w="96520" h="269239">
                <a:moveTo>
                  <a:pt x="40050" y="202376"/>
                </a:moveTo>
                <a:lnTo>
                  <a:pt x="40079" y="211774"/>
                </a:lnTo>
                <a:lnTo>
                  <a:pt x="43676" y="215155"/>
                </a:lnTo>
                <a:lnTo>
                  <a:pt x="52501" y="215155"/>
                </a:lnTo>
                <a:lnTo>
                  <a:pt x="56066" y="211774"/>
                </a:lnTo>
                <a:lnTo>
                  <a:pt x="56053" y="207471"/>
                </a:lnTo>
                <a:lnTo>
                  <a:pt x="48056" y="207471"/>
                </a:lnTo>
                <a:lnTo>
                  <a:pt x="40050" y="202376"/>
                </a:lnTo>
                <a:close/>
              </a:path>
              <a:path w="96520" h="269239">
                <a:moveTo>
                  <a:pt x="95922" y="176581"/>
                </a:moveTo>
                <a:lnTo>
                  <a:pt x="56037" y="202320"/>
                </a:lnTo>
                <a:lnTo>
                  <a:pt x="56066" y="211774"/>
                </a:lnTo>
                <a:lnTo>
                  <a:pt x="52501" y="215155"/>
                </a:lnTo>
                <a:lnTo>
                  <a:pt x="76011" y="215155"/>
                </a:lnTo>
                <a:lnTo>
                  <a:pt x="95922" y="176581"/>
                </a:lnTo>
                <a:close/>
              </a:path>
              <a:path w="96520" h="269239">
                <a:moveTo>
                  <a:pt x="51845" y="0"/>
                </a:moveTo>
                <a:lnTo>
                  <a:pt x="43005" y="0"/>
                </a:lnTo>
                <a:lnTo>
                  <a:pt x="39439" y="3534"/>
                </a:lnTo>
                <a:lnTo>
                  <a:pt x="40050" y="202376"/>
                </a:lnTo>
                <a:lnTo>
                  <a:pt x="48056" y="207471"/>
                </a:lnTo>
                <a:lnTo>
                  <a:pt x="55952" y="202376"/>
                </a:lnTo>
                <a:lnTo>
                  <a:pt x="55958" y="176581"/>
                </a:lnTo>
                <a:lnTo>
                  <a:pt x="55427" y="3381"/>
                </a:lnTo>
                <a:lnTo>
                  <a:pt x="51845" y="0"/>
                </a:lnTo>
                <a:close/>
              </a:path>
              <a:path w="96520" h="269239">
                <a:moveTo>
                  <a:pt x="56037" y="202320"/>
                </a:moveTo>
                <a:lnTo>
                  <a:pt x="48056" y="207471"/>
                </a:lnTo>
                <a:lnTo>
                  <a:pt x="56053" y="207471"/>
                </a:lnTo>
                <a:lnTo>
                  <a:pt x="56037" y="202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573850" y="3662283"/>
            <a:ext cx="3136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30" dirty="0">
                <a:latin typeface="Times New Roman"/>
                <a:cs typeface="Times New Roman"/>
              </a:rPr>
              <a:t>low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42597" y="3662283"/>
            <a:ext cx="36512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hi</a:t>
            </a:r>
            <a:r>
              <a:rPr sz="1450" spc="15" dirty="0">
                <a:latin typeface="Times New Roman"/>
                <a:cs typeface="Times New Roman"/>
              </a:rPr>
              <a:t>g</a:t>
            </a:r>
            <a:r>
              <a:rPr sz="1450" spc="30" dirty="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712255" y="3877537"/>
            <a:ext cx="280670" cy="254635"/>
          </a:xfrm>
          <a:custGeom>
            <a:avLst/>
            <a:gdLst/>
            <a:ahLst/>
            <a:cxnLst/>
            <a:rect l="l" t="t" r="r" b="b"/>
            <a:pathLst>
              <a:path w="280670" h="254635">
                <a:moveTo>
                  <a:pt x="224736" y="214300"/>
                </a:moveTo>
                <a:lnTo>
                  <a:pt x="177903" y="224683"/>
                </a:lnTo>
                <a:lnTo>
                  <a:pt x="280620" y="254344"/>
                </a:lnTo>
                <a:lnTo>
                  <a:pt x="267765" y="220687"/>
                </a:lnTo>
                <a:lnTo>
                  <a:pt x="231795" y="220687"/>
                </a:lnTo>
                <a:lnTo>
                  <a:pt x="224736" y="214300"/>
                </a:lnTo>
                <a:close/>
              </a:path>
              <a:path w="280670" h="254635">
                <a:moveTo>
                  <a:pt x="235638" y="203177"/>
                </a:moveTo>
                <a:lnTo>
                  <a:pt x="234050" y="212235"/>
                </a:lnTo>
                <a:lnTo>
                  <a:pt x="224736" y="214300"/>
                </a:lnTo>
                <a:lnTo>
                  <a:pt x="231795" y="220687"/>
                </a:lnTo>
                <a:lnTo>
                  <a:pt x="236847" y="220534"/>
                </a:lnTo>
                <a:lnTo>
                  <a:pt x="242906" y="214386"/>
                </a:lnTo>
                <a:lnTo>
                  <a:pt x="242746" y="209469"/>
                </a:lnTo>
                <a:lnTo>
                  <a:pt x="239533" y="206702"/>
                </a:lnTo>
                <a:lnTo>
                  <a:pt x="235638" y="203177"/>
                </a:lnTo>
                <a:close/>
              </a:path>
              <a:path w="280670" h="254635">
                <a:moveTo>
                  <a:pt x="243642" y="157524"/>
                </a:moveTo>
                <a:lnTo>
                  <a:pt x="235638" y="203177"/>
                </a:lnTo>
                <a:lnTo>
                  <a:pt x="239533" y="206702"/>
                </a:lnTo>
                <a:lnTo>
                  <a:pt x="242746" y="209469"/>
                </a:lnTo>
                <a:lnTo>
                  <a:pt x="242906" y="214386"/>
                </a:lnTo>
                <a:lnTo>
                  <a:pt x="236847" y="220534"/>
                </a:lnTo>
                <a:lnTo>
                  <a:pt x="231795" y="220687"/>
                </a:lnTo>
                <a:lnTo>
                  <a:pt x="267765" y="220687"/>
                </a:lnTo>
                <a:lnTo>
                  <a:pt x="243642" y="157524"/>
                </a:lnTo>
                <a:close/>
              </a:path>
              <a:path w="280670" h="254635">
                <a:moveTo>
                  <a:pt x="11110" y="0"/>
                </a:moveTo>
                <a:lnTo>
                  <a:pt x="6043" y="153"/>
                </a:lnTo>
                <a:lnTo>
                  <a:pt x="0" y="6300"/>
                </a:lnTo>
                <a:lnTo>
                  <a:pt x="143" y="11218"/>
                </a:lnTo>
                <a:lnTo>
                  <a:pt x="3357" y="13985"/>
                </a:lnTo>
                <a:lnTo>
                  <a:pt x="224736" y="214300"/>
                </a:lnTo>
                <a:lnTo>
                  <a:pt x="234050" y="212235"/>
                </a:lnTo>
                <a:lnTo>
                  <a:pt x="235638" y="203177"/>
                </a:lnTo>
                <a:lnTo>
                  <a:pt x="111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376565" y="3877230"/>
            <a:ext cx="568960" cy="271780"/>
          </a:xfrm>
          <a:custGeom>
            <a:avLst/>
            <a:gdLst/>
            <a:ahLst/>
            <a:cxnLst/>
            <a:rect l="l" t="t" r="r" b="b"/>
            <a:pathLst>
              <a:path w="568960" h="271779">
                <a:moveTo>
                  <a:pt x="65386" y="188260"/>
                </a:moveTo>
                <a:lnTo>
                  <a:pt x="0" y="270019"/>
                </a:lnTo>
                <a:lnTo>
                  <a:pt x="107272" y="271249"/>
                </a:lnTo>
                <a:lnTo>
                  <a:pt x="73039" y="251885"/>
                </a:lnTo>
                <a:lnTo>
                  <a:pt x="57073" y="251885"/>
                </a:lnTo>
                <a:lnTo>
                  <a:pt x="52277" y="250348"/>
                </a:lnTo>
                <a:lnTo>
                  <a:pt x="48440" y="242664"/>
                </a:lnTo>
                <a:lnTo>
                  <a:pt x="50039" y="238053"/>
                </a:lnTo>
                <a:lnTo>
                  <a:pt x="58862" y="233956"/>
                </a:lnTo>
                <a:lnTo>
                  <a:pt x="65386" y="188260"/>
                </a:lnTo>
                <a:close/>
              </a:path>
              <a:path w="568960" h="271779">
                <a:moveTo>
                  <a:pt x="58862" y="233956"/>
                </a:moveTo>
                <a:lnTo>
                  <a:pt x="50039" y="238053"/>
                </a:lnTo>
                <a:lnTo>
                  <a:pt x="48440" y="242664"/>
                </a:lnTo>
                <a:lnTo>
                  <a:pt x="52277" y="250348"/>
                </a:lnTo>
                <a:lnTo>
                  <a:pt x="57073" y="251885"/>
                </a:lnTo>
                <a:lnTo>
                  <a:pt x="65841" y="247813"/>
                </a:lnTo>
                <a:lnTo>
                  <a:pt x="57553" y="243125"/>
                </a:lnTo>
                <a:lnTo>
                  <a:pt x="58862" y="233956"/>
                </a:lnTo>
                <a:close/>
              </a:path>
              <a:path w="568960" h="271779">
                <a:moveTo>
                  <a:pt x="65841" y="247813"/>
                </a:moveTo>
                <a:lnTo>
                  <a:pt x="57073" y="251885"/>
                </a:lnTo>
                <a:lnTo>
                  <a:pt x="73039" y="251885"/>
                </a:lnTo>
                <a:lnTo>
                  <a:pt x="65841" y="247813"/>
                </a:lnTo>
                <a:close/>
              </a:path>
              <a:path w="568960" h="271779">
                <a:moveTo>
                  <a:pt x="560025" y="0"/>
                </a:moveTo>
                <a:lnTo>
                  <a:pt x="58862" y="233956"/>
                </a:lnTo>
                <a:lnTo>
                  <a:pt x="57553" y="243125"/>
                </a:lnTo>
                <a:lnTo>
                  <a:pt x="65841" y="247813"/>
                </a:lnTo>
                <a:lnTo>
                  <a:pt x="567059" y="13831"/>
                </a:lnTo>
                <a:lnTo>
                  <a:pt x="568658" y="9220"/>
                </a:lnTo>
                <a:lnTo>
                  <a:pt x="564821" y="1536"/>
                </a:lnTo>
                <a:lnTo>
                  <a:pt x="560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588630" y="4109038"/>
            <a:ext cx="1809114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15" dirty="0">
                <a:latin typeface="Times New Roman"/>
                <a:cs typeface="Times New Roman"/>
              </a:rPr>
              <a:t>(e)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30" dirty="0">
                <a:latin typeface="Times New Roman"/>
                <a:cs typeface="Times New Roman"/>
              </a:rPr>
              <a:t>8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is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swapped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with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30" dirty="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3123810" y="4986751"/>
          <a:ext cx="1934205" cy="2458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76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5891"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2982585" y="4509227"/>
            <a:ext cx="4203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pivot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174852" y="4723558"/>
            <a:ext cx="96520" cy="269240"/>
          </a:xfrm>
          <a:custGeom>
            <a:avLst/>
            <a:gdLst/>
            <a:ahLst/>
            <a:cxnLst/>
            <a:rect l="l" t="t" r="r" b="b"/>
            <a:pathLst>
              <a:path w="96520" h="269239">
                <a:moveTo>
                  <a:pt x="0" y="176888"/>
                </a:moveTo>
                <a:lnTo>
                  <a:pt x="48248" y="268944"/>
                </a:lnTo>
                <a:lnTo>
                  <a:pt x="76011" y="215155"/>
                </a:lnTo>
                <a:lnTo>
                  <a:pt x="43676" y="215155"/>
                </a:lnTo>
                <a:lnTo>
                  <a:pt x="40079" y="211774"/>
                </a:lnTo>
                <a:lnTo>
                  <a:pt x="39963" y="202320"/>
                </a:lnTo>
                <a:lnTo>
                  <a:pt x="0" y="176888"/>
                </a:lnTo>
                <a:close/>
              </a:path>
              <a:path w="96520" h="269239">
                <a:moveTo>
                  <a:pt x="40050" y="202376"/>
                </a:moveTo>
                <a:lnTo>
                  <a:pt x="40079" y="211774"/>
                </a:lnTo>
                <a:lnTo>
                  <a:pt x="43676" y="215155"/>
                </a:lnTo>
                <a:lnTo>
                  <a:pt x="52501" y="215155"/>
                </a:lnTo>
                <a:lnTo>
                  <a:pt x="56066" y="211774"/>
                </a:lnTo>
                <a:lnTo>
                  <a:pt x="56053" y="207471"/>
                </a:lnTo>
                <a:lnTo>
                  <a:pt x="48056" y="207471"/>
                </a:lnTo>
                <a:lnTo>
                  <a:pt x="40050" y="202376"/>
                </a:lnTo>
                <a:close/>
              </a:path>
              <a:path w="96520" h="269239">
                <a:moveTo>
                  <a:pt x="95922" y="176581"/>
                </a:moveTo>
                <a:lnTo>
                  <a:pt x="56037" y="202320"/>
                </a:lnTo>
                <a:lnTo>
                  <a:pt x="56066" y="211774"/>
                </a:lnTo>
                <a:lnTo>
                  <a:pt x="52501" y="215155"/>
                </a:lnTo>
                <a:lnTo>
                  <a:pt x="76011" y="215155"/>
                </a:lnTo>
                <a:lnTo>
                  <a:pt x="95922" y="176581"/>
                </a:lnTo>
                <a:close/>
              </a:path>
              <a:path w="96520" h="269239">
                <a:moveTo>
                  <a:pt x="51845" y="0"/>
                </a:moveTo>
                <a:lnTo>
                  <a:pt x="43005" y="0"/>
                </a:lnTo>
                <a:lnTo>
                  <a:pt x="39439" y="3534"/>
                </a:lnTo>
                <a:lnTo>
                  <a:pt x="40050" y="202376"/>
                </a:lnTo>
                <a:lnTo>
                  <a:pt x="48056" y="207471"/>
                </a:lnTo>
                <a:lnTo>
                  <a:pt x="55952" y="202376"/>
                </a:lnTo>
                <a:lnTo>
                  <a:pt x="55958" y="176581"/>
                </a:lnTo>
                <a:lnTo>
                  <a:pt x="55427" y="3381"/>
                </a:lnTo>
                <a:lnTo>
                  <a:pt x="51845" y="0"/>
                </a:lnTo>
                <a:close/>
              </a:path>
              <a:path w="96520" h="269239">
                <a:moveTo>
                  <a:pt x="56037" y="202320"/>
                </a:moveTo>
                <a:lnTo>
                  <a:pt x="48056" y="207471"/>
                </a:lnTo>
                <a:lnTo>
                  <a:pt x="56053" y="207471"/>
                </a:lnTo>
                <a:lnTo>
                  <a:pt x="56037" y="202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573850" y="4523980"/>
            <a:ext cx="31369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30" dirty="0">
                <a:latin typeface="Times New Roman"/>
                <a:cs typeface="Times New Roman"/>
              </a:rPr>
              <a:t>low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42597" y="4523980"/>
            <a:ext cx="36512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hi</a:t>
            </a:r>
            <a:r>
              <a:rPr sz="1450" spc="15" dirty="0">
                <a:latin typeface="Times New Roman"/>
                <a:cs typeface="Times New Roman"/>
              </a:rPr>
              <a:t>g</a:t>
            </a:r>
            <a:r>
              <a:rPr sz="1450" spc="30" dirty="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712045" y="4737861"/>
            <a:ext cx="1233170" cy="264160"/>
          </a:xfrm>
          <a:custGeom>
            <a:avLst/>
            <a:gdLst/>
            <a:ahLst/>
            <a:cxnLst/>
            <a:rect l="l" t="t" r="r" b="b"/>
            <a:pathLst>
              <a:path w="1233170" h="264160">
                <a:moveTo>
                  <a:pt x="1233017" y="10452"/>
                </a:moveTo>
                <a:lnTo>
                  <a:pt x="1231734" y="6451"/>
                </a:lnTo>
                <a:lnTo>
                  <a:pt x="1230299" y="2451"/>
                </a:lnTo>
                <a:lnTo>
                  <a:pt x="1225816" y="152"/>
                </a:lnTo>
                <a:lnTo>
                  <a:pt x="1221663" y="1384"/>
                </a:lnTo>
                <a:lnTo>
                  <a:pt x="604494" y="190817"/>
                </a:lnTo>
                <a:lnTo>
                  <a:pt x="602805" y="189026"/>
                </a:lnTo>
                <a:lnTo>
                  <a:pt x="602805" y="223227"/>
                </a:lnTo>
                <a:lnTo>
                  <a:pt x="597090" y="221094"/>
                </a:lnTo>
                <a:lnTo>
                  <a:pt x="597090" y="237591"/>
                </a:lnTo>
                <a:lnTo>
                  <a:pt x="575081" y="252374"/>
                </a:lnTo>
                <a:lnTo>
                  <a:pt x="544804" y="229133"/>
                </a:lnTo>
                <a:lnTo>
                  <a:pt x="541134" y="226326"/>
                </a:lnTo>
                <a:lnTo>
                  <a:pt x="555383" y="221957"/>
                </a:lnTo>
                <a:lnTo>
                  <a:pt x="597090" y="237591"/>
                </a:lnTo>
                <a:lnTo>
                  <a:pt x="597090" y="221094"/>
                </a:lnTo>
                <a:lnTo>
                  <a:pt x="579589" y="214528"/>
                </a:lnTo>
                <a:lnTo>
                  <a:pt x="599440" y="208445"/>
                </a:lnTo>
                <a:lnTo>
                  <a:pt x="602805" y="223227"/>
                </a:lnTo>
                <a:lnTo>
                  <a:pt x="602805" y="189026"/>
                </a:lnTo>
                <a:lnTo>
                  <a:pt x="592569" y="178117"/>
                </a:lnTo>
                <a:lnTo>
                  <a:pt x="596036" y="193408"/>
                </a:lnTo>
                <a:lnTo>
                  <a:pt x="556006" y="205689"/>
                </a:lnTo>
                <a:lnTo>
                  <a:pt x="539800" y="199605"/>
                </a:lnTo>
                <a:lnTo>
                  <a:pt x="549402" y="167360"/>
                </a:lnTo>
                <a:lnTo>
                  <a:pt x="522084" y="192963"/>
                </a:lnTo>
                <a:lnTo>
                  <a:pt x="11950" y="1689"/>
                </a:lnTo>
                <a:lnTo>
                  <a:pt x="7848" y="0"/>
                </a:lnTo>
                <a:lnTo>
                  <a:pt x="3213" y="1993"/>
                </a:lnTo>
                <a:lnTo>
                  <a:pt x="0" y="9982"/>
                </a:lnTo>
                <a:lnTo>
                  <a:pt x="2032" y="14439"/>
                </a:lnTo>
                <a:lnTo>
                  <a:pt x="509511" y="204749"/>
                </a:lnTo>
                <a:lnTo>
                  <a:pt x="472668" y="239280"/>
                </a:lnTo>
                <a:lnTo>
                  <a:pt x="572389" y="254177"/>
                </a:lnTo>
                <a:lnTo>
                  <a:pt x="557720" y="264020"/>
                </a:lnTo>
                <a:lnTo>
                  <a:pt x="664514" y="254647"/>
                </a:lnTo>
                <a:lnTo>
                  <a:pt x="651662" y="240969"/>
                </a:lnTo>
                <a:lnTo>
                  <a:pt x="616229" y="203301"/>
                </a:lnTo>
                <a:lnTo>
                  <a:pt x="1226451" y="16129"/>
                </a:lnTo>
                <a:lnTo>
                  <a:pt x="1230769" y="14744"/>
                </a:lnTo>
                <a:lnTo>
                  <a:pt x="1233017" y="10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5588630" y="4977635"/>
            <a:ext cx="27120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15" dirty="0">
                <a:latin typeface="Times New Roman"/>
                <a:cs typeface="Times New Roman"/>
              </a:rPr>
              <a:t>(f)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30" dirty="0">
                <a:latin typeface="Times New Roman"/>
                <a:cs typeface="Times New Roman"/>
              </a:rPr>
              <a:t>when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high </a:t>
            </a:r>
            <a:r>
              <a:rPr sz="1450" spc="30" dirty="0">
                <a:latin typeface="Times New Roman"/>
                <a:cs typeface="Times New Roman"/>
              </a:rPr>
              <a:t>&lt;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low,</a:t>
            </a:r>
            <a:r>
              <a:rPr sz="1450" spc="20" dirty="0">
                <a:latin typeface="Times New Roman"/>
                <a:cs typeface="Times New Roman"/>
              </a:rPr>
              <a:t> search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is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over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3107823" y="5862740"/>
          <a:ext cx="1939286" cy="246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5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17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6660">
                <a:tc>
                  <a:txBody>
                    <a:bodyPr/>
                    <a:lstStyle/>
                    <a:p>
                      <a:pPr marL="5080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725"/>
                        </a:lnSpc>
                      </a:pPr>
                      <a:r>
                        <a:rPr sz="14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3926843" y="5399954"/>
            <a:ext cx="4203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pivot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118054" y="5615684"/>
            <a:ext cx="96520" cy="268605"/>
          </a:xfrm>
          <a:custGeom>
            <a:avLst/>
            <a:gdLst/>
            <a:ahLst/>
            <a:cxnLst/>
            <a:rect l="l" t="t" r="r" b="b"/>
            <a:pathLst>
              <a:path w="96520" h="268604">
                <a:moveTo>
                  <a:pt x="0" y="176119"/>
                </a:moveTo>
                <a:lnTo>
                  <a:pt x="48280" y="268191"/>
                </a:lnTo>
                <a:lnTo>
                  <a:pt x="76022" y="214417"/>
                </a:lnTo>
                <a:lnTo>
                  <a:pt x="43644" y="214417"/>
                </a:lnTo>
                <a:lnTo>
                  <a:pt x="40127" y="210975"/>
                </a:lnTo>
                <a:lnTo>
                  <a:pt x="40017" y="201565"/>
                </a:lnTo>
                <a:lnTo>
                  <a:pt x="0" y="176119"/>
                </a:lnTo>
                <a:close/>
              </a:path>
              <a:path w="96520" h="268604">
                <a:moveTo>
                  <a:pt x="40111" y="201624"/>
                </a:moveTo>
                <a:lnTo>
                  <a:pt x="40127" y="210975"/>
                </a:lnTo>
                <a:lnTo>
                  <a:pt x="43644" y="214417"/>
                </a:lnTo>
                <a:lnTo>
                  <a:pt x="52597" y="214386"/>
                </a:lnTo>
                <a:lnTo>
                  <a:pt x="56067" y="210975"/>
                </a:lnTo>
                <a:lnTo>
                  <a:pt x="56114" y="206718"/>
                </a:lnTo>
                <a:lnTo>
                  <a:pt x="48120" y="206718"/>
                </a:lnTo>
                <a:lnTo>
                  <a:pt x="40111" y="201624"/>
                </a:lnTo>
                <a:close/>
              </a:path>
              <a:path w="96520" h="268604">
                <a:moveTo>
                  <a:pt x="95922" y="175843"/>
                </a:moveTo>
                <a:lnTo>
                  <a:pt x="56097" y="201565"/>
                </a:lnTo>
                <a:lnTo>
                  <a:pt x="56067" y="210975"/>
                </a:lnTo>
                <a:lnTo>
                  <a:pt x="52597" y="214386"/>
                </a:lnTo>
                <a:lnTo>
                  <a:pt x="43644" y="214417"/>
                </a:lnTo>
                <a:lnTo>
                  <a:pt x="76022" y="214417"/>
                </a:lnTo>
                <a:lnTo>
                  <a:pt x="95922" y="175843"/>
                </a:lnTo>
                <a:close/>
              </a:path>
              <a:path w="96520" h="268604">
                <a:moveTo>
                  <a:pt x="51797" y="0"/>
                </a:moveTo>
                <a:lnTo>
                  <a:pt x="43005" y="30"/>
                </a:lnTo>
                <a:lnTo>
                  <a:pt x="39535" y="3427"/>
                </a:lnTo>
                <a:lnTo>
                  <a:pt x="39487" y="7714"/>
                </a:lnTo>
                <a:lnTo>
                  <a:pt x="40111" y="201624"/>
                </a:lnTo>
                <a:lnTo>
                  <a:pt x="48120" y="206718"/>
                </a:lnTo>
                <a:lnTo>
                  <a:pt x="56006" y="201624"/>
                </a:lnTo>
                <a:lnTo>
                  <a:pt x="56015" y="175843"/>
                </a:lnTo>
                <a:lnTo>
                  <a:pt x="55475" y="7714"/>
                </a:lnTo>
                <a:lnTo>
                  <a:pt x="55474" y="3427"/>
                </a:lnTo>
                <a:lnTo>
                  <a:pt x="51797" y="0"/>
                </a:lnTo>
                <a:close/>
              </a:path>
              <a:path w="96520" h="268604">
                <a:moveTo>
                  <a:pt x="56097" y="201565"/>
                </a:moveTo>
                <a:lnTo>
                  <a:pt x="48120" y="206718"/>
                </a:lnTo>
                <a:lnTo>
                  <a:pt x="56114" y="206718"/>
                </a:lnTo>
                <a:lnTo>
                  <a:pt x="56097" y="2015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5573283" y="5846248"/>
            <a:ext cx="220916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0" dirty="0">
                <a:latin typeface="Times New Roman"/>
                <a:cs typeface="Times New Roman"/>
              </a:rPr>
              <a:t>(g)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pivot is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in</a:t>
            </a:r>
            <a:r>
              <a:rPr sz="1450" spc="15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the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15" dirty="0">
                <a:latin typeface="Times New Roman"/>
                <a:cs typeface="Times New Roman"/>
              </a:rPr>
              <a:t>right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place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121252" y="6107468"/>
            <a:ext cx="96520" cy="268605"/>
          </a:xfrm>
          <a:custGeom>
            <a:avLst/>
            <a:gdLst/>
            <a:ahLst/>
            <a:cxnLst/>
            <a:rect l="l" t="t" r="r" b="b"/>
            <a:pathLst>
              <a:path w="96520" h="268604">
                <a:moveTo>
                  <a:pt x="0" y="176119"/>
                </a:moveTo>
                <a:lnTo>
                  <a:pt x="48280" y="268191"/>
                </a:lnTo>
                <a:lnTo>
                  <a:pt x="76022" y="214417"/>
                </a:lnTo>
                <a:lnTo>
                  <a:pt x="43644" y="214417"/>
                </a:lnTo>
                <a:lnTo>
                  <a:pt x="40127" y="210975"/>
                </a:lnTo>
                <a:lnTo>
                  <a:pt x="40017" y="201565"/>
                </a:lnTo>
                <a:lnTo>
                  <a:pt x="0" y="176119"/>
                </a:lnTo>
                <a:close/>
              </a:path>
              <a:path w="96520" h="268604">
                <a:moveTo>
                  <a:pt x="40111" y="201624"/>
                </a:moveTo>
                <a:lnTo>
                  <a:pt x="40127" y="210975"/>
                </a:lnTo>
                <a:lnTo>
                  <a:pt x="43644" y="214417"/>
                </a:lnTo>
                <a:lnTo>
                  <a:pt x="52597" y="214386"/>
                </a:lnTo>
                <a:lnTo>
                  <a:pt x="56067" y="210975"/>
                </a:lnTo>
                <a:lnTo>
                  <a:pt x="56114" y="206718"/>
                </a:lnTo>
                <a:lnTo>
                  <a:pt x="48120" y="206718"/>
                </a:lnTo>
                <a:lnTo>
                  <a:pt x="40111" y="201624"/>
                </a:lnTo>
                <a:close/>
              </a:path>
              <a:path w="96520" h="268604">
                <a:moveTo>
                  <a:pt x="95922" y="175843"/>
                </a:moveTo>
                <a:lnTo>
                  <a:pt x="56097" y="201565"/>
                </a:lnTo>
                <a:lnTo>
                  <a:pt x="56067" y="210975"/>
                </a:lnTo>
                <a:lnTo>
                  <a:pt x="52597" y="214386"/>
                </a:lnTo>
                <a:lnTo>
                  <a:pt x="43644" y="214417"/>
                </a:lnTo>
                <a:lnTo>
                  <a:pt x="76022" y="214417"/>
                </a:lnTo>
                <a:lnTo>
                  <a:pt x="95922" y="175843"/>
                </a:lnTo>
                <a:close/>
              </a:path>
              <a:path w="96520" h="268604">
                <a:moveTo>
                  <a:pt x="51797" y="0"/>
                </a:moveTo>
                <a:lnTo>
                  <a:pt x="43005" y="30"/>
                </a:lnTo>
                <a:lnTo>
                  <a:pt x="39535" y="3427"/>
                </a:lnTo>
                <a:lnTo>
                  <a:pt x="39487" y="7714"/>
                </a:lnTo>
                <a:lnTo>
                  <a:pt x="40111" y="201624"/>
                </a:lnTo>
                <a:lnTo>
                  <a:pt x="48120" y="206718"/>
                </a:lnTo>
                <a:lnTo>
                  <a:pt x="56006" y="201624"/>
                </a:lnTo>
                <a:lnTo>
                  <a:pt x="56015" y="175843"/>
                </a:lnTo>
                <a:lnTo>
                  <a:pt x="55475" y="7714"/>
                </a:lnTo>
                <a:lnTo>
                  <a:pt x="55474" y="3427"/>
                </a:lnTo>
                <a:lnTo>
                  <a:pt x="51797" y="0"/>
                </a:lnTo>
                <a:close/>
              </a:path>
              <a:path w="96520" h="268604">
                <a:moveTo>
                  <a:pt x="56097" y="201565"/>
                </a:moveTo>
                <a:lnTo>
                  <a:pt x="48120" y="206718"/>
                </a:lnTo>
                <a:lnTo>
                  <a:pt x="56114" y="206718"/>
                </a:lnTo>
                <a:lnTo>
                  <a:pt x="56097" y="2015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2806089" y="6377371"/>
            <a:ext cx="259016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30" dirty="0">
                <a:latin typeface="Times New Roman"/>
                <a:cs typeface="Times New Roman"/>
              </a:rPr>
              <a:t>The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index</a:t>
            </a:r>
            <a:r>
              <a:rPr sz="1450" spc="20" dirty="0">
                <a:latin typeface="Times New Roman"/>
                <a:cs typeface="Times New Roman"/>
              </a:rPr>
              <a:t> </a:t>
            </a:r>
            <a:r>
              <a:rPr sz="1450" spc="25" dirty="0">
                <a:latin typeface="Times New Roman"/>
                <a:cs typeface="Times New Roman"/>
              </a:rPr>
              <a:t>of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the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pivot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is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Times New Roman"/>
                <a:cs typeface="Times New Roman"/>
              </a:rPr>
              <a:t>returned</a:t>
            </a:r>
            <a:endParaRPr sz="145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3B1B834-CA7F-F570-F24F-814D804ED2B9}"/>
                  </a:ext>
                </a:extLst>
              </p14:cNvPr>
              <p14:cNvContentPartPr/>
              <p14:nvPr/>
            </p14:nvContentPartPr>
            <p14:xfrm>
              <a:off x="3227930" y="982701"/>
              <a:ext cx="21960" cy="86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3B1B834-CA7F-F570-F24F-814D804ED2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1810" y="976581"/>
                <a:ext cx="3420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66C70854-E83D-E1FC-9544-CAB85EA147E1}"/>
              </a:ext>
            </a:extLst>
          </p:cNvPr>
          <p:cNvGrpSpPr/>
          <p:nvPr/>
        </p:nvGrpSpPr>
        <p:grpSpPr>
          <a:xfrm>
            <a:off x="3151610" y="684261"/>
            <a:ext cx="167400" cy="205560"/>
            <a:chOff x="3151610" y="684261"/>
            <a:chExt cx="16740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96648DE-32FE-D030-401F-41F1C004493D}"/>
                    </a:ext>
                  </a:extLst>
                </p14:cNvPr>
                <p14:cNvContentPartPr/>
                <p14:nvPr/>
              </p14:nvContentPartPr>
              <p14:xfrm>
                <a:off x="3151610" y="684261"/>
                <a:ext cx="108000" cy="104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96648DE-32FE-D030-401F-41F1C00449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45490" y="678141"/>
                  <a:ext cx="120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9B1E604-1136-9106-F586-82B587FC007A}"/>
                    </a:ext>
                  </a:extLst>
                </p14:cNvPr>
                <p14:cNvContentPartPr/>
                <p14:nvPr/>
              </p14:nvContentPartPr>
              <p14:xfrm>
                <a:off x="3214610" y="737541"/>
                <a:ext cx="104400" cy="103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9B1E604-1136-9106-F586-82B587FC007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08490" y="731421"/>
                  <a:ext cx="1166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D8AE43-7D5A-74FD-FFBD-33E025082AF3}"/>
                    </a:ext>
                  </a:extLst>
                </p14:cNvPr>
                <p14:cNvContentPartPr/>
                <p14:nvPr/>
              </p14:nvContentPartPr>
              <p14:xfrm>
                <a:off x="3230810" y="875421"/>
                <a:ext cx="33120" cy="14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D8AE43-7D5A-74FD-FFBD-33E025082A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24690" y="869301"/>
                  <a:ext cx="4536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FA72FCE-840D-6901-BB95-5313EBADBACF}"/>
                  </a:ext>
                </a:extLst>
              </p14:cNvPr>
              <p14:cNvContentPartPr/>
              <p14:nvPr/>
            </p14:nvContentPartPr>
            <p14:xfrm>
              <a:off x="3510170" y="974061"/>
              <a:ext cx="24840" cy="4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FA72FCE-840D-6901-BB95-5313EBADBA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04050" y="967941"/>
                <a:ext cx="3708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C316CEC-792D-05B8-2931-6FAE836AA3C4}"/>
                  </a:ext>
                </a:extLst>
              </p14:cNvPr>
              <p14:cNvContentPartPr/>
              <p14:nvPr/>
            </p14:nvContentPartPr>
            <p14:xfrm>
              <a:off x="5131250" y="1064061"/>
              <a:ext cx="7200" cy="57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C316CEC-792D-05B8-2931-6FAE836AA3C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25130" y="1057941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FD2A0A3-D5C1-A424-C16F-C49F2B52E0CA}"/>
                  </a:ext>
                </a:extLst>
              </p14:cNvPr>
              <p14:cNvContentPartPr/>
              <p14:nvPr/>
            </p14:nvContentPartPr>
            <p14:xfrm>
              <a:off x="3607370" y="926901"/>
              <a:ext cx="66600" cy="504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FD2A0A3-D5C1-A424-C16F-C49F2B52E0C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01250" y="920781"/>
                <a:ext cx="7884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8C0A578-8DD7-A1AC-207F-D89BCC25B472}"/>
                  </a:ext>
                </a:extLst>
              </p14:cNvPr>
              <p14:cNvContentPartPr/>
              <p14:nvPr/>
            </p14:nvContentPartPr>
            <p14:xfrm>
              <a:off x="4531130" y="978381"/>
              <a:ext cx="33840" cy="69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8C0A578-8DD7-A1AC-207F-D89BCC25B4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25010" y="972261"/>
                <a:ext cx="460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3820075-6CFF-35D3-4BA9-CCB75954C316}"/>
                  </a:ext>
                </a:extLst>
              </p14:cNvPr>
              <p14:cNvContentPartPr/>
              <p14:nvPr/>
            </p14:nvContentPartPr>
            <p14:xfrm>
              <a:off x="4597730" y="1582101"/>
              <a:ext cx="7200" cy="82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3820075-6CFF-35D3-4BA9-CCB75954C31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91610" y="1575981"/>
                <a:ext cx="1944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CD20908C-9AD4-1C16-CD9D-9F689473F391}"/>
              </a:ext>
            </a:extLst>
          </p:cNvPr>
          <p:cNvGrpSpPr/>
          <p:nvPr/>
        </p:nvGrpSpPr>
        <p:grpSpPr>
          <a:xfrm>
            <a:off x="2720690" y="3943341"/>
            <a:ext cx="430200" cy="235800"/>
            <a:chOff x="2720690" y="3943341"/>
            <a:chExt cx="43020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EC48EB5-2A4A-AA19-A49B-AB4054F7464C}"/>
                    </a:ext>
                  </a:extLst>
                </p14:cNvPr>
                <p14:cNvContentPartPr/>
                <p14:nvPr/>
              </p14:nvContentPartPr>
              <p14:xfrm>
                <a:off x="2720690" y="3953421"/>
                <a:ext cx="232560" cy="225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EC48EB5-2A4A-AA19-A49B-AB4054F746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14570" y="3947301"/>
                  <a:ext cx="2448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157FE0-871A-E7CD-887F-C30F001B53D7}"/>
                    </a:ext>
                  </a:extLst>
                </p14:cNvPr>
                <p14:cNvContentPartPr/>
                <p14:nvPr/>
              </p14:nvContentPartPr>
              <p14:xfrm>
                <a:off x="2876210" y="3943341"/>
                <a:ext cx="274680" cy="154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157FE0-871A-E7CD-887F-C30F001B53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0090" y="3937221"/>
                  <a:ext cx="28692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6A2F4C2-96A4-F8AA-9E0F-FD4B2CCFB805}"/>
                  </a:ext>
                </a:extLst>
              </p14:cNvPr>
              <p14:cNvContentPartPr/>
              <p14:nvPr/>
            </p14:nvContentPartPr>
            <p14:xfrm>
              <a:off x="2172050" y="4107141"/>
              <a:ext cx="196200" cy="9370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6A2F4C2-96A4-F8AA-9E0F-FD4B2CCFB80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65930" y="4101021"/>
                <a:ext cx="208440" cy="9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362F162-1728-FD4F-6894-FC7079DEAEBE}"/>
                  </a:ext>
                </a:extLst>
              </p14:cNvPr>
              <p14:cNvContentPartPr/>
              <p14:nvPr/>
            </p14:nvContentPartPr>
            <p14:xfrm>
              <a:off x="3366170" y="5350581"/>
              <a:ext cx="2066760" cy="2782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362F162-1728-FD4F-6894-FC7079DEAEB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60050" y="5344461"/>
                <a:ext cx="2079000" cy="29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4538" y="268478"/>
            <a:ext cx="3075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Quick</a:t>
            </a:r>
            <a:r>
              <a:rPr spc="-30" dirty="0"/>
              <a:t> </a:t>
            </a:r>
            <a:r>
              <a:rPr dirty="0"/>
              <a:t>Sort</a:t>
            </a:r>
            <a:r>
              <a:rPr spc="-90" dirty="0"/>
              <a:t> </a:t>
            </a:r>
            <a:r>
              <a:rPr spc="-35" dirty="0"/>
              <a:t>Time</a:t>
            </a:r>
          </a:p>
        </p:txBody>
      </p:sp>
      <p:sp>
        <p:nvSpPr>
          <p:cNvPr id="3" name="object 3"/>
          <p:cNvSpPr/>
          <p:nvPr/>
        </p:nvSpPr>
        <p:spPr>
          <a:xfrm>
            <a:off x="2536794" y="4471022"/>
            <a:ext cx="201930" cy="0"/>
          </a:xfrm>
          <a:custGeom>
            <a:avLst/>
            <a:gdLst/>
            <a:ahLst/>
            <a:cxnLst/>
            <a:rect l="l" t="t" r="r" b="b"/>
            <a:pathLst>
              <a:path w="201930">
                <a:moveTo>
                  <a:pt x="0" y="0"/>
                </a:moveTo>
                <a:lnTo>
                  <a:pt x="201440" y="0"/>
                </a:lnTo>
              </a:path>
            </a:pathLst>
          </a:custGeom>
          <a:ln w="131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97392" y="4471022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440" y="0"/>
                </a:lnTo>
              </a:path>
            </a:pathLst>
          </a:custGeom>
          <a:ln w="131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602" y="1073658"/>
            <a:ext cx="8469630" cy="482092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76200" marR="43180">
              <a:lnSpc>
                <a:spcPts val="2510"/>
              </a:lnSpc>
              <a:spcBef>
                <a:spcPts val="290"/>
              </a:spcBef>
            </a:pPr>
            <a:r>
              <a:rPr sz="2200" dirty="0">
                <a:latin typeface="Times New Roman"/>
                <a:cs typeface="Times New Roman"/>
              </a:rPr>
              <a:t>In the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worst case</a:t>
            </a:r>
            <a:r>
              <a:rPr sz="2200" dirty="0">
                <a:latin typeface="Times New Roman"/>
                <a:cs typeface="Times New Roman"/>
              </a:rPr>
              <a:t>, each </a:t>
            </a:r>
            <a:r>
              <a:rPr sz="2200" spc="-5" dirty="0">
                <a:latin typeface="Times New Roman"/>
                <a:cs typeface="Times New Roman"/>
              </a:rPr>
              <a:t>time </a:t>
            </a:r>
            <a:r>
              <a:rPr sz="2200" dirty="0">
                <a:latin typeface="Times New Roman"/>
                <a:cs typeface="Times New Roman"/>
              </a:rPr>
              <a:t>the pivot divides the array into one big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subarray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 the other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empty </a:t>
            </a:r>
            <a:r>
              <a:rPr sz="2200" spc="-20" dirty="0">
                <a:latin typeface="Times New Roman"/>
                <a:cs typeface="Times New Roman"/>
              </a:rPr>
              <a:t>subarray.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size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big subarray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less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one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 being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divided.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So, 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maximum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endParaRPr sz="2200">
              <a:latin typeface="Times New Roman"/>
              <a:cs typeface="Times New Roman"/>
            </a:endParaRPr>
          </a:p>
          <a:p>
            <a:pPr marL="928369">
              <a:lnSpc>
                <a:spcPct val="100000"/>
              </a:lnSpc>
              <a:spcBef>
                <a:spcPts val="2130"/>
              </a:spcBef>
            </a:pPr>
            <a:r>
              <a:rPr sz="2650" i="1" spc="30" dirty="0">
                <a:latin typeface="Times New Roman"/>
                <a:cs typeface="Times New Roman"/>
              </a:rPr>
              <a:t>T</a:t>
            </a:r>
            <a:r>
              <a:rPr sz="2650" i="1" spc="-330" dirty="0">
                <a:latin typeface="Times New Roman"/>
                <a:cs typeface="Times New Roman"/>
              </a:rPr>
              <a:t> </a:t>
            </a:r>
            <a:r>
              <a:rPr sz="2650" spc="80" dirty="0">
                <a:latin typeface="Times New Roman"/>
                <a:cs typeface="Times New Roman"/>
              </a:rPr>
              <a:t>(</a:t>
            </a:r>
            <a:r>
              <a:rPr sz="2650" i="1" spc="55" dirty="0">
                <a:latin typeface="Times New Roman"/>
                <a:cs typeface="Times New Roman"/>
              </a:rPr>
              <a:t>n</a:t>
            </a:r>
            <a:r>
              <a:rPr sz="2650" spc="20" dirty="0">
                <a:latin typeface="Times New Roman"/>
                <a:cs typeface="Times New Roman"/>
              </a:rPr>
              <a:t>)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30" dirty="0">
                <a:latin typeface="Symbol"/>
                <a:cs typeface="Symbol"/>
              </a:rPr>
              <a:t></a:t>
            </a:r>
            <a:r>
              <a:rPr sz="2650" spc="-100" dirty="0">
                <a:latin typeface="Times New Roman"/>
                <a:cs typeface="Times New Roman"/>
              </a:rPr>
              <a:t> </a:t>
            </a:r>
            <a:r>
              <a:rPr sz="2650" spc="80" dirty="0">
                <a:latin typeface="Times New Roman"/>
                <a:cs typeface="Times New Roman"/>
              </a:rPr>
              <a:t>(</a:t>
            </a:r>
            <a:r>
              <a:rPr sz="2650" i="1" spc="30" dirty="0">
                <a:latin typeface="Times New Roman"/>
                <a:cs typeface="Times New Roman"/>
              </a:rPr>
              <a:t>n</a:t>
            </a:r>
            <a:r>
              <a:rPr sz="2650" i="1" spc="-215" dirty="0">
                <a:latin typeface="Times New Roman"/>
                <a:cs typeface="Times New Roman"/>
              </a:rPr>
              <a:t> </a:t>
            </a:r>
            <a:r>
              <a:rPr sz="2650" spc="170" dirty="0">
                <a:latin typeface="Symbol"/>
                <a:cs typeface="Symbol"/>
              </a:rPr>
              <a:t></a:t>
            </a:r>
            <a:r>
              <a:rPr sz="2650" spc="-200" dirty="0">
                <a:latin typeface="Times New Roman"/>
                <a:cs typeface="Times New Roman"/>
              </a:rPr>
              <a:t>1</a:t>
            </a:r>
            <a:r>
              <a:rPr sz="2650" spc="2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-120" dirty="0">
                <a:latin typeface="Symbol"/>
                <a:cs typeface="Symbol"/>
              </a:rPr>
              <a:t></a:t>
            </a:r>
            <a:r>
              <a:rPr sz="2650" spc="80" dirty="0">
                <a:latin typeface="Times New Roman"/>
                <a:cs typeface="Times New Roman"/>
              </a:rPr>
              <a:t>(</a:t>
            </a:r>
            <a:r>
              <a:rPr sz="2650" i="1" spc="30" dirty="0">
                <a:latin typeface="Times New Roman"/>
                <a:cs typeface="Times New Roman"/>
              </a:rPr>
              <a:t>n</a:t>
            </a:r>
            <a:r>
              <a:rPr sz="2650" i="1" spc="-215" dirty="0">
                <a:latin typeface="Times New Roman"/>
                <a:cs typeface="Times New Roman"/>
              </a:rPr>
              <a:t> </a:t>
            </a:r>
            <a:r>
              <a:rPr sz="2650" spc="30" dirty="0">
                <a:latin typeface="Symbol"/>
                <a:cs typeface="Symbol"/>
              </a:rPr>
              <a:t>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2</a:t>
            </a:r>
            <a:r>
              <a:rPr sz="2650" spc="20" dirty="0">
                <a:latin typeface="Times New Roman"/>
                <a:cs typeface="Times New Roman"/>
              </a:rPr>
              <a:t>)</a:t>
            </a:r>
            <a:r>
              <a:rPr sz="2650" spc="-225" dirty="0">
                <a:latin typeface="Times New Roman"/>
                <a:cs typeface="Times New Roman"/>
              </a:rPr>
              <a:t> </a:t>
            </a:r>
            <a:r>
              <a:rPr sz="2650" spc="30" dirty="0">
                <a:latin typeface="Symbol"/>
                <a:cs typeface="Symbol"/>
              </a:rPr>
              <a:t></a:t>
            </a:r>
            <a:r>
              <a:rPr sz="2650" spc="-355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..</a:t>
            </a:r>
            <a:r>
              <a:rPr sz="2650" spc="15" dirty="0">
                <a:latin typeface="Times New Roman"/>
                <a:cs typeface="Times New Roman"/>
              </a:rPr>
              <a:t>.</a:t>
            </a:r>
            <a:r>
              <a:rPr sz="2650" spc="-315" dirty="0">
                <a:latin typeface="Times New Roman"/>
                <a:cs typeface="Times New Roman"/>
              </a:rPr>
              <a:t> </a:t>
            </a:r>
            <a:r>
              <a:rPr sz="2650" spc="30" dirty="0">
                <a:latin typeface="Symbol"/>
                <a:cs typeface="Symbol"/>
              </a:rPr>
              <a:t></a:t>
            </a:r>
            <a:r>
              <a:rPr sz="2650" spc="-180" dirty="0">
                <a:latin typeface="Times New Roman"/>
                <a:cs typeface="Times New Roman"/>
              </a:rPr>
              <a:t> </a:t>
            </a:r>
            <a:r>
              <a:rPr sz="2650" spc="30" dirty="0">
                <a:latin typeface="Times New Roman"/>
                <a:cs typeface="Times New Roman"/>
              </a:rPr>
              <a:t>2</a:t>
            </a:r>
            <a:r>
              <a:rPr sz="2650" spc="-265" dirty="0">
                <a:latin typeface="Times New Roman"/>
                <a:cs typeface="Times New Roman"/>
              </a:rPr>
              <a:t> </a:t>
            </a:r>
            <a:r>
              <a:rPr sz="2650" spc="215" dirty="0">
                <a:latin typeface="Symbol"/>
                <a:cs typeface="Symbol"/>
              </a:rPr>
              <a:t></a:t>
            </a:r>
            <a:r>
              <a:rPr sz="2650" spc="30" dirty="0">
                <a:latin typeface="Times New Roman"/>
                <a:cs typeface="Times New Roman"/>
              </a:rPr>
              <a:t>1</a:t>
            </a:r>
            <a:r>
              <a:rPr sz="2650" spc="-305" dirty="0">
                <a:latin typeface="Times New Roman"/>
                <a:cs typeface="Times New Roman"/>
              </a:rPr>
              <a:t> </a:t>
            </a:r>
            <a:r>
              <a:rPr sz="2650" spc="30" dirty="0">
                <a:latin typeface="Symbol"/>
                <a:cs typeface="Symbol"/>
              </a:rPr>
              <a:t></a:t>
            </a:r>
            <a:r>
              <a:rPr sz="2650" spc="-135" dirty="0">
                <a:latin typeface="Times New Roman"/>
                <a:cs typeface="Times New Roman"/>
              </a:rPr>
              <a:t> </a:t>
            </a:r>
            <a:r>
              <a:rPr sz="2650" i="1" spc="90" dirty="0">
                <a:latin typeface="Times New Roman"/>
                <a:cs typeface="Times New Roman"/>
              </a:rPr>
              <a:t>O</a:t>
            </a:r>
            <a:r>
              <a:rPr sz="2650" spc="80" dirty="0">
                <a:latin typeface="Times New Roman"/>
                <a:cs typeface="Times New Roman"/>
              </a:rPr>
              <a:t>(</a:t>
            </a:r>
            <a:r>
              <a:rPr sz="2650" i="1" spc="160" dirty="0">
                <a:latin typeface="Times New Roman"/>
                <a:cs typeface="Times New Roman"/>
              </a:rPr>
              <a:t>n</a:t>
            </a:r>
            <a:r>
              <a:rPr sz="2325" spc="22" baseline="43010" dirty="0">
                <a:latin typeface="Times New Roman"/>
                <a:cs typeface="Times New Roman"/>
              </a:rPr>
              <a:t>2</a:t>
            </a:r>
            <a:r>
              <a:rPr sz="2325" spc="-142" baseline="43010" dirty="0">
                <a:latin typeface="Times New Roman"/>
                <a:cs typeface="Times New Roman"/>
              </a:rPr>
              <a:t> </a:t>
            </a:r>
            <a:r>
              <a:rPr sz="2650" spc="20" dirty="0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  <a:p>
            <a:pPr marL="76200" marR="290195">
              <a:lnSpc>
                <a:spcPct val="95000"/>
              </a:lnSpc>
              <a:spcBef>
                <a:spcPts val="2150"/>
              </a:spcBef>
            </a:pPr>
            <a:r>
              <a:rPr sz="2200" dirty="0">
                <a:latin typeface="Times New Roman"/>
                <a:cs typeface="Times New Roman"/>
              </a:rPr>
              <a:t>In the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best case</a:t>
            </a:r>
            <a:r>
              <a:rPr sz="2200" dirty="0">
                <a:latin typeface="Times New Roman"/>
                <a:cs typeface="Times New Roman"/>
              </a:rPr>
              <a:t>, each time the pivot divides the </a:t>
            </a:r>
            <a:r>
              <a:rPr sz="2200" spc="-5" dirty="0">
                <a:latin typeface="Times New Roman"/>
                <a:cs typeface="Times New Roman"/>
              </a:rPr>
              <a:t>array </a:t>
            </a:r>
            <a:r>
              <a:rPr sz="2200" dirty="0">
                <a:latin typeface="Times New Roman"/>
                <a:cs typeface="Times New Roman"/>
              </a:rPr>
              <a:t>into two parts of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about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same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size.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Let </a:t>
            </a:r>
            <a:r>
              <a:rPr sz="2200" i="1" spc="-5" dirty="0">
                <a:latin typeface="Times New Roman"/>
                <a:cs typeface="Times New Roman"/>
              </a:rPr>
              <a:t>T(n)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denote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 required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 sort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 array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quick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sort.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So, 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minimum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 is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>
              <a:latin typeface="Times New Roman"/>
              <a:cs typeface="Times New Roman"/>
            </a:endParaRPr>
          </a:p>
          <a:p>
            <a:pPr marL="2313940" marR="2880995" indent="-1306830">
              <a:lnSpc>
                <a:spcPct val="64700"/>
              </a:lnSpc>
              <a:spcBef>
                <a:spcPts val="5"/>
              </a:spcBef>
              <a:tabLst>
                <a:tab pos="3273425" algn="l"/>
              </a:tabLst>
            </a:pPr>
            <a:r>
              <a:rPr sz="2550" i="1" spc="10" dirty="0">
                <a:latin typeface="Times New Roman"/>
                <a:cs typeface="Times New Roman"/>
              </a:rPr>
              <a:t>T</a:t>
            </a:r>
            <a:r>
              <a:rPr sz="2550" i="1" spc="-315" dirty="0">
                <a:latin typeface="Times New Roman"/>
                <a:cs typeface="Times New Roman"/>
              </a:rPr>
              <a:t> </a:t>
            </a:r>
            <a:r>
              <a:rPr sz="2550" spc="70" dirty="0">
                <a:latin typeface="Times New Roman"/>
                <a:cs typeface="Times New Roman"/>
              </a:rPr>
              <a:t>(</a:t>
            </a:r>
            <a:r>
              <a:rPr sz="2550" i="1" spc="85" dirty="0">
                <a:latin typeface="Times New Roman"/>
                <a:cs typeface="Times New Roman"/>
              </a:rPr>
              <a:t>n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r>
              <a:rPr sz="2550" spc="-5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155" dirty="0">
                <a:latin typeface="Times New Roman"/>
                <a:cs typeface="Times New Roman"/>
              </a:rPr>
              <a:t> </a:t>
            </a:r>
            <a:r>
              <a:rPr sz="2550" i="1" spc="10" dirty="0">
                <a:latin typeface="Times New Roman"/>
                <a:cs typeface="Times New Roman"/>
              </a:rPr>
              <a:t>T</a:t>
            </a:r>
            <a:r>
              <a:rPr sz="2550" i="1" spc="-315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(</a:t>
            </a:r>
            <a:r>
              <a:rPr sz="2550" spc="-365" dirty="0">
                <a:latin typeface="Times New Roman"/>
                <a:cs typeface="Times New Roman"/>
              </a:rPr>
              <a:t> </a:t>
            </a:r>
            <a:r>
              <a:rPr sz="3825" i="1" spc="15" baseline="34858" dirty="0">
                <a:latin typeface="Times New Roman"/>
                <a:cs typeface="Times New Roman"/>
              </a:rPr>
              <a:t>n</a:t>
            </a:r>
            <a:r>
              <a:rPr sz="3825" i="1" spc="-532" baseline="34858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r>
              <a:rPr sz="2550" spc="-175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</a:t>
            </a:r>
            <a:r>
              <a:rPr sz="2550" spc="-260" dirty="0">
                <a:latin typeface="Times New Roman"/>
                <a:cs typeface="Times New Roman"/>
              </a:rPr>
              <a:t> </a:t>
            </a:r>
            <a:r>
              <a:rPr sz="2550" i="1" spc="10" dirty="0">
                <a:latin typeface="Times New Roman"/>
                <a:cs typeface="Times New Roman"/>
              </a:rPr>
              <a:t>T</a:t>
            </a:r>
            <a:r>
              <a:rPr sz="2550" i="1" spc="-320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(</a:t>
            </a:r>
            <a:r>
              <a:rPr sz="2550" spc="-365" dirty="0">
                <a:latin typeface="Times New Roman"/>
                <a:cs typeface="Times New Roman"/>
              </a:rPr>
              <a:t> </a:t>
            </a:r>
            <a:r>
              <a:rPr sz="3825" i="1" spc="15" baseline="34858" dirty="0">
                <a:latin typeface="Times New Roman"/>
                <a:cs typeface="Times New Roman"/>
              </a:rPr>
              <a:t>n</a:t>
            </a:r>
            <a:r>
              <a:rPr sz="3825" i="1" spc="-525" baseline="34858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r>
              <a:rPr sz="2550" spc="-180" dirty="0">
                <a:latin typeface="Times New Roman"/>
                <a:cs typeface="Times New Roman"/>
              </a:rPr>
              <a:t> </a:t>
            </a:r>
            <a:r>
              <a:rPr sz="2550" spc="-110" dirty="0">
                <a:latin typeface="Symbol"/>
                <a:cs typeface="Symbol"/>
              </a:rPr>
              <a:t></a:t>
            </a:r>
            <a:r>
              <a:rPr sz="2550" i="1" spc="10" dirty="0">
                <a:latin typeface="Times New Roman"/>
                <a:cs typeface="Times New Roman"/>
              </a:rPr>
              <a:t>n</a:t>
            </a:r>
            <a:r>
              <a:rPr sz="2550" i="1" spc="-5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155" dirty="0">
                <a:latin typeface="Times New Roman"/>
                <a:cs typeface="Times New Roman"/>
              </a:rPr>
              <a:t> </a:t>
            </a:r>
            <a:r>
              <a:rPr sz="2550" i="1" spc="85" dirty="0">
                <a:latin typeface="Times New Roman"/>
                <a:cs typeface="Times New Roman"/>
              </a:rPr>
              <a:t>O</a:t>
            </a:r>
            <a:r>
              <a:rPr sz="2550" spc="70" dirty="0">
                <a:latin typeface="Times New Roman"/>
                <a:cs typeface="Times New Roman"/>
              </a:rPr>
              <a:t>(</a:t>
            </a:r>
            <a:r>
              <a:rPr sz="2550" i="1" spc="10" dirty="0">
                <a:latin typeface="Times New Roman"/>
                <a:cs typeface="Times New Roman"/>
              </a:rPr>
              <a:t>n</a:t>
            </a:r>
            <a:r>
              <a:rPr sz="2550" i="1" spc="-325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Times New Roman"/>
                <a:cs typeface="Times New Roman"/>
              </a:rPr>
              <a:t>l</a:t>
            </a:r>
            <a:r>
              <a:rPr sz="2550" spc="50" dirty="0">
                <a:latin typeface="Times New Roman"/>
                <a:cs typeface="Times New Roman"/>
              </a:rPr>
              <a:t>o</a:t>
            </a:r>
            <a:r>
              <a:rPr sz="2550" spc="195" dirty="0">
                <a:latin typeface="Times New Roman"/>
                <a:cs typeface="Times New Roman"/>
              </a:rPr>
              <a:t>g</a:t>
            </a:r>
            <a:r>
              <a:rPr sz="2550" i="1" spc="85" dirty="0">
                <a:latin typeface="Times New Roman"/>
                <a:cs typeface="Times New Roman"/>
              </a:rPr>
              <a:t>n</a:t>
            </a:r>
            <a:r>
              <a:rPr sz="2550" spc="5" dirty="0">
                <a:latin typeface="Times New Roman"/>
                <a:cs typeface="Times New Roman"/>
              </a:rPr>
              <a:t>)  </a:t>
            </a:r>
            <a:r>
              <a:rPr sz="2550" spc="10" dirty="0">
                <a:latin typeface="Times New Roman"/>
                <a:cs typeface="Times New Roman"/>
              </a:rPr>
              <a:t>2	2</a:t>
            </a:r>
            <a:endParaRPr sz="2550">
              <a:latin typeface="Times New Roman"/>
              <a:cs typeface="Times New Roman"/>
            </a:endParaRPr>
          </a:p>
          <a:p>
            <a:pPr marL="76200" marR="360045">
              <a:lnSpc>
                <a:spcPts val="2510"/>
              </a:lnSpc>
              <a:spcBef>
                <a:spcPts val="509"/>
              </a:spcBef>
              <a:tabLst>
                <a:tab pos="5197475" algn="l"/>
              </a:tabLst>
            </a:pPr>
            <a:r>
              <a:rPr sz="2200" dirty="0">
                <a:latin typeface="Times New Roman"/>
                <a:cs typeface="Times New Roman"/>
              </a:rPr>
              <a:t>On the average, the pivot neither divides the array into two parts of the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size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nor one</a:t>
            </a:r>
            <a:r>
              <a:rPr sz="2200" spc="-5" dirty="0">
                <a:latin typeface="Times New Roman"/>
                <a:cs typeface="Times New Roman"/>
              </a:rPr>
              <a:t> empty</a:t>
            </a:r>
            <a:r>
              <a:rPr sz="2200" dirty="0">
                <a:latin typeface="Times New Roman"/>
                <a:cs typeface="Times New Roman"/>
              </a:rPr>
              <a:t> part.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Statistically,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sizes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 parts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 close.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 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average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 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00FF"/>
                </a:solidFill>
                <a:latin typeface="Times New Roman"/>
                <a:cs typeface="Times New Roman"/>
              </a:rPr>
              <a:t>O(nlogn)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.	</a:t>
            </a:r>
            <a:r>
              <a:rPr sz="2200" i="1" dirty="0">
                <a:solidFill>
                  <a:srgbClr val="0000FF"/>
                </a:solidFill>
                <a:latin typeface="Times New Roman"/>
                <a:cs typeface="Times New Roman"/>
              </a:rPr>
              <a:t>See</a:t>
            </a:r>
            <a:r>
              <a:rPr sz="2200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i="1" spc="-20" dirty="0">
                <a:solidFill>
                  <a:srgbClr val="0000FF"/>
                </a:solidFill>
                <a:latin typeface="Times New Roman"/>
                <a:cs typeface="Times New Roman"/>
              </a:rPr>
              <a:t>Merge</a:t>
            </a:r>
            <a:r>
              <a:rPr sz="2200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00FF"/>
                </a:solidFill>
                <a:latin typeface="Times New Roman"/>
                <a:cs typeface="Times New Roman"/>
              </a:rPr>
              <a:t>Sort</a:t>
            </a:r>
            <a:r>
              <a:rPr sz="2200" i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00FF"/>
                </a:solidFill>
                <a:latin typeface="Times New Roman"/>
                <a:cs typeface="Times New Roman"/>
              </a:rPr>
              <a:t>analysis.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4B8450-0038-13C7-1BB4-B16213D3AD83}"/>
              </a:ext>
            </a:extLst>
          </p:cNvPr>
          <p:cNvGrpSpPr/>
          <p:nvPr/>
        </p:nvGrpSpPr>
        <p:grpSpPr>
          <a:xfrm>
            <a:off x="2230370" y="4742181"/>
            <a:ext cx="446400" cy="268200"/>
            <a:chOff x="2230370" y="4742181"/>
            <a:chExt cx="44640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A3D34F5-C5DE-A14C-B680-4DE91208A1D5}"/>
                    </a:ext>
                  </a:extLst>
                </p14:cNvPr>
                <p14:cNvContentPartPr/>
                <p14:nvPr/>
              </p14:nvContentPartPr>
              <p14:xfrm>
                <a:off x="2230370" y="4766661"/>
                <a:ext cx="287640" cy="243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A3D34F5-C5DE-A14C-B680-4DE91208A1D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24250" y="4760541"/>
                  <a:ext cx="299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5437331-DDC4-A636-422F-140ABE9B3E69}"/>
                    </a:ext>
                  </a:extLst>
                </p14:cNvPr>
                <p14:cNvContentPartPr/>
                <p14:nvPr/>
              </p14:nvContentPartPr>
              <p14:xfrm>
                <a:off x="2361410" y="4742181"/>
                <a:ext cx="315360" cy="190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5437331-DDC4-A636-422F-140ABE9B3E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5290" y="4736061"/>
                  <a:ext cx="32760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1FB5B64-8BEE-5378-0568-9CB5F3B970FB}"/>
                  </a:ext>
                </a:extLst>
              </p14:cNvPr>
              <p14:cNvContentPartPr/>
              <p14:nvPr/>
            </p14:nvContentPartPr>
            <p14:xfrm>
              <a:off x="3968810" y="3986901"/>
              <a:ext cx="343080" cy="676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1FB5B64-8BEE-5378-0568-9CB5F3B970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2690" y="3980781"/>
                <a:ext cx="355320" cy="68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6B7C662-DE92-F3C3-6DD5-77A40A34E93F}"/>
              </a:ext>
            </a:extLst>
          </p:cNvPr>
          <p:cNvGrpSpPr/>
          <p:nvPr/>
        </p:nvGrpSpPr>
        <p:grpSpPr>
          <a:xfrm>
            <a:off x="5937650" y="4163301"/>
            <a:ext cx="1312200" cy="781560"/>
            <a:chOff x="5937650" y="4163301"/>
            <a:chExt cx="1312200" cy="78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26A132-DA2E-4817-A510-C0A09342765C}"/>
                    </a:ext>
                  </a:extLst>
                </p14:cNvPr>
                <p14:cNvContentPartPr/>
                <p14:nvPr/>
              </p14:nvContentPartPr>
              <p14:xfrm>
                <a:off x="5937650" y="4163301"/>
                <a:ext cx="867600" cy="657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26A132-DA2E-4817-A510-C0A0934276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31530" y="4157181"/>
                  <a:ext cx="87984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B255EA-D357-0005-5AB3-4FFE55DCE996}"/>
                    </a:ext>
                  </a:extLst>
                </p14:cNvPr>
                <p14:cNvContentPartPr/>
                <p14:nvPr/>
              </p14:nvContentPartPr>
              <p14:xfrm>
                <a:off x="6247610" y="4184901"/>
                <a:ext cx="1002240" cy="75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B255EA-D357-0005-5AB3-4FFE55DCE9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41490" y="4178781"/>
                  <a:ext cx="1014480" cy="77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A9BF53-D8FB-3EFC-8A6D-9FEB7DD67B89}"/>
                  </a:ext>
                </a:extLst>
              </p14:cNvPr>
              <p14:cNvContentPartPr/>
              <p14:nvPr/>
            </p14:nvContentPartPr>
            <p14:xfrm>
              <a:off x="5803370" y="5959701"/>
              <a:ext cx="1154880" cy="303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A9BF53-D8FB-3EFC-8A6D-9FEB7DD67B8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97250" y="5953581"/>
                <a:ext cx="1167120" cy="31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2756E608-2D60-FF06-0AF1-B132B73B9B31}"/>
              </a:ext>
            </a:extLst>
          </p:cNvPr>
          <p:cNvGrpSpPr/>
          <p:nvPr/>
        </p:nvGrpSpPr>
        <p:grpSpPr>
          <a:xfrm>
            <a:off x="6631370" y="2059821"/>
            <a:ext cx="1127160" cy="682920"/>
            <a:chOff x="6631370" y="2059821"/>
            <a:chExt cx="1127160" cy="68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F5A3AF-C2D4-CFA2-B058-F26DC5274608}"/>
                    </a:ext>
                  </a:extLst>
                </p14:cNvPr>
                <p14:cNvContentPartPr/>
                <p14:nvPr/>
              </p14:nvContentPartPr>
              <p14:xfrm>
                <a:off x="6631370" y="2263221"/>
                <a:ext cx="594000" cy="479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F5A3AF-C2D4-CFA2-B058-F26DC52746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25250" y="2257101"/>
                  <a:ext cx="6062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1AB24C8-4E82-DE03-C53A-FB08665B22DC}"/>
                    </a:ext>
                  </a:extLst>
                </p14:cNvPr>
                <p14:cNvContentPartPr/>
                <p14:nvPr/>
              </p14:nvContentPartPr>
              <p14:xfrm>
                <a:off x="6744410" y="2059821"/>
                <a:ext cx="1014120" cy="586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1AB24C8-4E82-DE03-C53A-FB08665B22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38290" y="2053701"/>
                  <a:ext cx="1026360" cy="599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7545" y="268478"/>
            <a:ext cx="3707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Bucket</a:t>
            </a:r>
            <a:r>
              <a:rPr spc="-50" dirty="0"/>
              <a:t> </a:t>
            </a:r>
            <a:r>
              <a:rPr dirty="0"/>
              <a:t>(Radix)</a:t>
            </a:r>
            <a:r>
              <a:rPr spc="-45" dirty="0"/>
              <a:t> </a:t>
            </a:r>
            <a:r>
              <a:rPr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302" y="1073658"/>
            <a:ext cx="8427085" cy="354647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29845">
              <a:lnSpc>
                <a:spcPts val="2510"/>
              </a:lnSpc>
              <a:spcBef>
                <a:spcPts val="290"/>
              </a:spcBef>
            </a:pPr>
            <a:r>
              <a:rPr sz="2200" dirty="0">
                <a:latin typeface="Times New Roman"/>
                <a:cs typeface="Times New Roman"/>
              </a:rPr>
              <a:t>Simple and advanced sorting algorithms work for any types of keys (e.g.,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integers, strings, and any comparable objects). These algorithms sort the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comparing</a:t>
            </a:r>
            <a:r>
              <a:rPr sz="2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their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keys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lower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bound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these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algorithms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O(nlogn). </a:t>
            </a:r>
            <a:r>
              <a:rPr sz="2200" dirty="0">
                <a:latin typeface="Times New Roman"/>
                <a:cs typeface="Times New Roman"/>
              </a:rPr>
              <a:t>So, no sorting algorithms based on comparisons can perform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better than </a:t>
            </a:r>
            <a:r>
              <a:rPr sz="2200" i="1" dirty="0">
                <a:latin typeface="Times New Roman"/>
                <a:cs typeface="Times New Roman"/>
              </a:rPr>
              <a:t>O(nlogn)</a:t>
            </a:r>
            <a:r>
              <a:rPr sz="2200" dirty="0">
                <a:latin typeface="Times New Roman"/>
                <a:cs typeface="Times New Roman"/>
              </a:rPr>
              <a:t>. </a:t>
            </a:r>
            <a:r>
              <a:rPr sz="2200" spc="-15" dirty="0">
                <a:latin typeface="Times New Roman"/>
                <a:cs typeface="Times New Roman"/>
              </a:rPr>
              <a:t>However,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if the keys are small integers, we can use </a:t>
            </a:r>
            <a:r>
              <a:rPr sz="22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bucket</a:t>
            </a:r>
            <a:r>
              <a:rPr sz="22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sort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without</a:t>
            </a:r>
            <a:r>
              <a:rPr sz="22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having</a:t>
            </a:r>
            <a:r>
              <a:rPr sz="22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to compare</a:t>
            </a:r>
            <a:r>
              <a:rPr sz="2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2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keys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Bucket (Radix) sorting works as follows. Assume the keys are in the range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200" dirty="0">
                <a:latin typeface="Times New Roman"/>
                <a:cs typeface="Times New Roman"/>
              </a:rPr>
              <a:t> to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N-1</a:t>
            </a:r>
            <a:r>
              <a:rPr sz="2200" spc="-5" dirty="0">
                <a:latin typeface="Times New Roman"/>
                <a:cs typeface="Times New Roman"/>
              </a:rPr>
              <a:t>. </a:t>
            </a:r>
            <a:r>
              <a:rPr sz="2200" spc="-90" dirty="0">
                <a:latin typeface="Times New Roman"/>
                <a:cs typeface="Times New Roman"/>
              </a:rPr>
              <a:t>We </a:t>
            </a:r>
            <a:r>
              <a:rPr sz="2200" dirty="0">
                <a:latin typeface="Times New Roman"/>
                <a:cs typeface="Times New Roman"/>
              </a:rPr>
              <a:t>need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 buckets labeled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200" dirty="0">
                <a:latin typeface="Times New Roman"/>
                <a:cs typeface="Times New Roman"/>
              </a:rPr>
              <a:t>,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200" dirty="0">
                <a:latin typeface="Times New Roman"/>
                <a:cs typeface="Times New Roman"/>
              </a:rPr>
              <a:t>, ..., and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N-1</a:t>
            </a:r>
            <a:r>
              <a:rPr sz="2200" spc="-5" dirty="0">
                <a:latin typeface="Times New Roman"/>
                <a:cs typeface="Times New Roman"/>
              </a:rPr>
              <a:t>. </a:t>
            </a:r>
            <a:r>
              <a:rPr sz="2200" dirty="0">
                <a:latin typeface="Times New Roman"/>
                <a:cs typeface="Times New Roman"/>
              </a:rPr>
              <a:t>If an </a:t>
            </a:r>
            <a:r>
              <a:rPr sz="2200" spc="-15" dirty="0">
                <a:latin typeface="Times New Roman"/>
                <a:cs typeface="Times New Roman"/>
              </a:rPr>
              <a:t>element’s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key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element</a:t>
            </a:r>
            <a:r>
              <a:rPr sz="2200" dirty="0">
                <a:latin typeface="Times New Roman"/>
                <a:cs typeface="Times New Roman"/>
              </a:rPr>
              <a:t> is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put into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bucket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bucket holds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 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value.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031" y="4951904"/>
            <a:ext cx="7554296" cy="10931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25E0B1E-5C27-1242-A672-6BBC96134B1D}"/>
                  </a:ext>
                </a:extLst>
              </p14:cNvPr>
              <p14:cNvContentPartPr/>
              <p14:nvPr/>
            </p14:nvContentPartPr>
            <p14:xfrm>
              <a:off x="5616890" y="1372221"/>
              <a:ext cx="2339280" cy="133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25E0B1E-5C27-1242-A672-6BBC96134B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0770" y="1366101"/>
                <a:ext cx="23515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053C5D2-F131-442A-6321-18909776F2A9}"/>
                  </a:ext>
                </a:extLst>
              </p14:cNvPr>
              <p14:cNvContentPartPr/>
              <p14:nvPr/>
            </p14:nvContentPartPr>
            <p14:xfrm>
              <a:off x="6222770" y="1669581"/>
              <a:ext cx="1806120" cy="203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053C5D2-F131-442A-6321-18909776F2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16650" y="1663461"/>
                <a:ext cx="18183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1054742-F0E4-1887-8435-1AD04CA3990E}"/>
                  </a:ext>
                </a:extLst>
              </p14:cNvPr>
              <p14:cNvContentPartPr/>
              <p14:nvPr/>
            </p14:nvContentPartPr>
            <p14:xfrm>
              <a:off x="5383610" y="2020941"/>
              <a:ext cx="3292200" cy="160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1054742-F0E4-1887-8435-1AD04CA399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77490" y="2014821"/>
                <a:ext cx="330444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0665E19-6FAA-5F4A-592B-75EB0EE1F5B0}"/>
              </a:ext>
            </a:extLst>
          </p:cNvPr>
          <p:cNvGrpSpPr/>
          <p:nvPr/>
        </p:nvGrpSpPr>
        <p:grpSpPr>
          <a:xfrm>
            <a:off x="-108550" y="1984221"/>
            <a:ext cx="788400" cy="485280"/>
            <a:chOff x="-108550" y="1984221"/>
            <a:chExt cx="78840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0936D3A-C99D-4D59-BDA0-00C9EB5EE1F3}"/>
                    </a:ext>
                  </a:extLst>
                </p14:cNvPr>
                <p14:cNvContentPartPr/>
                <p14:nvPr/>
              </p14:nvContentPartPr>
              <p14:xfrm>
                <a:off x="-108550" y="1984221"/>
                <a:ext cx="788400" cy="485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0936D3A-C99D-4D59-BDA0-00C9EB5EE1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-114670" y="1978101"/>
                  <a:ext cx="80064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141F3D-E2C3-36D3-E4EE-FB43E09998C0}"/>
                    </a:ext>
                  </a:extLst>
                </p14:cNvPr>
                <p14:cNvContentPartPr/>
                <p14:nvPr/>
              </p14:nvContentPartPr>
              <p14:xfrm>
                <a:off x="256490" y="2406501"/>
                <a:ext cx="206280" cy="1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141F3D-E2C3-36D3-E4EE-FB43E09998C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0370" y="2400381"/>
                  <a:ext cx="21852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3CA8B94-E8FE-AAD9-C342-8E70F4243313}"/>
                  </a:ext>
                </a:extLst>
              </p14:cNvPr>
              <p14:cNvContentPartPr/>
              <p14:nvPr/>
            </p14:nvContentPartPr>
            <p14:xfrm>
              <a:off x="4746050" y="2294901"/>
              <a:ext cx="3311280" cy="130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3CA8B94-E8FE-AAD9-C342-8E70F424331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39930" y="2288781"/>
                <a:ext cx="33235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10A676E-8AD2-3B11-63E0-C8E792884A6F}"/>
                  </a:ext>
                </a:extLst>
              </p14:cNvPr>
              <p14:cNvContentPartPr/>
              <p14:nvPr/>
            </p14:nvContentPartPr>
            <p14:xfrm>
              <a:off x="1368170" y="2697021"/>
              <a:ext cx="1169280" cy="99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10A676E-8AD2-3B11-63E0-C8E792884A6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62050" y="2690901"/>
                <a:ext cx="118152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28037D00-1500-8022-E2C1-DCADF87E3EC8}"/>
              </a:ext>
            </a:extLst>
          </p:cNvPr>
          <p:cNvGrpSpPr/>
          <p:nvPr/>
        </p:nvGrpSpPr>
        <p:grpSpPr>
          <a:xfrm>
            <a:off x="4527170" y="2630421"/>
            <a:ext cx="2468880" cy="496800"/>
            <a:chOff x="4527170" y="2630421"/>
            <a:chExt cx="2468880" cy="49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AF59EB-F5D1-55A1-50CB-5AE720A63589}"/>
                    </a:ext>
                  </a:extLst>
                </p14:cNvPr>
                <p14:cNvContentPartPr/>
                <p14:nvPr/>
              </p14:nvContentPartPr>
              <p14:xfrm>
                <a:off x="4527170" y="2630421"/>
                <a:ext cx="2468880" cy="247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AF59EB-F5D1-55A1-50CB-5AE720A6358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21050" y="2624301"/>
                  <a:ext cx="2481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63D596-AFB3-44C8-3FC5-B573953A8FE5}"/>
                    </a:ext>
                  </a:extLst>
                </p14:cNvPr>
                <p14:cNvContentPartPr/>
                <p14:nvPr/>
              </p14:nvContentPartPr>
              <p14:xfrm>
                <a:off x="5805170" y="2873781"/>
                <a:ext cx="478080" cy="253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63D596-AFB3-44C8-3FC5-B573953A8FE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99050" y="2867661"/>
                  <a:ext cx="4903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CA95C8-2654-869D-FF54-060E79A7DC61}"/>
                    </a:ext>
                  </a:extLst>
                </p14:cNvPr>
                <p14:cNvContentPartPr/>
                <p14:nvPr/>
              </p14:nvContentPartPr>
              <p14:xfrm>
                <a:off x="6012530" y="2927781"/>
                <a:ext cx="270720" cy="118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CA95C8-2654-869D-FF54-060E79A7DC6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06410" y="2921661"/>
                  <a:ext cx="282960" cy="130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308102" y="1073658"/>
            <a:ext cx="8440420" cy="522668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648970">
              <a:lnSpc>
                <a:spcPts val="2510"/>
              </a:lnSpc>
              <a:spcBef>
                <a:spcPts val="290"/>
              </a:spcBef>
            </a:pPr>
            <a:r>
              <a:rPr sz="2200" dirty="0">
                <a:latin typeface="Times New Roman"/>
                <a:cs typeface="Times New Roman"/>
              </a:rPr>
              <a:t>Radix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5" dirty="0">
                <a:latin typeface="Times New Roman"/>
                <a:cs typeface="Times New Roman"/>
              </a:rPr>
              <a:t> efficient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issue.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requires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extra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space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proportional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 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size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(array).</a:t>
            </a:r>
            <a:endParaRPr sz="2200">
              <a:latin typeface="Times New Roman"/>
              <a:cs typeface="Times New Roman"/>
            </a:endParaRPr>
          </a:p>
          <a:p>
            <a:pPr marL="12700" marR="83820">
              <a:lnSpc>
                <a:spcPts val="2510"/>
              </a:lnSpc>
              <a:spcBef>
                <a:spcPts val="1140"/>
              </a:spcBef>
            </a:pPr>
            <a:r>
              <a:rPr sz="2200" dirty="0">
                <a:latin typeface="Times New Roman"/>
                <a:cs typeface="Times New Roman"/>
              </a:rPr>
              <a:t>Radix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complexity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0000FF"/>
                </a:solidFill>
                <a:latin typeface="Times New Roman"/>
                <a:cs typeface="Times New Roman"/>
              </a:rPr>
              <a:t>O(k*n) </a:t>
            </a:r>
            <a:r>
              <a:rPr sz="2200" dirty="0">
                <a:latin typeface="Times New Roman"/>
                <a:cs typeface="Times New Roman"/>
              </a:rPr>
              <a:t>where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k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 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maximum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 the </a:t>
            </a:r>
            <a:r>
              <a:rPr sz="2200" spc="-10" dirty="0">
                <a:latin typeface="Times New Roman"/>
                <a:cs typeface="Times New Roman"/>
              </a:rPr>
              <a:t>largest </a:t>
            </a:r>
            <a:r>
              <a:rPr sz="2200" dirty="0">
                <a:latin typeface="Times New Roman"/>
                <a:cs typeface="Times New Roman"/>
              </a:rPr>
              <a:t>data element; and </a:t>
            </a:r>
            <a:r>
              <a:rPr sz="2200" i="1" dirty="0">
                <a:latin typeface="Times New Roman"/>
                <a:cs typeface="Times New Roman"/>
              </a:rPr>
              <a:t>n </a:t>
            </a:r>
            <a:r>
              <a:rPr sz="2200" dirty="0">
                <a:latin typeface="Times New Roman"/>
                <a:cs typeface="Times New Roman"/>
              </a:rPr>
              <a:t>is the size of the data set. That is, </a:t>
            </a:r>
            <a:r>
              <a:rPr sz="2200" i="1" dirty="0">
                <a:solidFill>
                  <a:srgbClr val="0000FF"/>
                </a:solidFill>
                <a:latin typeface="Times New Roman"/>
                <a:cs typeface="Times New Roman"/>
              </a:rPr>
              <a:t>O(n) </a:t>
            </a:r>
            <a:r>
              <a:rPr sz="220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linear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growth.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spcBef>
                <a:spcPts val="1135"/>
              </a:spcBef>
            </a:pPr>
            <a:r>
              <a:rPr sz="2200" dirty="0">
                <a:latin typeface="Times New Roman"/>
                <a:cs typeface="Times New Roman"/>
              </a:rPr>
              <a:t>Radix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implemented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using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stacks</a:t>
            </a:r>
            <a:r>
              <a:rPr sz="22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(buckets),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 </a:t>
            </a:r>
            <a:r>
              <a:rPr sz="2200" spc="-5" dirty="0">
                <a:latin typeface="Times New Roman"/>
                <a:cs typeface="Times New Roman"/>
              </a:rPr>
              <a:t>stacks,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(S0 to S9).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Algorithm:</a:t>
            </a:r>
            <a:endParaRPr sz="2200">
              <a:latin typeface="Times New Roman"/>
              <a:cs typeface="Times New Roman"/>
            </a:endParaRPr>
          </a:p>
          <a:p>
            <a:pPr marL="245745" indent="-233679">
              <a:lnSpc>
                <a:spcPts val="2575"/>
              </a:lnSpc>
              <a:spcBef>
                <a:spcPts val="1005"/>
              </a:spcBef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scan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input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list</a:t>
            </a:r>
            <a:r>
              <a:rPr sz="22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right</a:t>
            </a:r>
            <a:r>
              <a:rPr sz="2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left.</a:t>
            </a:r>
            <a:endParaRPr sz="2200">
              <a:latin typeface="Times New Roman"/>
              <a:cs typeface="Times New Roman"/>
            </a:endParaRPr>
          </a:p>
          <a:p>
            <a:pPr marL="221615" marR="736600" indent="-209550">
              <a:lnSpc>
                <a:spcPts val="2510"/>
              </a:lnSpc>
              <a:spcBef>
                <a:spcPts val="130"/>
              </a:spcBef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drop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(push)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stacks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correspond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being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considered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during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 phase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process.</a:t>
            </a:r>
            <a:endParaRPr sz="2200">
              <a:latin typeface="Times New Roman"/>
              <a:cs typeface="Times New Roman"/>
            </a:endParaRPr>
          </a:p>
          <a:p>
            <a:pPr marL="245745" indent="-233679">
              <a:lnSpc>
                <a:spcPts val="2380"/>
              </a:lnSpc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empty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(pop)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stacks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from</a:t>
            </a:r>
            <a:r>
              <a:rPr sz="22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S0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to S9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back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list.</a:t>
            </a:r>
            <a:endParaRPr sz="2200">
              <a:latin typeface="Times New Roman"/>
              <a:cs typeface="Times New Roman"/>
            </a:endParaRPr>
          </a:p>
          <a:p>
            <a:pPr marL="245745" indent="-233679">
              <a:lnSpc>
                <a:spcPts val="2575"/>
              </a:lnSpc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repeat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k</a:t>
            </a:r>
            <a:r>
              <a:rPr sz="2200" i="1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This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requires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method</a:t>
            </a:r>
            <a:r>
              <a:rPr sz="22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extract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digits</a:t>
            </a:r>
            <a:r>
              <a:rPr sz="22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from numbers.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7495" y="268478"/>
            <a:ext cx="4508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Radix</a:t>
            </a:r>
            <a:r>
              <a:rPr spc="-20" dirty="0"/>
              <a:t> </a:t>
            </a:r>
            <a:r>
              <a:rPr dirty="0"/>
              <a:t>Sort</a:t>
            </a:r>
            <a:r>
              <a:rPr spc="-15" dirty="0"/>
              <a:t> </a:t>
            </a:r>
            <a:r>
              <a:rPr spc="-5" dirty="0"/>
              <a:t>Using</a:t>
            </a:r>
            <a:r>
              <a:rPr spc="-15" dirty="0"/>
              <a:t> </a:t>
            </a:r>
            <a:r>
              <a:rPr spc="-5" dirty="0"/>
              <a:t>Stacks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0411AB5-6B47-F6E6-C5EB-CA8B0066C7D6}"/>
              </a:ext>
            </a:extLst>
          </p:cNvPr>
          <p:cNvGrpSpPr/>
          <p:nvPr/>
        </p:nvGrpSpPr>
        <p:grpSpPr>
          <a:xfrm>
            <a:off x="3528530" y="1672821"/>
            <a:ext cx="429840" cy="261000"/>
            <a:chOff x="3528530" y="1672821"/>
            <a:chExt cx="42984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5C212B9-AEC3-7311-E2E7-2B7D0455994A}"/>
                    </a:ext>
                  </a:extLst>
                </p14:cNvPr>
                <p14:cNvContentPartPr/>
                <p14:nvPr/>
              </p14:nvContentPartPr>
              <p14:xfrm>
                <a:off x="3528530" y="1672821"/>
                <a:ext cx="293040" cy="223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5C212B9-AEC3-7311-E2E7-2B7D045599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22410" y="1666701"/>
                  <a:ext cx="305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9BD01F-B666-5E09-6681-19B31E6FDF5D}"/>
                    </a:ext>
                  </a:extLst>
                </p14:cNvPr>
                <p14:cNvContentPartPr/>
                <p14:nvPr/>
              </p14:nvContentPartPr>
              <p14:xfrm>
                <a:off x="3720410" y="1807821"/>
                <a:ext cx="237960" cy="126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9BD01F-B666-5E09-6681-19B31E6FDF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14290" y="1801701"/>
                  <a:ext cx="25020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18D524-0C3C-7DFB-6B5D-4A1EB65C836D}"/>
              </a:ext>
            </a:extLst>
          </p:cNvPr>
          <p:cNvGrpSpPr/>
          <p:nvPr/>
        </p:nvGrpSpPr>
        <p:grpSpPr>
          <a:xfrm>
            <a:off x="2562290" y="2536101"/>
            <a:ext cx="4453200" cy="179640"/>
            <a:chOff x="2562290" y="2536101"/>
            <a:chExt cx="445320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3AD3EDD-08DF-9002-60AB-948409473774}"/>
                    </a:ext>
                  </a:extLst>
                </p14:cNvPr>
                <p14:cNvContentPartPr/>
                <p14:nvPr/>
              </p14:nvContentPartPr>
              <p14:xfrm>
                <a:off x="2562290" y="2536101"/>
                <a:ext cx="1278360" cy="71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3AD3EDD-08DF-9002-60AB-94840947377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56170" y="2529981"/>
                  <a:ext cx="1290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4D935F-6C87-DAA2-656A-F19B59006AF7}"/>
                    </a:ext>
                  </a:extLst>
                </p14:cNvPr>
                <p14:cNvContentPartPr/>
                <p14:nvPr/>
              </p14:nvContentPartPr>
              <p14:xfrm>
                <a:off x="4707530" y="2597301"/>
                <a:ext cx="2307960" cy="118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4D935F-6C87-DAA2-656A-F19B59006A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01410" y="2591181"/>
                  <a:ext cx="232020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CDC5414-8367-7DC1-DC1B-78D41EB15ECD}"/>
                  </a:ext>
                </a:extLst>
              </p14:cNvPr>
              <p14:cNvContentPartPr/>
              <p14:nvPr/>
            </p14:nvContentPartPr>
            <p14:xfrm>
              <a:off x="8120690" y="2228661"/>
              <a:ext cx="968040" cy="649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CDC5414-8367-7DC1-DC1B-78D41EB15E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14570" y="2222541"/>
                <a:ext cx="980280" cy="6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CB9A13D-1753-CA09-9EEA-9CC422A6DD0E}"/>
                  </a:ext>
                </a:extLst>
              </p14:cNvPr>
              <p14:cNvContentPartPr/>
              <p14:nvPr/>
            </p14:nvContentPartPr>
            <p14:xfrm>
              <a:off x="3242330" y="3255021"/>
              <a:ext cx="1764000" cy="199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CB9A13D-1753-CA09-9EEA-9CC422A6DD0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36210" y="3248901"/>
                <a:ext cx="17762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FAC3925-FEFF-F4CF-2508-FAD2B3E85E8D}"/>
                  </a:ext>
                </a:extLst>
              </p14:cNvPr>
              <p14:cNvContentPartPr/>
              <p14:nvPr/>
            </p14:nvContentPartPr>
            <p14:xfrm>
              <a:off x="7148330" y="3399021"/>
              <a:ext cx="1827360" cy="120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FAC3925-FEFF-F4CF-2508-FAD2B3E85E8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42210" y="3392901"/>
                <a:ext cx="18396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CD6BBC4-DCF9-492D-109E-9F3167E70D78}"/>
                  </a:ext>
                </a:extLst>
              </p14:cNvPr>
              <p14:cNvContentPartPr/>
              <p14:nvPr/>
            </p14:nvContentPartPr>
            <p14:xfrm>
              <a:off x="4800410" y="3825621"/>
              <a:ext cx="708480" cy="5072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CD6BBC4-DCF9-492D-109E-9F3167E70D7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94290" y="3819501"/>
                <a:ext cx="72072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5B4B6B7-7966-6AD9-5779-5BAAE761A7E9}"/>
                  </a:ext>
                </a:extLst>
              </p14:cNvPr>
              <p14:cNvContentPartPr/>
              <p14:nvPr/>
            </p14:nvContentPartPr>
            <p14:xfrm>
              <a:off x="3282650" y="4751181"/>
              <a:ext cx="4116960" cy="1566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5B4B6B7-7966-6AD9-5779-5BAAE761A7E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76530" y="4745061"/>
                <a:ext cx="41292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2A75A43-D0FF-2695-82DA-2B33FBA27D3F}"/>
                  </a:ext>
                </a:extLst>
              </p14:cNvPr>
              <p14:cNvContentPartPr/>
              <p14:nvPr/>
            </p14:nvContentPartPr>
            <p14:xfrm>
              <a:off x="1495970" y="5338701"/>
              <a:ext cx="3922560" cy="263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A75A43-D0FF-2695-82DA-2B33FBA27D3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89850" y="5332581"/>
                <a:ext cx="3934800" cy="27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561" y="268478"/>
            <a:ext cx="6501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-20" dirty="0"/>
              <a:t> </a:t>
            </a:r>
            <a:r>
              <a:rPr dirty="0"/>
              <a:t>Radix</a:t>
            </a:r>
            <a:r>
              <a:rPr spc="-15" dirty="0"/>
              <a:t> </a:t>
            </a:r>
            <a:r>
              <a:rPr dirty="0"/>
              <a:t>Sort</a:t>
            </a:r>
            <a:r>
              <a:rPr spc="-15" dirty="0"/>
              <a:t> </a:t>
            </a:r>
            <a:r>
              <a:rPr dirty="0">
                <a:solidFill>
                  <a:srgbClr val="0000FF"/>
                </a:solidFill>
              </a:rPr>
              <a:t>(using</a:t>
            </a:r>
            <a:r>
              <a:rPr spc="-15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stacks)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501" y="937259"/>
            <a:ext cx="8185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Phase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5" dirty="0">
                <a:latin typeface="Times New Roman"/>
                <a:cs typeface="Times New Roman"/>
              </a:rPr>
              <a:t> (1st </a:t>
            </a:r>
            <a:r>
              <a:rPr sz="2400" dirty="0">
                <a:latin typeface="Times New Roman"/>
                <a:cs typeface="Times New Roman"/>
              </a:rPr>
              <a:t>digit):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331, 454,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230,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34,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343,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45, 59,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453,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345,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231,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501" y="2537459"/>
            <a:ext cx="8286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Phase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(2nd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digit):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230,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331,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231,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343,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453,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454,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34,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45,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345,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59,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501" y="4366514"/>
            <a:ext cx="8235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Phase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(3rd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digit):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9,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230,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331,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231,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34,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343,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45,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345,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453,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454,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501" y="6119367"/>
            <a:ext cx="73221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Sorted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List: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9,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34,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45,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59,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230,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231,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331,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343,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345,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453,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454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595" y="1499718"/>
            <a:ext cx="8125838" cy="8501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441" y="3097440"/>
            <a:ext cx="7869115" cy="11307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4895850"/>
            <a:ext cx="7899400" cy="117475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18A448A-8BBA-837C-302A-A78C1C17274E}"/>
                  </a:ext>
                </a:extLst>
              </p14:cNvPr>
              <p14:cNvContentPartPr/>
              <p14:nvPr/>
            </p14:nvContentPartPr>
            <p14:xfrm>
              <a:off x="2782970" y="1295541"/>
              <a:ext cx="5679000" cy="183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18A448A-8BBA-837C-302A-A78C1C1727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76850" y="1289421"/>
                <a:ext cx="569124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713792D-8AA8-9FAA-4DE1-E5C10C582E29}"/>
              </a:ext>
            </a:extLst>
          </p:cNvPr>
          <p:cNvGrpSpPr/>
          <p:nvPr/>
        </p:nvGrpSpPr>
        <p:grpSpPr>
          <a:xfrm>
            <a:off x="8310410" y="733581"/>
            <a:ext cx="644760" cy="439200"/>
            <a:chOff x="8310410" y="733581"/>
            <a:chExt cx="64476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93047E-D26B-C982-C641-0D310DC71044}"/>
                    </a:ext>
                  </a:extLst>
                </p14:cNvPr>
                <p14:cNvContentPartPr/>
                <p14:nvPr/>
              </p14:nvContentPartPr>
              <p14:xfrm>
                <a:off x="8310410" y="868221"/>
                <a:ext cx="144360" cy="12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93047E-D26B-C982-C641-0D310DC7104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04290" y="862101"/>
                  <a:ext cx="156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9F076D1-9ED1-863B-186E-1C25847C9D33}"/>
                    </a:ext>
                  </a:extLst>
                </p14:cNvPr>
                <p14:cNvContentPartPr/>
                <p14:nvPr/>
              </p14:nvContentPartPr>
              <p14:xfrm>
                <a:off x="8502290" y="859941"/>
                <a:ext cx="133560" cy="83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9F076D1-9ED1-863B-186E-1C25847C9D3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96170" y="853821"/>
                  <a:ext cx="145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B9274A-06D1-BD99-916A-5A0787F3D4B2}"/>
                    </a:ext>
                  </a:extLst>
                </p14:cNvPr>
                <p14:cNvContentPartPr/>
                <p14:nvPr/>
              </p14:nvContentPartPr>
              <p14:xfrm>
                <a:off x="8694890" y="807021"/>
                <a:ext cx="140400" cy="365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B9274A-06D1-BD99-916A-5A0787F3D4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88770" y="800901"/>
                  <a:ext cx="1526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2ADF5B-9CC5-4EE6-5F8A-1E5BD188B78E}"/>
                    </a:ext>
                  </a:extLst>
                </p14:cNvPr>
                <p14:cNvContentPartPr/>
                <p14:nvPr/>
              </p14:nvContentPartPr>
              <p14:xfrm>
                <a:off x="8640530" y="733581"/>
                <a:ext cx="314640" cy="400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2ADF5B-9CC5-4EE6-5F8A-1E5BD188B7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34410" y="727461"/>
                  <a:ext cx="326880" cy="41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25CA59-CC60-BED2-9187-AE24C3767AB6}"/>
              </a:ext>
            </a:extLst>
          </p:cNvPr>
          <p:cNvGrpSpPr/>
          <p:nvPr/>
        </p:nvGrpSpPr>
        <p:grpSpPr>
          <a:xfrm>
            <a:off x="8543690" y="1879821"/>
            <a:ext cx="207720" cy="125280"/>
            <a:chOff x="8543690" y="1879821"/>
            <a:chExt cx="207720" cy="1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BE93F6-3888-2660-0911-1952C757F563}"/>
                    </a:ext>
                  </a:extLst>
                </p14:cNvPr>
                <p14:cNvContentPartPr/>
                <p14:nvPr/>
              </p14:nvContentPartPr>
              <p14:xfrm>
                <a:off x="8543690" y="1879821"/>
                <a:ext cx="153000" cy="125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BE93F6-3888-2660-0911-1952C757F56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37570" y="1873701"/>
                  <a:ext cx="165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B71184-8933-CA8F-EE30-CF7232C7C30C}"/>
                    </a:ext>
                  </a:extLst>
                </p14:cNvPr>
                <p14:cNvContentPartPr/>
                <p14:nvPr/>
              </p14:nvContentPartPr>
              <p14:xfrm>
                <a:off x="8648090" y="1895301"/>
                <a:ext cx="103320" cy="93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CB71184-8933-CA8F-EE30-CF7232C7C30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41970" y="1889181"/>
                  <a:ext cx="11556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81A4BC5-0DCF-AE79-755C-DB1D779C60E3}"/>
              </a:ext>
            </a:extLst>
          </p:cNvPr>
          <p:cNvGrpSpPr/>
          <p:nvPr/>
        </p:nvGrpSpPr>
        <p:grpSpPr>
          <a:xfrm>
            <a:off x="8196290" y="1820061"/>
            <a:ext cx="239400" cy="89280"/>
            <a:chOff x="8196290" y="1820061"/>
            <a:chExt cx="239400" cy="8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6EAEED3-58C9-98D4-175A-2A5F9227FA90}"/>
                    </a:ext>
                  </a:extLst>
                </p14:cNvPr>
                <p14:cNvContentPartPr/>
                <p14:nvPr/>
              </p14:nvContentPartPr>
              <p14:xfrm>
                <a:off x="8196290" y="1829781"/>
                <a:ext cx="89280" cy="76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6EAEED3-58C9-98D4-175A-2A5F9227FA9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90170" y="1823661"/>
                  <a:ext cx="101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1C7CBD-EEF1-B29E-BDD3-3355164B7F2E}"/>
                    </a:ext>
                  </a:extLst>
                </p14:cNvPr>
                <p14:cNvContentPartPr/>
                <p14:nvPr/>
              </p14:nvContentPartPr>
              <p14:xfrm>
                <a:off x="8353250" y="1820061"/>
                <a:ext cx="82440" cy="89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1C7CBD-EEF1-B29E-BDD3-3355164B7F2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347130" y="1813941"/>
                  <a:ext cx="94680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C5C8A97-3898-3D6E-BF72-6476BCE735F4}"/>
                  </a:ext>
                </a:extLst>
              </p14:cNvPr>
              <p14:cNvContentPartPr/>
              <p14:nvPr/>
            </p14:nvContentPartPr>
            <p14:xfrm>
              <a:off x="6102890" y="1074501"/>
              <a:ext cx="70920" cy="112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C5C8A97-3898-3D6E-BF72-6476BCE735F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96770" y="1068381"/>
                <a:ext cx="83160" cy="1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50298B6D-B47E-ED8C-5A32-F012472E7ADE}"/>
              </a:ext>
            </a:extLst>
          </p:cNvPr>
          <p:cNvGrpSpPr/>
          <p:nvPr/>
        </p:nvGrpSpPr>
        <p:grpSpPr>
          <a:xfrm>
            <a:off x="7925570" y="857061"/>
            <a:ext cx="208440" cy="144000"/>
            <a:chOff x="7925570" y="857061"/>
            <a:chExt cx="208440" cy="1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1A7F1BE-F3D1-6282-8CB7-23C32E22D9A4}"/>
                    </a:ext>
                  </a:extLst>
                </p14:cNvPr>
                <p14:cNvContentPartPr/>
                <p14:nvPr/>
              </p14:nvContentPartPr>
              <p14:xfrm>
                <a:off x="7925570" y="888021"/>
                <a:ext cx="111960" cy="113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1A7F1BE-F3D1-6282-8CB7-23C32E22D9A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19450" y="881901"/>
                  <a:ext cx="124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FF74903-BA2B-5B42-691F-2631F4AC7BA5}"/>
                    </a:ext>
                  </a:extLst>
                </p14:cNvPr>
                <p14:cNvContentPartPr/>
                <p14:nvPr/>
              </p14:nvContentPartPr>
              <p14:xfrm>
                <a:off x="7992890" y="857061"/>
                <a:ext cx="141120" cy="9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FF74903-BA2B-5B42-691F-2631F4AC7BA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86770" y="850941"/>
                  <a:ext cx="15336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0C482B4-60D2-F6D7-2182-7C5DCE954F0A}"/>
                  </a:ext>
                </a:extLst>
              </p14:cNvPr>
              <p14:cNvContentPartPr/>
              <p14:nvPr/>
            </p14:nvContentPartPr>
            <p14:xfrm>
              <a:off x="8231210" y="1296981"/>
              <a:ext cx="60840" cy="22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0C482B4-60D2-F6D7-2182-7C5DCE954F0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225090" y="1290861"/>
                <a:ext cx="73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76190E6-695E-0F0A-50C4-8F9B636D5641}"/>
                  </a:ext>
                </a:extLst>
              </p14:cNvPr>
              <p14:cNvContentPartPr/>
              <p14:nvPr/>
            </p14:nvContentPartPr>
            <p14:xfrm>
              <a:off x="1710530" y="1920501"/>
              <a:ext cx="116640" cy="928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76190E6-695E-0F0A-50C4-8F9B636D564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704410" y="1914381"/>
                <a:ext cx="1288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EAFB2E9-94A9-BC0F-4218-69793D74018B}"/>
                  </a:ext>
                </a:extLst>
              </p14:cNvPr>
              <p14:cNvContentPartPr/>
              <p14:nvPr/>
            </p14:nvContentPartPr>
            <p14:xfrm>
              <a:off x="7631810" y="859221"/>
              <a:ext cx="167400" cy="145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EAFB2E9-94A9-BC0F-4218-69793D74018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625690" y="853101"/>
                <a:ext cx="17964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253A0D4-0819-15DC-1D41-85790D2CF125}"/>
                  </a:ext>
                </a:extLst>
              </p14:cNvPr>
              <p14:cNvContentPartPr/>
              <p14:nvPr/>
            </p14:nvContentPartPr>
            <p14:xfrm>
              <a:off x="5089850" y="1903221"/>
              <a:ext cx="105840" cy="1116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253A0D4-0819-15DC-1D41-85790D2CF12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083730" y="1897101"/>
                <a:ext cx="1180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1DBBF40-6CF1-7269-761A-1A042FE8F0B2}"/>
                  </a:ext>
                </a:extLst>
              </p14:cNvPr>
              <p14:cNvContentPartPr/>
              <p14:nvPr/>
            </p14:nvContentPartPr>
            <p14:xfrm>
              <a:off x="6992810" y="898101"/>
              <a:ext cx="126000" cy="83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1DBBF40-6CF1-7269-761A-1A042FE8F0B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986690" y="891981"/>
                <a:ext cx="1382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31000F7-C352-57B2-EDC3-2A0E570A0F75}"/>
                  </a:ext>
                </a:extLst>
              </p14:cNvPr>
              <p14:cNvContentPartPr/>
              <p14:nvPr/>
            </p14:nvContentPartPr>
            <p14:xfrm>
              <a:off x="3374810" y="1878021"/>
              <a:ext cx="84960" cy="972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31000F7-C352-57B2-EDC3-2A0E570A0F7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368690" y="1871901"/>
                <a:ext cx="9720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F83544E-EC66-D5C7-E81E-DD6D73C182D4}"/>
                  </a:ext>
                </a:extLst>
              </p14:cNvPr>
              <p14:cNvContentPartPr/>
              <p14:nvPr/>
            </p14:nvContentPartPr>
            <p14:xfrm>
              <a:off x="6363170" y="858501"/>
              <a:ext cx="205920" cy="149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F83544E-EC66-D5C7-E81E-DD6D73C182D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357050" y="852381"/>
                <a:ext cx="2181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4824F30-FB33-2C7A-B1CC-AFA33CF2F6BC}"/>
                  </a:ext>
                </a:extLst>
              </p14:cNvPr>
              <p14:cNvContentPartPr/>
              <p14:nvPr/>
            </p14:nvContentPartPr>
            <p14:xfrm>
              <a:off x="8510210" y="1560501"/>
              <a:ext cx="40320" cy="324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4824F30-FB33-2C7A-B1CC-AFA33CF2F6B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504090" y="1554381"/>
                <a:ext cx="525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F97AF16-4D06-FEC7-12C0-8F261448D36B}"/>
                  </a:ext>
                </a:extLst>
              </p14:cNvPr>
              <p14:cNvContentPartPr/>
              <p14:nvPr/>
            </p14:nvContentPartPr>
            <p14:xfrm>
              <a:off x="5495210" y="935541"/>
              <a:ext cx="50400" cy="49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F97AF16-4D06-FEC7-12C0-8F261448D36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489090" y="929421"/>
                <a:ext cx="6264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2A2438A7-3BB2-E906-E084-EDE4B12473DB}"/>
              </a:ext>
            </a:extLst>
          </p:cNvPr>
          <p:cNvGrpSpPr/>
          <p:nvPr/>
        </p:nvGrpSpPr>
        <p:grpSpPr>
          <a:xfrm>
            <a:off x="4464890" y="900621"/>
            <a:ext cx="554400" cy="101160"/>
            <a:chOff x="4464890" y="900621"/>
            <a:chExt cx="55440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A288E78-4ABB-1E27-DE60-DDEEFADC586C}"/>
                    </a:ext>
                  </a:extLst>
                </p14:cNvPr>
                <p14:cNvContentPartPr/>
                <p14:nvPr/>
              </p14:nvContentPartPr>
              <p14:xfrm>
                <a:off x="4963490" y="900621"/>
                <a:ext cx="55800" cy="60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A288E78-4ABB-1E27-DE60-DDEEFADC586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57370" y="894501"/>
                  <a:ext cx="68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E20D0AE-2681-DD57-FE0B-7F5D843977AB}"/>
                    </a:ext>
                  </a:extLst>
                </p14:cNvPr>
                <p14:cNvContentPartPr/>
                <p14:nvPr/>
              </p14:nvContentPartPr>
              <p14:xfrm>
                <a:off x="4464890" y="933381"/>
                <a:ext cx="109080" cy="68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E20D0AE-2681-DD57-FE0B-7F5D843977A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58770" y="927261"/>
                  <a:ext cx="12132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AFC10AA-2D77-7E8A-3ACF-942AE3542C03}"/>
                  </a:ext>
                </a:extLst>
              </p14:cNvPr>
              <p14:cNvContentPartPr/>
              <p14:nvPr/>
            </p14:nvContentPartPr>
            <p14:xfrm>
              <a:off x="3827690" y="892341"/>
              <a:ext cx="90720" cy="662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AFC10AA-2D77-7E8A-3ACF-942AE3542C0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821570" y="886221"/>
                <a:ext cx="1029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D3E5631-E986-A3DC-6785-6CE88602A60C}"/>
                  </a:ext>
                </a:extLst>
              </p14:cNvPr>
              <p14:cNvContentPartPr/>
              <p14:nvPr/>
            </p14:nvContentPartPr>
            <p14:xfrm>
              <a:off x="3224330" y="910701"/>
              <a:ext cx="113760" cy="63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D3E5631-E986-A3DC-6785-6CE88602A60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218210" y="904581"/>
                <a:ext cx="1260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684AC5F-A99B-CCCA-1EBA-A90492B23C4C}"/>
                  </a:ext>
                </a:extLst>
              </p14:cNvPr>
              <p14:cNvContentPartPr/>
              <p14:nvPr/>
            </p14:nvContentPartPr>
            <p14:xfrm>
              <a:off x="1013210" y="2030661"/>
              <a:ext cx="29520" cy="129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684AC5F-A99B-CCCA-1EBA-A90492B23C4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07090" y="2024541"/>
                <a:ext cx="417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35C14F8-BD65-7E7B-19C3-6C3B1CB2CCDA}"/>
                  </a:ext>
                </a:extLst>
              </p14:cNvPr>
              <p14:cNvContentPartPr/>
              <p14:nvPr/>
            </p14:nvContentPartPr>
            <p14:xfrm>
              <a:off x="3021290" y="2984301"/>
              <a:ext cx="141840" cy="118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35C14F8-BD65-7E7B-19C3-6C3B1CB2CCD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015170" y="2978181"/>
                <a:ext cx="1540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5AA9765-D303-0A6A-4F03-A875814B2272}"/>
                  </a:ext>
                </a:extLst>
              </p14:cNvPr>
              <p14:cNvContentPartPr/>
              <p14:nvPr/>
            </p14:nvContentPartPr>
            <p14:xfrm>
              <a:off x="3528170" y="1677141"/>
              <a:ext cx="19800" cy="172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5AA9765-D303-0A6A-4F03-A875814B227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522050" y="1671021"/>
                <a:ext cx="320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C604703-E2F2-ADD5-EEE1-99D5808A55E6}"/>
                  </a:ext>
                </a:extLst>
              </p14:cNvPr>
              <p14:cNvContentPartPr/>
              <p14:nvPr/>
            </p14:nvContentPartPr>
            <p14:xfrm>
              <a:off x="4378850" y="1601181"/>
              <a:ext cx="15480" cy="97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C604703-E2F2-ADD5-EEE1-99D5808A55E6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372730" y="1595061"/>
                <a:ext cx="2772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6D4DCFDC-C18B-4B49-691F-0C8FA896F84D}"/>
              </a:ext>
            </a:extLst>
          </p:cNvPr>
          <p:cNvGrpSpPr/>
          <p:nvPr/>
        </p:nvGrpSpPr>
        <p:grpSpPr>
          <a:xfrm>
            <a:off x="8761130" y="2831301"/>
            <a:ext cx="496800" cy="189360"/>
            <a:chOff x="8761130" y="2831301"/>
            <a:chExt cx="496800" cy="18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9934736-25E6-DE91-56C5-EC9DEC4E75D3}"/>
                    </a:ext>
                  </a:extLst>
                </p14:cNvPr>
                <p14:cNvContentPartPr/>
                <p14:nvPr/>
              </p14:nvContentPartPr>
              <p14:xfrm>
                <a:off x="8761130" y="2870901"/>
                <a:ext cx="351360" cy="149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9934736-25E6-DE91-56C5-EC9DEC4E75D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755010" y="2864781"/>
                  <a:ext cx="363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6A45EDF-89B9-3E7A-AFBF-528C11F94ED5}"/>
                    </a:ext>
                  </a:extLst>
                </p14:cNvPr>
                <p14:cNvContentPartPr/>
                <p14:nvPr/>
              </p14:nvContentPartPr>
              <p14:xfrm>
                <a:off x="8802890" y="2831301"/>
                <a:ext cx="455040" cy="134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6A45EDF-89B9-3E7A-AFBF-528C11F94ED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796770" y="2825181"/>
                  <a:ext cx="46728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C451F4E-E598-2195-0E90-D82CDEE4AA85}"/>
              </a:ext>
            </a:extLst>
          </p:cNvPr>
          <p:cNvGrpSpPr/>
          <p:nvPr/>
        </p:nvGrpSpPr>
        <p:grpSpPr>
          <a:xfrm>
            <a:off x="3001490" y="2829141"/>
            <a:ext cx="4404960" cy="182520"/>
            <a:chOff x="3001490" y="2829141"/>
            <a:chExt cx="440496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42754D5-6906-9BBE-C954-6C122F4CA149}"/>
                    </a:ext>
                  </a:extLst>
                </p14:cNvPr>
                <p14:cNvContentPartPr/>
                <p14:nvPr/>
              </p14:nvContentPartPr>
              <p14:xfrm>
                <a:off x="3739130" y="2869101"/>
                <a:ext cx="198720" cy="2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42754D5-6906-9BBE-C954-6C122F4CA14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733010" y="2862981"/>
                  <a:ext cx="210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B0E709F-E02A-4595-3AA4-8D38FDABE981}"/>
                    </a:ext>
                  </a:extLst>
                </p14:cNvPr>
                <p14:cNvContentPartPr/>
                <p14:nvPr/>
              </p14:nvContentPartPr>
              <p14:xfrm>
                <a:off x="4363370" y="2863341"/>
                <a:ext cx="35280" cy="21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B0E709F-E02A-4595-3AA4-8D38FDABE98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57250" y="2857221"/>
                  <a:ext cx="47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0AD1CA-6BC8-975D-5665-ADED0098708E}"/>
                    </a:ext>
                  </a:extLst>
                </p14:cNvPr>
                <p14:cNvContentPartPr/>
                <p14:nvPr/>
              </p14:nvContentPartPr>
              <p14:xfrm>
                <a:off x="4980410" y="2966661"/>
                <a:ext cx="205200" cy="23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0AD1CA-6BC8-975D-5665-ADED0098708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974290" y="2960541"/>
                  <a:ext cx="217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FAF1FD-6FBE-EAFF-B60C-C4CD9FC01B6D}"/>
                    </a:ext>
                  </a:extLst>
                </p14:cNvPr>
                <p14:cNvContentPartPr/>
                <p14:nvPr/>
              </p14:nvContentPartPr>
              <p14:xfrm>
                <a:off x="5537330" y="2963061"/>
                <a:ext cx="221400" cy="21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FAF1FD-6FBE-EAFF-B60C-C4CD9FC01B6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31210" y="2956941"/>
                  <a:ext cx="233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8F779AC-C23F-F728-D233-5F9D8DF176AA}"/>
                    </a:ext>
                  </a:extLst>
                </p14:cNvPr>
                <p14:cNvContentPartPr/>
                <p14:nvPr/>
              </p14:nvContentPartPr>
              <p14:xfrm>
                <a:off x="3001490" y="2829141"/>
                <a:ext cx="4404960" cy="182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8F779AC-C23F-F728-D233-5F9D8DF176A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95370" y="2823021"/>
                  <a:ext cx="44172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3CF6256-3479-8799-560C-8C4C10F37CE8}"/>
              </a:ext>
            </a:extLst>
          </p:cNvPr>
          <p:cNvGrpSpPr/>
          <p:nvPr/>
        </p:nvGrpSpPr>
        <p:grpSpPr>
          <a:xfrm>
            <a:off x="8467730" y="2432421"/>
            <a:ext cx="334800" cy="157680"/>
            <a:chOff x="8467730" y="2432421"/>
            <a:chExt cx="33480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8A87C51-2869-5B8A-FAE7-FE6E9590FBB0}"/>
                    </a:ext>
                  </a:extLst>
                </p14:cNvPr>
                <p14:cNvContentPartPr/>
                <p14:nvPr/>
              </p14:nvContentPartPr>
              <p14:xfrm>
                <a:off x="8467730" y="2468421"/>
                <a:ext cx="105120" cy="121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8A87C51-2869-5B8A-FAE7-FE6E9590FBB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61610" y="2462301"/>
                  <a:ext cx="117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FAC4F5D-C2C8-0DD6-22B1-2DFBA35E30A0}"/>
                    </a:ext>
                  </a:extLst>
                </p14:cNvPr>
                <p14:cNvContentPartPr/>
                <p14:nvPr/>
              </p14:nvContentPartPr>
              <p14:xfrm>
                <a:off x="8619290" y="2432421"/>
                <a:ext cx="183240" cy="137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FAC4F5D-C2C8-0DD6-22B1-2DFBA35E30A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13170" y="2426301"/>
                  <a:ext cx="19548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107A8B3-762E-1625-7EE9-DC62DF4A1B88}"/>
                  </a:ext>
                </a:extLst>
              </p14:cNvPr>
              <p14:cNvContentPartPr/>
              <p14:nvPr/>
            </p14:nvContentPartPr>
            <p14:xfrm>
              <a:off x="828170" y="3648861"/>
              <a:ext cx="19080" cy="7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107A8B3-762E-1625-7EE9-DC62DF4A1B8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22050" y="3642741"/>
                <a:ext cx="3132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BDCA5C0-FB3D-124A-59F4-19496158869D}"/>
                  </a:ext>
                </a:extLst>
              </p14:cNvPr>
              <p14:cNvContentPartPr/>
              <p14:nvPr/>
            </p14:nvContentPartPr>
            <p14:xfrm>
              <a:off x="8073170" y="2537901"/>
              <a:ext cx="125640" cy="306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BDCA5C0-FB3D-124A-59F4-19496158869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067050" y="2531781"/>
                <a:ext cx="1378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0BF7295-8DCD-EBD1-C948-96C8ACC9D709}"/>
                  </a:ext>
                </a:extLst>
              </p14:cNvPr>
              <p14:cNvContentPartPr/>
              <p14:nvPr/>
            </p14:nvContentPartPr>
            <p14:xfrm>
              <a:off x="4626890" y="3728781"/>
              <a:ext cx="157320" cy="997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0BF7295-8DCD-EBD1-C948-96C8ACC9D70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620770" y="3722661"/>
                <a:ext cx="16956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781CECA-5838-1CAD-2F7B-0FA0FEC17084}"/>
                  </a:ext>
                </a:extLst>
              </p14:cNvPr>
              <p14:cNvContentPartPr/>
              <p14:nvPr/>
            </p14:nvContentPartPr>
            <p14:xfrm>
              <a:off x="7654490" y="2539701"/>
              <a:ext cx="90000" cy="194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781CECA-5838-1CAD-2F7B-0FA0FEC17084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648370" y="2533581"/>
                <a:ext cx="1022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8DB2BC6-4A3F-53C4-871C-70D79FCD31AC}"/>
                  </a:ext>
                </a:extLst>
              </p14:cNvPr>
              <p14:cNvContentPartPr/>
              <p14:nvPr/>
            </p14:nvContentPartPr>
            <p14:xfrm>
              <a:off x="3946850" y="3798261"/>
              <a:ext cx="115200" cy="446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8DB2BC6-4A3F-53C4-871C-70D79FCD31A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940730" y="3792141"/>
                <a:ext cx="12744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C7A99F59-ACFB-8AD0-5E48-A4C00A1E967C}"/>
              </a:ext>
            </a:extLst>
          </p:cNvPr>
          <p:cNvGrpSpPr/>
          <p:nvPr/>
        </p:nvGrpSpPr>
        <p:grpSpPr>
          <a:xfrm>
            <a:off x="8604170" y="3533301"/>
            <a:ext cx="272880" cy="181440"/>
            <a:chOff x="8604170" y="3533301"/>
            <a:chExt cx="272880" cy="1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ACDC71C-B4A2-ACF6-12C5-968213446CBF}"/>
                    </a:ext>
                  </a:extLst>
                </p14:cNvPr>
                <p14:cNvContentPartPr/>
                <p14:nvPr/>
              </p14:nvContentPartPr>
              <p14:xfrm>
                <a:off x="8604170" y="3533301"/>
                <a:ext cx="243000" cy="181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ACDC71C-B4A2-ACF6-12C5-968213446CB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98050" y="3527181"/>
                  <a:ext cx="255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A57F8A6-A557-0363-CCBB-66BE89E705AE}"/>
                    </a:ext>
                  </a:extLst>
                </p14:cNvPr>
                <p14:cNvContentPartPr/>
                <p14:nvPr/>
              </p14:nvContentPartPr>
              <p14:xfrm>
                <a:off x="8748170" y="3544461"/>
                <a:ext cx="128880" cy="17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A57F8A6-A557-0363-CCBB-66BE89E705A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42050" y="3538341"/>
                  <a:ext cx="14112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1316B6A-C01F-26BB-3FA1-078A08E8F6BB}"/>
                  </a:ext>
                </a:extLst>
              </p14:cNvPr>
              <p14:cNvContentPartPr/>
              <p14:nvPr/>
            </p14:nvContentPartPr>
            <p14:xfrm>
              <a:off x="102770" y="2804661"/>
              <a:ext cx="315000" cy="17438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1316B6A-C01F-26BB-3FA1-078A08E8F6B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6650" y="2798541"/>
                <a:ext cx="327240" cy="175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E213541-FBB5-9675-DE7A-B9AECC11720E}"/>
                  </a:ext>
                </a:extLst>
              </p14:cNvPr>
              <p14:cNvContentPartPr/>
              <p14:nvPr/>
            </p14:nvContentPartPr>
            <p14:xfrm>
              <a:off x="2825450" y="4729581"/>
              <a:ext cx="5124600" cy="2210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E213541-FBB5-9675-DE7A-B9AECC11720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819330" y="4723461"/>
                <a:ext cx="51368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7B48DAA-9DE4-0B61-1412-6F8CF91E3908}"/>
                  </a:ext>
                </a:extLst>
              </p14:cNvPr>
              <p14:cNvContentPartPr/>
              <p14:nvPr/>
            </p14:nvContentPartPr>
            <p14:xfrm>
              <a:off x="8357930" y="4758381"/>
              <a:ext cx="141120" cy="205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7B48DAA-9DE4-0B61-1412-6F8CF91E390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351810" y="4752261"/>
                <a:ext cx="153360" cy="3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3F546E9C-418C-DFCD-A4A1-D07B54B82165}"/>
              </a:ext>
            </a:extLst>
          </p:cNvPr>
          <p:cNvGrpSpPr/>
          <p:nvPr/>
        </p:nvGrpSpPr>
        <p:grpSpPr>
          <a:xfrm>
            <a:off x="7803530" y="6275781"/>
            <a:ext cx="668160" cy="399240"/>
            <a:chOff x="7803530" y="6275781"/>
            <a:chExt cx="66816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1C7108B-B2A6-4DB2-C6E0-E1E6F7EB62D7}"/>
                    </a:ext>
                  </a:extLst>
                </p14:cNvPr>
                <p14:cNvContentPartPr/>
                <p14:nvPr/>
              </p14:nvContentPartPr>
              <p14:xfrm>
                <a:off x="7803530" y="6295581"/>
                <a:ext cx="504360" cy="379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1C7108B-B2A6-4DB2-C6E0-E1E6F7EB62D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797410" y="6289461"/>
                  <a:ext cx="5166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5C78D2C-8839-5C2F-2C2D-3427F6362BED}"/>
                    </a:ext>
                  </a:extLst>
                </p14:cNvPr>
                <p14:cNvContentPartPr/>
                <p14:nvPr/>
              </p14:nvContentPartPr>
              <p14:xfrm>
                <a:off x="8081450" y="6275781"/>
                <a:ext cx="390240" cy="284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5C78D2C-8839-5C2F-2C2D-3427F6362BE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075330" y="6269661"/>
                  <a:ext cx="402480" cy="297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308102" y="1218437"/>
            <a:ext cx="8373109" cy="348869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2510"/>
              </a:lnSpc>
              <a:spcBef>
                <a:spcPts val="290"/>
              </a:spcBef>
            </a:pPr>
            <a:r>
              <a:rPr sz="2200" dirty="0">
                <a:latin typeface="Times New Roman"/>
                <a:cs typeface="Times New Roman"/>
              </a:rPr>
              <a:t>Radix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sort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 be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implemented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using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queues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We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</a:t>
            </a:r>
            <a:r>
              <a:rPr sz="2200" spc="-5" dirty="0">
                <a:latin typeface="Times New Roman"/>
                <a:cs typeface="Times New Roman"/>
              </a:rPr>
              <a:t> queues,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each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 (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Q0 to 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Q9</a:t>
            </a:r>
            <a:r>
              <a:rPr sz="2200" spc="-5" dirty="0">
                <a:latin typeface="Times New Roman"/>
                <a:cs typeface="Times New Roman"/>
              </a:rPr>
              <a:t>).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Algorithm:</a:t>
            </a:r>
            <a:endParaRPr sz="2200">
              <a:latin typeface="Times New Roman"/>
              <a:cs typeface="Times New Roman"/>
            </a:endParaRPr>
          </a:p>
          <a:p>
            <a:pPr marL="245745" indent="-233679">
              <a:lnSpc>
                <a:spcPts val="2575"/>
              </a:lnSpc>
              <a:spcBef>
                <a:spcPts val="1010"/>
              </a:spcBef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scan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input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list</a:t>
            </a:r>
            <a:r>
              <a:rPr sz="22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left</a:t>
            </a:r>
            <a:r>
              <a:rPr sz="2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right.</a:t>
            </a:r>
            <a:endParaRPr sz="2200">
              <a:latin typeface="Times New Roman"/>
              <a:cs typeface="Times New Roman"/>
            </a:endParaRPr>
          </a:p>
          <a:p>
            <a:pPr marL="221615" marR="233679" indent="-209550">
              <a:lnSpc>
                <a:spcPts val="2510"/>
              </a:lnSpc>
              <a:spcBef>
                <a:spcPts val="125"/>
              </a:spcBef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drop (enqueue)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correspond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digit being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considered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during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current phase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sorting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process.</a:t>
            </a:r>
            <a:endParaRPr sz="2200">
              <a:latin typeface="Times New Roman"/>
              <a:cs typeface="Times New Roman"/>
            </a:endParaRPr>
          </a:p>
          <a:p>
            <a:pPr marL="245745" indent="-233679">
              <a:lnSpc>
                <a:spcPts val="2380"/>
              </a:lnSpc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empty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(dequeue)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from Q0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Q9</a:t>
            </a:r>
            <a:r>
              <a:rPr sz="2200" dirty="0">
                <a:latin typeface="Times New Roman"/>
                <a:cs typeface="Times New Roman"/>
              </a:rPr>
              <a:t>) back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list.</a:t>
            </a:r>
            <a:endParaRPr sz="2200">
              <a:latin typeface="Times New Roman"/>
              <a:cs typeface="Times New Roman"/>
            </a:endParaRPr>
          </a:p>
          <a:p>
            <a:pPr marL="245745" indent="-233679">
              <a:lnSpc>
                <a:spcPts val="2575"/>
              </a:lnSpc>
              <a:buChar char="-"/>
              <a:tabLst>
                <a:tab pos="245745" algn="l"/>
                <a:tab pos="246379" algn="l"/>
              </a:tabLst>
            </a:pPr>
            <a:r>
              <a:rPr sz="2200" dirty="0">
                <a:latin typeface="Times New Roman"/>
                <a:cs typeface="Times New Roman"/>
              </a:rPr>
              <a:t>repeat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k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This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requires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method</a:t>
            </a:r>
            <a:r>
              <a:rPr sz="22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sz="22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extract</a:t>
            </a:r>
            <a:r>
              <a:rPr sz="22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digits</a:t>
            </a:r>
            <a:r>
              <a:rPr sz="22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from numbers.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9104" y="268478"/>
            <a:ext cx="4686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Radix</a:t>
            </a:r>
            <a:r>
              <a:rPr spc="-20" dirty="0"/>
              <a:t> </a:t>
            </a:r>
            <a:r>
              <a:rPr dirty="0"/>
              <a:t>Sort</a:t>
            </a:r>
            <a:r>
              <a:rPr spc="-15" dirty="0"/>
              <a:t> </a:t>
            </a:r>
            <a:r>
              <a:rPr spc="-5" dirty="0"/>
              <a:t>Using</a:t>
            </a:r>
            <a:r>
              <a:rPr spc="-15" dirty="0"/>
              <a:t> </a:t>
            </a:r>
            <a:r>
              <a:rPr spc="-5" dirty="0"/>
              <a:t>Queues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E11ABD3-3FED-C84D-7550-73E317A4791E}"/>
                  </a:ext>
                </a:extLst>
              </p14:cNvPr>
              <p14:cNvContentPartPr/>
              <p14:nvPr/>
            </p14:nvContentPartPr>
            <p14:xfrm>
              <a:off x="5243570" y="2065581"/>
              <a:ext cx="1023480" cy="56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E11ABD3-3FED-C84D-7550-73E317A479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37450" y="2059461"/>
                <a:ext cx="1035720" cy="58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102" y="331724"/>
            <a:ext cx="113284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Radix </a:t>
            </a:r>
            <a:r>
              <a:rPr sz="3200" dirty="0"/>
              <a:t> </a:t>
            </a:r>
            <a:r>
              <a:rPr sz="3200" spc="-5" dirty="0"/>
              <a:t>Sort </a:t>
            </a:r>
            <a:r>
              <a:rPr sz="3200" dirty="0"/>
              <a:t> </a:t>
            </a:r>
            <a:r>
              <a:rPr sz="3200" spc="-5" dirty="0">
                <a:solidFill>
                  <a:srgbClr val="0000FF"/>
                </a:solidFill>
              </a:rPr>
              <a:t>(using </a:t>
            </a:r>
            <a:r>
              <a:rPr sz="3200" spc="-785" dirty="0">
                <a:solidFill>
                  <a:srgbClr val="0000FF"/>
                </a:solidFill>
              </a:rPr>
              <a:t> </a:t>
            </a:r>
            <a:r>
              <a:rPr sz="3200" spc="-5" dirty="0">
                <a:solidFill>
                  <a:srgbClr val="0000FF"/>
                </a:solidFill>
              </a:rPr>
              <a:t>queue)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0"/>
            <a:ext cx="6437376" cy="68579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02" y="666750"/>
            <a:ext cx="171767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Digit </a:t>
            </a:r>
            <a:r>
              <a:rPr sz="3200" dirty="0"/>
              <a:t> </a:t>
            </a:r>
            <a:r>
              <a:rPr sz="3200" spc="-5" dirty="0"/>
              <a:t>Extraction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52400"/>
            <a:ext cx="7010400" cy="6553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7807" y="268478"/>
            <a:ext cx="4089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External</a:t>
            </a:r>
            <a:r>
              <a:rPr spc="-50" dirty="0"/>
              <a:t> </a:t>
            </a:r>
            <a:r>
              <a:rPr dirty="0"/>
              <a:t>Sort</a:t>
            </a:r>
            <a:r>
              <a:rPr spc="-45" dirty="0"/>
              <a:t> </a:t>
            </a:r>
            <a:r>
              <a:rPr dirty="0"/>
              <a:t>Concept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102" y="1013459"/>
            <a:ext cx="8427085" cy="243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All sort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discussed </a:t>
            </a:r>
            <a:r>
              <a:rPr sz="2400" spc="-5" dirty="0">
                <a:latin typeface="Times New Roman"/>
                <a:cs typeface="Times New Roman"/>
              </a:rPr>
              <a:t>perform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sorting.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is,</a:t>
            </a:r>
            <a:r>
              <a:rPr sz="2400" dirty="0">
                <a:latin typeface="Times New Roman"/>
                <a:cs typeface="Times New Roman"/>
              </a:rPr>
              <a:t> all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 </a:t>
            </a:r>
            <a:r>
              <a:rPr sz="2400" spc="-5" dirty="0">
                <a:latin typeface="Times New Roman"/>
                <a:cs typeface="Times New Roman"/>
              </a:rPr>
              <a:t>elements </a:t>
            </a:r>
            <a:r>
              <a:rPr sz="2400" dirty="0">
                <a:latin typeface="Times New Roman"/>
                <a:cs typeface="Times New Roman"/>
              </a:rPr>
              <a:t>in a </a:t>
            </a:r>
            <a:r>
              <a:rPr sz="2400" spc="-5" dirty="0">
                <a:latin typeface="Times New Roman"/>
                <a:cs typeface="Times New Roman"/>
              </a:rPr>
              <a:t>list </a:t>
            </a:r>
            <a:r>
              <a:rPr sz="2400" dirty="0">
                <a:latin typeface="Times New Roman"/>
                <a:cs typeface="Times New Roman"/>
              </a:rPr>
              <a:t>to be sorted can be loaded to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internal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once.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sorting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 </a:t>
            </a:r>
            <a:r>
              <a:rPr sz="2400" spc="-10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carried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 </a:t>
            </a:r>
            <a:r>
              <a:rPr sz="2400" spc="-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memory.</a:t>
            </a:r>
            <a:endParaRPr sz="2400">
              <a:latin typeface="Times New Roman"/>
              <a:cs typeface="Times New Roman"/>
            </a:endParaRPr>
          </a:p>
          <a:p>
            <a:pPr marL="12700" marR="22225">
              <a:lnSpc>
                <a:spcPct val="100000"/>
              </a:lnSpc>
              <a:spcBef>
                <a:spcPts val="1680"/>
              </a:spcBef>
            </a:pPr>
            <a:r>
              <a:rPr sz="2400" spc="-9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sort </a:t>
            </a:r>
            <a:r>
              <a:rPr sz="2400" dirty="0">
                <a:latin typeface="Times New Roman"/>
                <a:cs typeface="Times New Roman"/>
              </a:rPr>
              <a:t>data stored in an external file that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too </a:t>
            </a:r>
            <a:r>
              <a:rPr sz="2400" spc="-15" dirty="0">
                <a:latin typeface="Times New Roman"/>
                <a:cs typeface="Times New Roman"/>
              </a:rPr>
              <a:t>large </a:t>
            </a:r>
            <a:r>
              <a:rPr sz="2400" dirty="0">
                <a:latin typeface="Times New Roman"/>
                <a:cs typeface="Times New Roman"/>
              </a:rPr>
              <a:t>to load to 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memory,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parts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(segments) </a:t>
            </a:r>
            <a:r>
              <a:rPr sz="2400" spc="-5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apply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internals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sorting.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1745" y="4009738"/>
            <a:ext cx="1320165" cy="1895475"/>
          </a:xfrm>
          <a:custGeom>
            <a:avLst/>
            <a:gdLst/>
            <a:ahLst/>
            <a:cxnLst/>
            <a:rect l="l" t="t" r="r" b="b"/>
            <a:pathLst>
              <a:path w="1320164" h="1895475">
                <a:moveTo>
                  <a:pt x="0" y="1894958"/>
                </a:moveTo>
                <a:lnTo>
                  <a:pt x="1320127" y="1894958"/>
                </a:lnTo>
                <a:lnTo>
                  <a:pt x="1320127" y="0"/>
                </a:lnTo>
                <a:lnTo>
                  <a:pt x="0" y="0"/>
                </a:lnTo>
                <a:lnTo>
                  <a:pt x="0" y="1894958"/>
                </a:lnTo>
                <a:close/>
              </a:path>
            </a:pathLst>
          </a:custGeom>
          <a:ln w="13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4120" y="4021782"/>
            <a:ext cx="781685" cy="290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20" dirty="0">
                <a:latin typeface="Times New Roman"/>
                <a:cs typeface="Times New Roman"/>
              </a:rPr>
              <a:t>P</a:t>
            </a:r>
            <a:r>
              <a:rPr sz="1700" spc="10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g</a:t>
            </a:r>
            <a:r>
              <a:rPr sz="1700" spc="20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5" dirty="0">
                <a:latin typeface="Times New Roman"/>
                <a:cs typeface="Times New Roman"/>
              </a:rPr>
              <a:t>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40251" y="4377690"/>
            <a:ext cx="5226050" cy="331470"/>
          </a:xfrm>
          <a:custGeom>
            <a:avLst/>
            <a:gdLst/>
            <a:ahLst/>
            <a:cxnLst/>
            <a:rect l="l" t="t" r="r" b="b"/>
            <a:pathLst>
              <a:path w="5226050" h="331470">
                <a:moveTo>
                  <a:pt x="0" y="331157"/>
                </a:moveTo>
                <a:lnTo>
                  <a:pt x="5225505" y="331157"/>
                </a:lnTo>
                <a:lnTo>
                  <a:pt x="5225505" y="0"/>
                </a:lnTo>
                <a:lnTo>
                  <a:pt x="0" y="0"/>
                </a:lnTo>
                <a:lnTo>
                  <a:pt x="0" y="331157"/>
                </a:lnTo>
                <a:close/>
              </a:path>
            </a:pathLst>
          </a:custGeom>
          <a:ln w="137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1767" y="4708848"/>
            <a:ext cx="788670" cy="331470"/>
          </a:xfrm>
          <a:prstGeom prst="rect">
            <a:avLst/>
          </a:prstGeom>
          <a:ln w="13791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65"/>
              </a:spcBef>
            </a:pPr>
            <a:r>
              <a:rPr sz="1700" spc="15" dirty="0">
                <a:latin typeface="Times New Roman"/>
                <a:cs typeface="Times New Roman"/>
              </a:rPr>
              <a:t>Array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88511" y="4514477"/>
            <a:ext cx="744220" cy="299720"/>
          </a:xfrm>
          <a:custGeom>
            <a:avLst/>
            <a:gdLst/>
            <a:ahLst/>
            <a:cxnLst/>
            <a:rect l="l" t="t" r="r" b="b"/>
            <a:pathLst>
              <a:path w="744219" h="299720">
                <a:moveTo>
                  <a:pt x="83699" y="195934"/>
                </a:moveTo>
                <a:lnTo>
                  <a:pt x="0" y="286359"/>
                </a:lnTo>
                <a:lnTo>
                  <a:pt x="122313" y="299292"/>
                </a:lnTo>
                <a:lnTo>
                  <a:pt x="83051" y="270923"/>
                </a:lnTo>
                <a:lnTo>
                  <a:pt x="67143" y="270923"/>
                </a:lnTo>
                <a:lnTo>
                  <a:pt x="61862" y="268513"/>
                </a:lnTo>
                <a:lnTo>
                  <a:pt x="58305" y="259002"/>
                </a:lnTo>
                <a:lnTo>
                  <a:pt x="60707" y="253703"/>
                </a:lnTo>
                <a:lnTo>
                  <a:pt x="71169" y="249769"/>
                </a:lnTo>
                <a:lnTo>
                  <a:pt x="83699" y="195934"/>
                </a:lnTo>
                <a:close/>
              </a:path>
              <a:path w="744219" h="299720">
                <a:moveTo>
                  <a:pt x="71169" y="249769"/>
                </a:moveTo>
                <a:lnTo>
                  <a:pt x="60707" y="253703"/>
                </a:lnTo>
                <a:lnTo>
                  <a:pt x="58305" y="259002"/>
                </a:lnTo>
                <a:lnTo>
                  <a:pt x="61862" y="268513"/>
                </a:lnTo>
                <a:lnTo>
                  <a:pt x="67143" y="270923"/>
                </a:lnTo>
                <a:lnTo>
                  <a:pt x="77604" y="266988"/>
                </a:lnTo>
                <a:lnTo>
                  <a:pt x="68664" y="260529"/>
                </a:lnTo>
                <a:lnTo>
                  <a:pt x="71169" y="249769"/>
                </a:lnTo>
                <a:close/>
              </a:path>
              <a:path w="744219" h="299720">
                <a:moveTo>
                  <a:pt x="77604" y="266988"/>
                </a:moveTo>
                <a:lnTo>
                  <a:pt x="67143" y="270923"/>
                </a:lnTo>
                <a:lnTo>
                  <a:pt x="83051" y="270923"/>
                </a:lnTo>
                <a:lnTo>
                  <a:pt x="77604" y="266988"/>
                </a:lnTo>
                <a:close/>
              </a:path>
              <a:path w="744219" h="299720">
                <a:moveTo>
                  <a:pt x="734871" y="0"/>
                </a:moveTo>
                <a:lnTo>
                  <a:pt x="71169" y="249769"/>
                </a:lnTo>
                <a:lnTo>
                  <a:pt x="68664" y="260529"/>
                </a:lnTo>
                <a:lnTo>
                  <a:pt x="77604" y="266988"/>
                </a:lnTo>
                <a:lnTo>
                  <a:pt x="736704" y="19023"/>
                </a:lnTo>
                <a:lnTo>
                  <a:pt x="741288" y="17238"/>
                </a:lnTo>
                <a:lnTo>
                  <a:pt x="743855" y="11921"/>
                </a:lnTo>
                <a:lnTo>
                  <a:pt x="740188" y="2410"/>
                </a:lnTo>
                <a:lnTo>
                  <a:pt x="7348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415017" y="5327469"/>
          <a:ext cx="5247640" cy="34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4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1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700" spc="30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678060" y="4955929"/>
            <a:ext cx="707390" cy="452120"/>
          </a:xfrm>
          <a:custGeom>
            <a:avLst/>
            <a:gdLst/>
            <a:ahLst/>
            <a:cxnLst/>
            <a:rect l="l" t="t" r="r" b="b"/>
            <a:pathLst>
              <a:path w="707389" h="452120">
                <a:moveTo>
                  <a:pt x="635109" y="417238"/>
                </a:moveTo>
                <a:lnTo>
                  <a:pt x="584798" y="439759"/>
                </a:lnTo>
                <a:lnTo>
                  <a:pt x="707185" y="452030"/>
                </a:lnTo>
                <a:lnTo>
                  <a:pt x="689833" y="423237"/>
                </a:lnTo>
                <a:lnTo>
                  <a:pt x="644570" y="423237"/>
                </a:lnTo>
                <a:lnTo>
                  <a:pt x="635109" y="417238"/>
                </a:lnTo>
                <a:close/>
              </a:path>
              <a:path w="707389" h="452120">
                <a:moveTo>
                  <a:pt x="644903" y="401679"/>
                </a:moveTo>
                <a:lnTo>
                  <a:pt x="645175" y="412732"/>
                </a:lnTo>
                <a:lnTo>
                  <a:pt x="635109" y="417238"/>
                </a:lnTo>
                <a:lnTo>
                  <a:pt x="644570" y="423237"/>
                </a:lnTo>
                <a:lnTo>
                  <a:pt x="650217" y="421950"/>
                </a:lnTo>
                <a:lnTo>
                  <a:pt x="655626" y="413358"/>
                </a:lnTo>
                <a:lnTo>
                  <a:pt x="654361" y="407673"/>
                </a:lnTo>
                <a:lnTo>
                  <a:pt x="644903" y="401679"/>
                </a:lnTo>
                <a:close/>
              </a:path>
              <a:path w="707389" h="452120">
                <a:moveTo>
                  <a:pt x="643543" y="346427"/>
                </a:moveTo>
                <a:lnTo>
                  <a:pt x="644903" y="401679"/>
                </a:lnTo>
                <a:lnTo>
                  <a:pt x="654361" y="407673"/>
                </a:lnTo>
                <a:lnTo>
                  <a:pt x="655626" y="413358"/>
                </a:lnTo>
                <a:lnTo>
                  <a:pt x="650217" y="421950"/>
                </a:lnTo>
                <a:lnTo>
                  <a:pt x="644570" y="423237"/>
                </a:lnTo>
                <a:lnTo>
                  <a:pt x="689833" y="423237"/>
                </a:lnTo>
                <a:lnTo>
                  <a:pt x="643543" y="346427"/>
                </a:lnTo>
                <a:close/>
              </a:path>
              <a:path w="707389" h="452120">
                <a:moveTo>
                  <a:pt x="11074" y="0"/>
                </a:moveTo>
                <a:lnTo>
                  <a:pt x="5408" y="1287"/>
                </a:lnTo>
                <a:lnTo>
                  <a:pt x="0" y="9879"/>
                </a:lnTo>
                <a:lnTo>
                  <a:pt x="1283" y="15564"/>
                </a:lnTo>
                <a:lnTo>
                  <a:pt x="635109" y="417238"/>
                </a:lnTo>
                <a:lnTo>
                  <a:pt x="645175" y="412732"/>
                </a:lnTo>
                <a:lnTo>
                  <a:pt x="644903" y="401679"/>
                </a:lnTo>
                <a:lnTo>
                  <a:pt x="11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57254" y="4021782"/>
            <a:ext cx="1106170" cy="290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10" dirty="0">
                <a:latin typeface="Times New Roman"/>
                <a:cs typeface="Times New Roman"/>
              </a:rPr>
              <a:t>Original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file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12" name="object 12"/>
          <p:cNvSpPr txBox="1"/>
          <p:nvPr/>
        </p:nvSpPr>
        <p:spPr>
          <a:xfrm>
            <a:off x="2439652" y="4940616"/>
            <a:ext cx="1350645" cy="290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15" dirty="0">
                <a:latin typeface="Times New Roman"/>
                <a:cs typeface="Times New Roman"/>
              </a:rPr>
              <a:t>Temporary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file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1875" y="5733187"/>
            <a:ext cx="273685" cy="290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700" spc="15" dirty="0">
                <a:latin typeface="Times New Roman"/>
                <a:cs typeface="Times New Roman"/>
              </a:rPr>
              <a:t>S</a:t>
            </a:r>
            <a:r>
              <a:rPr sz="1725" spc="22" baseline="-12077" dirty="0">
                <a:latin typeface="Times New Roman"/>
                <a:cs typeface="Times New Roman"/>
              </a:rPr>
              <a:t>1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0497" y="5733187"/>
            <a:ext cx="271145" cy="290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25" baseline="-12077" dirty="0">
                <a:latin typeface="Times New Roman"/>
                <a:cs typeface="Times New Roman"/>
              </a:rPr>
              <a:t>2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14457" y="5733187"/>
            <a:ext cx="274955" cy="290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700" spc="15" dirty="0">
                <a:latin typeface="Times New Roman"/>
                <a:cs typeface="Times New Roman"/>
              </a:rPr>
              <a:t>S</a:t>
            </a:r>
            <a:r>
              <a:rPr sz="1725" spc="22" baseline="-12077" dirty="0">
                <a:latin typeface="Times New Roman"/>
                <a:cs typeface="Times New Roman"/>
              </a:rPr>
              <a:t>k</a:t>
            </a:r>
            <a:endParaRPr sz="1725" baseline="-1207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Two-Phase</a:t>
            </a:r>
            <a:r>
              <a:rPr spc="-50" dirty="0"/>
              <a:t> </a:t>
            </a:r>
            <a:r>
              <a:rPr spc="-5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302" y="1071371"/>
            <a:ext cx="8082280" cy="10864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2740"/>
              </a:lnSpc>
              <a:spcBef>
                <a:spcPts val="305"/>
              </a:spcBef>
            </a:pP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Phase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I: </a:t>
            </a:r>
            <a:r>
              <a:rPr sz="2400" spc="-5" dirty="0">
                <a:latin typeface="Times New Roman"/>
                <a:cs typeface="Times New Roman"/>
              </a:rPr>
              <a:t>Repeatedly </a:t>
            </a:r>
            <a:r>
              <a:rPr sz="2400" dirty="0">
                <a:latin typeface="Times New Roman"/>
                <a:cs typeface="Times New Roman"/>
              </a:rPr>
              <a:t>bring data from the file to an </a:t>
            </a:r>
            <a:r>
              <a:rPr sz="2400" spc="-30" dirty="0">
                <a:latin typeface="Times New Roman"/>
                <a:cs typeface="Times New Roman"/>
              </a:rPr>
              <a:t>array, </a:t>
            </a:r>
            <a:r>
              <a:rPr sz="2400" spc="-5" dirty="0">
                <a:latin typeface="Times New Roman"/>
                <a:cs typeface="Times New Roman"/>
              </a:rPr>
              <a:t>sort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sorting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temporary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8308" y="2827362"/>
            <a:ext cx="1089025" cy="1582420"/>
          </a:xfrm>
          <a:custGeom>
            <a:avLst/>
            <a:gdLst/>
            <a:ahLst/>
            <a:cxnLst/>
            <a:rect l="l" t="t" r="r" b="b"/>
            <a:pathLst>
              <a:path w="1089025" h="1582420">
                <a:moveTo>
                  <a:pt x="0" y="1582366"/>
                </a:moveTo>
                <a:lnTo>
                  <a:pt x="1088459" y="1582366"/>
                </a:lnTo>
                <a:lnTo>
                  <a:pt x="1088459" y="0"/>
                </a:lnTo>
                <a:lnTo>
                  <a:pt x="0" y="0"/>
                </a:lnTo>
                <a:lnTo>
                  <a:pt x="0" y="1582366"/>
                </a:lnTo>
                <a:close/>
              </a:path>
            </a:pathLst>
          </a:custGeom>
          <a:ln w="136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47260" y="2829443"/>
            <a:ext cx="78105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20" dirty="0">
                <a:latin typeface="Times New Roman"/>
                <a:cs typeface="Times New Roman"/>
              </a:rPr>
              <a:t>P</a:t>
            </a:r>
            <a:r>
              <a:rPr sz="1700" spc="10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g</a:t>
            </a:r>
            <a:r>
              <a:rPr sz="1700" spc="20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0" dirty="0">
                <a:latin typeface="Times New Roman"/>
                <a:cs typeface="Times New Roman"/>
              </a:rPr>
              <a:t>m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54371" y="3134448"/>
            <a:ext cx="4309110" cy="276860"/>
          </a:xfrm>
          <a:custGeom>
            <a:avLst/>
            <a:gdLst/>
            <a:ahLst/>
            <a:cxnLst/>
            <a:rect l="l" t="t" r="r" b="b"/>
            <a:pathLst>
              <a:path w="4309109" h="276860">
                <a:moveTo>
                  <a:pt x="0" y="276621"/>
                </a:moveTo>
                <a:lnTo>
                  <a:pt x="4309028" y="276621"/>
                </a:lnTo>
                <a:lnTo>
                  <a:pt x="4309028" y="0"/>
                </a:lnTo>
                <a:lnTo>
                  <a:pt x="0" y="0"/>
                </a:lnTo>
                <a:lnTo>
                  <a:pt x="0" y="276621"/>
                </a:lnTo>
                <a:close/>
              </a:path>
            </a:pathLst>
          </a:custGeom>
          <a:ln w="136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69858" y="3411070"/>
            <a:ext cx="650240" cy="276225"/>
          </a:xfrm>
          <a:prstGeom prst="rect">
            <a:avLst/>
          </a:prstGeom>
          <a:ln w="13673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5"/>
              </a:spcBef>
            </a:pPr>
            <a:r>
              <a:rPr sz="1700" spc="15" dirty="0">
                <a:latin typeface="Times New Roman"/>
                <a:cs typeface="Times New Roman"/>
              </a:rPr>
              <a:t>Array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33382" y="3246027"/>
            <a:ext cx="618490" cy="256540"/>
            <a:chOff x="1933382" y="3246027"/>
            <a:chExt cx="618490" cy="256540"/>
          </a:xfrm>
        </p:grpSpPr>
        <p:sp>
          <p:nvSpPr>
            <p:cNvPr id="9" name="object 9"/>
            <p:cNvSpPr/>
            <p:nvPr/>
          </p:nvSpPr>
          <p:spPr>
            <a:xfrm>
              <a:off x="1934969" y="3247615"/>
              <a:ext cx="615315" cy="253365"/>
            </a:xfrm>
            <a:custGeom>
              <a:avLst/>
              <a:gdLst/>
              <a:ahLst/>
              <a:cxnLst/>
              <a:rect l="l" t="t" r="r" b="b"/>
              <a:pathLst>
                <a:path w="615314" h="253364">
                  <a:moveTo>
                    <a:pt x="83533" y="149833"/>
                  </a:moveTo>
                  <a:lnTo>
                    <a:pt x="0" y="240783"/>
                  </a:lnTo>
                  <a:lnTo>
                    <a:pt x="122219" y="253171"/>
                  </a:lnTo>
                  <a:lnTo>
                    <a:pt x="82743" y="224934"/>
                  </a:lnTo>
                  <a:lnTo>
                    <a:pt x="67270" y="224934"/>
                  </a:lnTo>
                  <a:lnTo>
                    <a:pt x="61989" y="222725"/>
                  </a:lnTo>
                  <a:lnTo>
                    <a:pt x="60229" y="217755"/>
                  </a:lnTo>
                  <a:lnTo>
                    <a:pt x="58469" y="212970"/>
                  </a:lnTo>
                  <a:lnTo>
                    <a:pt x="60669" y="207632"/>
                  </a:lnTo>
                  <a:lnTo>
                    <a:pt x="71159" y="203639"/>
                  </a:lnTo>
                  <a:lnTo>
                    <a:pt x="83533" y="149833"/>
                  </a:lnTo>
                  <a:close/>
                </a:path>
                <a:path w="615314" h="253364">
                  <a:moveTo>
                    <a:pt x="71159" y="203639"/>
                  </a:moveTo>
                  <a:lnTo>
                    <a:pt x="60669" y="207632"/>
                  </a:lnTo>
                  <a:lnTo>
                    <a:pt x="58469" y="212970"/>
                  </a:lnTo>
                  <a:lnTo>
                    <a:pt x="60229" y="217755"/>
                  </a:lnTo>
                  <a:lnTo>
                    <a:pt x="61989" y="222725"/>
                  </a:lnTo>
                  <a:lnTo>
                    <a:pt x="67270" y="224934"/>
                  </a:lnTo>
                  <a:lnTo>
                    <a:pt x="77366" y="221088"/>
                  </a:lnTo>
                  <a:lnTo>
                    <a:pt x="68590" y="214810"/>
                  </a:lnTo>
                  <a:lnTo>
                    <a:pt x="71159" y="203639"/>
                  </a:lnTo>
                  <a:close/>
                </a:path>
                <a:path w="615314" h="253364">
                  <a:moveTo>
                    <a:pt x="77366" y="221088"/>
                  </a:moveTo>
                  <a:lnTo>
                    <a:pt x="67270" y="224934"/>
                  </a:lnTo>
                  <a:lnTo>
                    <a:pt x="82743" y="224934"/>
                  </a:lnTo>
                  <a:lnTo>
                    <a:pt x="77366" y="221088"/>
                  </a:lnTo>
                  <a:close/>
                </a:path>
                <a:path w="615314" h="253364">
                  <a:moveTo>
                    <a:pt x="606219" y="0"/>
                  </a:moveTo>
                  <a:lnTo>
                    <a:pt x="601379" y="1656"/>
                  </a:lnTo>
                  <a:lnTo>
                    <a:pt x="71159" y="203639"/>
                  </a:lnTo>
                  <a:lnTo>
                    <a:pt x="68590" y="214810"/>
                  </a:lnTo>
                  <a:lnTo>
                    <a:pt x="77366" y="221088"/>
                  </a:lnTo>
                  <a:lnTo>
                    <a:pt x="612801" y="17118"/>
                  </a:lnTo>
                  <a:lnTo>
                    <a:pt x="615001" y="11964"/>
                  </a:lnTo>
                  <a:lnTo>
                    <a:pt x="613241" y="6994"/>
                  </a:lnTo>
                  <a:lnTo>
                    <a:pt x="611481" y="2208"/>
                  </a:lnTo>
                  <a:lnTo>
                    <a:pt x="6062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34969" y="3247615"/>
              <a:ext cx="615315" cy="253365"/>
            </a:xfrm>
            <a:custGeom>
              <a:avLst/>
              <a:gdLst/>
              <a:ahLst/>
              <a:cxnLst/>
              <a:rect l="l" t="t" r="r" b="b"/>
              <a:pathLst>
                <a:path w="615314" h="253364">
                  <a:moveTo>
                    <a:pt x="65509" y="205791"/>
                  </a:moveTo>
                  <a:lnTo>
                    <a:pt x="601379" y="1656"/>
                  </a:lnTo>
                  <a:lnTo>
                    <a:pt x="606219" y="0"/>
                  </a:lnTo>
                  <a:lnTo>
                    <a:pt x="611481" y="2208"/>
                  </a:lnTo>
                  <a:lnTo>
                    <a:pt x="613241" y="6994"/>
                  </a:lnTo>
                  <a:lnTo>
                    <a:pt x="615001" y="11964"/>
                  </a:lnTo>
                  <a:lnTo>
                    <a:pt x="612801" y="17118"/>
                  </a:lnTo>
                  <a:lnTo>
                    <a:pt x="607979" y="18959"/>
                  </a:lnTo>
                  <a:lnTo>
                    <a:pt x="72092" y="223094"/>
                  </a:lnTo>
                  <a:lnTo>
                    <a:pt x="67270" y="224934"/>
                  </a:lnTo>
                  <a:lnTo>
                    <a:pt x="61989" y="222725"/>
                  </a:lnTo>
                  <a:lnTo>
                    <a:pt x="60229" y="217755"/>
                  </a:lnTo>
                  <a:lnTo>
                    <a:pt x="58469" y="212970"/>
                  </a:lnTo>
                  <a:lnTo>
                    <a:pt x="60669" y="207632"/>
                  </a:lnTo>
                  <a:lnTo>
                    <a:pt x="65509" y="205791"/>
                  </a:lnTo>
                  <a:close/>
                </a:path>
                <a:path w="615314" h="253364">
                  <a:moveTo>
                    <a:pt x="68590" y="214810"/>
                  </a:moveTo>
                  <a:lnTo>
                    <a:pt x="122219" y="253171"/>
                  </a:lnTo>
                  <a:lnTo>
                    <a:pt x="0" y="240783"/>
                  </a:lnTo>
                  <a:lnTo>
                    <a:pt x="83533" y="149833"/>
                  </a:lnTo>
                  <a:lnTo>
                    <a:pt x="68590" y="21481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533028" y="3926530"/>
          <a:ext cx="4329430" cy="290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5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30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1923140" y="3614819"/>
            <a:ext cx="588010" cy="382270"/>
            <a:chOff x="1923140" y="3614819"/>
            <a:chExt cx="588010" cy="382270"/>
          </a:xfrm>
        </p:grpSpPr>
        <p:sp>
          <p:nvSpPr>
            <p:cNvPr id="13" name="object 13"/>
            <p:cNvSpPr/>
            <p:nvPr/>
          </p:nvSpPr>
          <p:spPr>
            <a:xfrm>
              <a:off x="1924427" y="3616106"/>
              <a:ext cx="585470" cy="379730"/>
            </a:xfrm>
            <a:custGeom>
              <a:avLst/>
              <a:gdLst/>
              <a:ahLst/>
              <a:cxnLst/>
              <a:rect l="l" t="t" r="r" b="b"/>
              <a:pathLst>
                <a:path w="585469" h="379729">
                  <a:moveTo>
                    <a:pt x="512976" y="343913"/>
                  </a:moveTo>
                  <a:lnTo>
                    <a:pt x="462896" y="366319"/>
                  </a:lnTo>
                  <a:lnTo>
                    <a:pt x="585097" y="379131"/>
                  </a:lnTo>
                  <a:lnTo>
                    <a:pt x="567695" y="349974"/>
                  </a:lnTo>
                  <a:lnTo>
                    <a:pt x="522686" y="349974"/>
                  </a:lnTo>
                  <a:lnTo>
                    <a:pt x="518286" y="347323"/>
                  </a:lnTo>
                  <a:lnTo>
                    <a:pt x="512976" y="343913"/>
                  </a:lnTo>
                  <a:close/>
                </a:path>
                <a:path w="585469" h="379729">
                  <a:moveTo>
                    <a:pt x="522903" y="328183"/>
                  </a:moveTo>
                  <a:lnTo>
                    <a:pt x="523126" y="339371"/>
                  </a:lnTo>
                  <a:lnTo>
                    <a:pt x="512976" y="343913"/>
                  </a:lnTo>
                  <a:lnTo>
                    <a:pt x="518286" y="347323"/>
                  </a:lnTo>
                  <a:lnTo>
                    <a:pt x="522686" y="349974"/>
                  </a:lnTo>
                  <a:lnTo>
                    <a:pt x="528388" y="348648"/>
                  </a:lnTo>
                  <a:lnTo>
                    <a:pt x="531028" y="344231"/>
                  </a:lnTo>
                  <a:lnTo>
                    <a:pt x="533669" y="340255"/>
                  </a:lnTo>
                  <a:lnTo>
                    <a:pt x="532348" y="334512"/>
                  </a:lnTo>
                  <a:lnTo>
                    <a:pt x="527948" y="331419"/>
                  </a:lnTo>
                  <a:lnTo>
                    <a:pt x="522903" y="328183"/>
                  </a:lnTo>
                  <a:close/>
                </a:path>
                <a:path w="585469" h="379729">
                  <a:moveTo>
                    <a:pt x="521806" y="273087"/>
                  </a:moveTo>
                  <a:lnTo>
                    <a:pt x="522903" y="328183"/>
                  </a:lnTo>
                  <a:lnTo>
                    <a:pt x="527948" y="331419"/>
                  </a:lnTo>
                  <a:lnTo>
                    <a:pt x="532348" y="334512"/>
                  </a:lnTo>
                  <a:lnTo>
                    <a:pt x="533669" y="340255"/>
                  </a:lnTo>
                  <a:lnTo>
                    <a:pt x="531028" y="344231"/>
                  </a:lnTo>
                  <a:lnTo>
                    <a:pt x="528388" y="348648"/>
                  </a:lnTo>
                  <a:lnTo>
                    <a:pt x="522686" y="349974"/>
                  </a:lnTo>
                  <a:lnTo>
                    <a:pt x="567695" y="349974"/>
                  </a:lnTo>
                  <a:lnTo>
                    <a:pt x="521806" y="273087"/>
                  </a:lnTo>
                  <a:close/>
                </a:path>
                <a:path w="585469" h="379729">
                  <a:moveTo>
                    <a:pt x="11422" y="0"/>
                  </a:moveTo>
                  <a:lnTo>
                    <a:pt x="5702" y="1325"/>
                  </a:lnTo>
                  <a:lnTo>
                    <a:pt x="3080" y="5301"/>
                  </a:lnTo>
                  <a:lnTo>
                    <a:pt x="0" y="9718"/>
                  </a:lnTo>
                  <a:lnTo>
                    <a:pt x="1320" y="15461"/>
                  </a:lnTo>
                  <a:lnTo>
                    <a:pt x="5702" y="18112"/>
                  </a:lnTo>
                  <a:lnTo>
                    <a:pt x="512976" y="343913"/>
                  </a:lnTo>
                  <a:lnTo>
                    <a:pt x="523126" y="339371"/>
                  </a:lnTo>
                  <a:lnTo>
                    <a:pt x="522903" y="328183"/>
                  </a:lnTo>
                  <a:lnTo>
                    <a:pt x="15382" y="2650"/>
                  </a:lnTo>
                  <a:lnTo>
                    <a:pt x="114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24427" y="3616106"/>
              <a:ext cx="585470" cy="379730"/>
            </a:xfrm>
            <a:custGeom>
              <a:avLst/>
              <a:gdLst/>
              <a:ahLst/>
              <a:cxnLst/>
              <a:rect l="l" t="t" r="r" b="b"/>
              <a:pathLst>
                <a:path w="585469" h="379729">
                  <a:moveTo>
                    <a:pt x="518286" y="347323"/>
                  </a:moveTo>
                  <a:lnTo>
                    <a:pt x="5702" y="18112"/>
                  </a:lnTo>
                  <a:lnTo>
                    <a:pt x="1320" y="15461"/>
                  </a:lnTo>
                  <a:lnTo>
                    <a:pt x="0" y="9718"/>
                  </a:lnTo>
                  <a:lnTo>
                    <a:pt x="3080" y="5301"/>
                  </a:lnTo>
                  <a:lnTo>
                    <a:pt x="5702" y="1325"/>
                  </a:lnTo>
                  <a:lnTo>
                    <a:pt x="11422" y="0"/>
                  </a:lnTo>
                  <a:lnTo>
                    <a:pt x="15382" y="2650"/>
                  </a:lnTo>
                  <a:lnTo>
                    <a:pt x="527948" y="331419"/>
                  </a:lnTo>
                  <a:lnTo>
                    <a:pt x="532348" y="334512"/>
                  </a:lnTo>
                  <a:lnTo>
                    <a:pt x="533669" y="340255"/>
                  </a:lnTo>
                  <a:lnTo>
                    <a:pt x="531028" y="344231"/>
                  </a:lnTo>
                  <a:lnTo>
                    <a:pt x="528388" y="348648"/>
                  </a:lnTo>
                  <a:lnTo>
                    <a:pt x="522686" y="349974"/>
                  </a:lnTo>
                  <a:lnTo>
                    <a:pt x="518286" y="347323"/>
                  </a:lnTo>
                  <a:close/>
                </a:path>
                <a:path w="585469" h="379729">
                  <a:moveTo>
                    <a:pt x="523126" y="339371"/>
                  </a:moveTo>
                  <a:lnTo>
                    <a:pt x="521806" y="273087"/>
                  </a:lnTo>
                  <a:lnTo>
                    <a:pt x="585097" y="379131"/>
                  </a:lnTo>
                  <a:lnTo>
                    <a:pt x="462896" y="366319"/>
                  </a:lnTo>
                  <a:lnTo>
                    <a:pt x="523126" y="3393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69797" y="2829443"/>
            <a:ext cx="75565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5" dirty="0">
                <a:latin typeface="Times New Roman"/>
                <a:cs typeface="Times New Roman"/>
              </a:rPr>
              <a:t>Original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16" name="object 16"/>
          <p:cNvSpPr txBox="1"/>
          <p:nvPr/>
        </p:nvSpPr>
        <p:spPr>
          <a:xfrm>
            <a:off x="2529014" y="3596614"/>
            <a:ext cx="1259840" cy="9499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700" spc="15" dirty="0">
                <a:latin typeface="Times New Roman"/>
                <a:cs typeface="Times New Roman"/>
              </a:rPr>
              <a:t>Temporary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5"/>
              </a:spcBef>
              <a:tabLst>
                <a:tab pos="1000760" algn="l"/>
              </a:tabLst>
            </a:pPr>
            <a:r>
              <a:rPr sz="1700" spc="10" dirty="0">
                <a:latin typeface="Times New Roman"/>
                <a:cs typeface="Times New Roman"/>
              </a:rPr>
              <a:t>S</a:t>
            </a:r>
            <a:r>
              <a:rPr sz="1725" spc="15" baseline="-12077" dirty="0">
                <a:latin typeface="Times New Roman"/>
                <a:cs typeface="Times New Roman"/>
              </a:rPr>
              <a:t>1	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25" spc="7" baseline="-12077" dirty="0">
                <a:latin typeface="Times New Roman"/>
                <a:cs typeface="Times New Roman"/>
              </a:rPr>
              <a:t>2</a:t>
            </a:r>
            <a:endParaRPr sz="1725" baseline="-1207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Two-Phase</a:t>
            </a:r>
            <a:r>
              <a:rPr spc="-50" dirty="0"/>
              <a:t> </a:t>
            </a:r>
            <a:r>
              <a:rPr spc="-5" dirty="0"/>
              <a:t>Process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2740"/>
              </a:lnSpc>
              <a:spcBef>
                <a:spcPts val="305"/>
              </a:spcBef>
            </a:pPr>
            <a:r>
              <a:rPr spc="-5" dirty="0">
                <a:solidFill>
                  <a:srgbClr val="0000FF"/>
                </a:solidFill>
              </a:rPr>
              <a:t>Phase </a:t>
            </a:r>
            <a:r>
              <a:rPr dirty="0">
                <a:solidFill>
                  <a:srgbClr val="0000FF"/>
                </a:solidFill>
              </a:rPr>
              <a:t>II: </a:t>
            </a:r>
            <a:r>
              <a:rPr spc="-10" dirty="0"/>
              <a:t>Merge </a:t>
            </a:r>
            <a:r>
              <a:rPr dirty="0"/>
              <a:t>a pair of sorted segments (e.g., </a:t>
            </a:r>
            <a:r>
              <a:rPr spc="-10" dirty="0"/>
              <a:t>S1 </a:t>
            </a:r>
            <a:r>
              <a:rPr spc="-5" dirty="0"/>
              <a:t>with S2, S3 </a:t>
            </a:r>
            <a:r>
              <a:rPr dirty="0"/>
              <a:t>with </a:t>
            </a:r>
            <a:r>
              <a:rPr spc="-585" dirty="0"/>
              <a:t> </a:t>
            </a:r>
            <a:r>
              <a:rPr spc="-5" dirty="0"/>
              <a:t>S4, </a:t>
            </a:r>
            <a:r>
              <a:rPr dirty="0"/>
              <a:t>..., and </a:t>
            </a:r>
            <a:r>
              <a:rPr spc="-5" dirty="0"/>
              <a:t>so </a:t>
            </a:r>
            <a:r>
              <a:rPr dirty="0"/>
              <a:t>on) into a </a:t>
            </a:r>
            <a:r>
              <a:rPr spc="-10" dirty="0"/>
              <a:t>larger </a:t>
            </a:r>
            <a:r>
              <a:rPr dirty="0"/>
              <a:t>sorted segment and save the </a:t>
            </a:r>
            <a:r>
              <a:rPr spc="-5" dirty="0"/>
              <a:t>new </a:t>
            </a:r>
            <a:r>
              <a:rPr dirty="0"/>
              <a:t> </a:t>
            </a:r>
            <a:r>
              <a:rPr spc="-5" dirty="0"/>
              <a:t>segment </a:t>
            </a:r>
            <a:r>
              <a:rPr dirty="0"/>
              <a:t>into a </a:t>
            </a:r>
            <a:r>
              <a:rPr spc="-5" dirty="0"/>
              <a:t>new </a:t>
            </a:r>
            <a:r>
              <a:rPr dirty="0"/>
              <a:t>temporary file. Continue the same </a:t>
            </a:r>
            <a:r>
              <a:rPr spc="-5" dirty="0"/>
              <a:t>process until </a:t>
            </a:r>
            <a:r>
              <a:rPr spc="-585" dirty="0"/>
              <a:t> </a:t>
            </a:r>
            <a:r>
              <a:rPr dirty="0"/>
              <a:t>one</a:t>
            </a:r>
            <a:r>
              <a:rPr spc="-5" dirty="0"/>
              <a:t> </a:t>
            </a:r>
            <a:r>
              <a:rPr dirty="0"/>
              <a:t>sorted segment</a:t>
            </a:r>
            <a:r>
              <a:rPr spc="-20" dirty="0"/>
              <a:t> </a:t>
            </a:r>
            <a:r>
              <a:rPr spc="-5" dirty="0"/>
              <a:t>results</a:t>
            </a:r>
            <a:r>
              <a:rPr dirty="0"/>
              <a:t> for </a:t>
            </a:r>
            <a:r>
              <a:rPr spc="-5" dirty="0"/>
              <a:t>this</a:t>
            </a:r>
            <a:r>
              <a:rPr dirty="0"/>
              <a:t> </a:t>
            </a:r>
            <a:r>
              <a:rPr spc="-5" dirty="0"/>
              <a:t>process.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49030" y="2961671"/>
          <a:ext cx="6099175" cy="574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36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1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0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59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17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33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08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337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17119">
                <a:tc gridSpan="2">
                  <a:txBody>
                    <a:bodyPr/>
                    <a:lstStyle/>
                    <a:p>
                      <a:pPr marL="15240" algn="ctr">
                        <a:lnSpc>
                          <a:spcPts val="2085"/>
                        </a:lnSpc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spc="15" baseline="-12077" dirty="0">
                          <a:latin typeface="Times New Roman"/>
                          <a:cs typeface="Times New Roman"/>
                        </a:rPr>
                        <a:t>1</a:t>
                      </a:r>
                      <a:endParaRPr sz="1725" baseline="-120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4130" algn="ctr">
                        <a:lnSpc>
                          <a:spcPts val="208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baseline="-12077" dirty="0">
                          <a:latin typeface="Times New Roman"/>
                          <a:cs typeface="Times New Roman"/>
                        </a:rPr>
                        <a:t>2</a:t>
                      </a:r>
                      <a:endParaRPr sz="1725" baseline="-120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115" algn="ctr">
                        <a:lnSpc>
                          <a:spcPts val="208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baseline="-12077" dirty="0">
                          <a:latin typeface="Times New Roman"/>
                          <a:cs typeface="Times New Roman"/>
                        </a:rPr>
                        <a:t>3</a:t>
                      </a:r>
                      <a:endParaRPr sz="1725" baseline="-120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7780" algn="ctr">
                        <a:lnSpc>
                          <a:spcPts val="2085"/>
                        </a:lnSpc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spc="15" baseline="-12077" dirty="0">
                          <a:latin typeface="Times New Roman"/>
                          <a:cs typeface="Times New Roman"/>
                        </a:rPr>
                        <a:t>4</a:t>
                      </a:r>
                      <a:endParaRPr sz="1725" baseline="-120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255" algn="ctr">
                        <a:lnSpc>
                          <a:spcPts val="208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baseline="-12077" dirty="0">
                          <a:latin typeface="Times New Roman"/>
                          <a:cs typeface="Times New Roman"/>
                        </a:rPr>
                        <a:t>5</a:t>
                      </a:r>
                      <a:endParaRPr sz="1725" baseline="-120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5240" algn="ctr">
                        <a:lnSpc>
                          <a:spcPts val="208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baseline="-12077" dirty="0">
                          <a:latin typeface="Times New Roman"/>
                          <a:cs typeface="Times New Roman"/>
                        </a:rPr>
                        <a:t>6</a:t>
                      </a:r>
                      <a:endParaRPr sz="1725" baseline="-120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685" algn="ctr">
                        <a:lnSpc>
                          <a:spcPts val="2085"/>
                        </a:lnSpc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spc="15" baseline="-12077" dirty="0">
                          <a:latin typeface="Times New Roman"/>
                          <a:cs typeface="Times New Roman"/>
                        </a:rPr>
                        <a:t>7</a:t>
                      </a:r>
                      <a:endParaRPr sz="1725" baseline="-120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175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baseline="-12077" dirty="0">
                          <a:latin typeface="Times New Roman"/>
                          <a:cs typeface="Times New Roman"/>
                        </a:rPr>
                        <a:t>8</a:t>
                      </a:r>
                      <a:endParaRPr sz="1725" baseline="-1207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67616" y="3763797"/>
          <a:ext cx="6099175" cy="574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5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94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7119">
                <a:tc gridSpan="2">
                  <a:txBody>
                    <a:bodyPr/>
                    <a:lstStyle/>
                    <a:p>
                      <a:pPr marL="123189">
                        <a:lnSpc>
                          <a:spcPts val="2085"/>
                        </a:lnSpc>
                      </a:pPr>
                      <a:r>
                        <a:rPr sz="1750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spc="7" baseline="-12077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750" spc="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baseline="-12077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725" spc="-22" baseline="-12077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merged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1610">
                        <a:lnSpc>
                          <a:spcPts val="2085"/>
                        </a:lnSpc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spc="15" baseline="-12077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7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spc="15" baseline="-12077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725" spc="187" baseline="-12077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merged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69545">
                        <a:lnSpc>
                          <a:spcPts val="2085"/>
                        </a:lnSpc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spc="15" baseline="-12077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spc="15" baseline="-12077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725" spc="202" baseline="-12077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merged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41605">
                        <a:lnSpc>
                          <a:spcPts val="2085"/>
                        </a:lnSpc>
                      </a:pPr>
                      <a:r>
                        <a:rPr sz="175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spc="15" baseline="-12077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1750" spc="1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25" baseline="-12077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725" spc="202" baseline="-12077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50" spc="-5" dirty="0">
                          <a:latin typeface="Times New Roman"/>
                          <a:cs typeface="Times New Roman"/>
                        </a:rPr>
                        <a:t>merged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174612" y="4321070"/>
            <a:ext cx="6078220" cy="550545"/>
            <a:chOff x="1174612" y="4321070"/>
            <a:chExt cx="6078220" cy="5505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6280" y="4321070"/>
              <a:ext cx="111519" cy="2518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74612" y="4554265"/>
              <a:ext cx="6078220" cy="317500"/>
            </a:xfrm>
            <a:custGeom>
              <a:avLst/>
              <a:gdLst/>
              <a:ahLst/>
              <a:cxnLst/>
              <a:rect l="l" t="t" r="r" b="b"/>
              <a:pathLst>
                <a:path w="6078220" h="317500">
                  <a:moveTo>
                    <a:pt x="6077810" y="0"/>
                  </a:moveTo>
                  <a:lnTo>
                    <a:pt x="0" y="0"/>
                  </a:lnTo>
                  <a:lnTo>
                    <a:pt x="0" y="317119"/>
                  </a:lnTo>
                  <a:lnTo>
                    <a:pt x="6077810" y="317119"/>
                  </a:lnTo>
                  <a:lnTo>
                    <a:pt x="6077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74612" y="4554265"/>
            <a:ext cx="3011805" cy="317500"/>
          </a:xfrm>
          <a:prstGeom prst="rect">
            <a:avLst/>
          </a:prstGeom>
          <a:ln w="1486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68960">
              <a:lnSpc>
                <a:spcPts val="2090"/>
              </a:lnSpc>
            </a:pPr>
            <a:r>
              <a:rPr sz="1750" spc="10" dirty="0">
                <a:latin typeface="Times New Roman"/>
                <a:cs typeface="Times New Roman"/>
              </a:rPr>
              <a:t>S</a:t>
            </a:r>
            <a:r>
              <a:rPr sz="1725" spc="15" baseline="-12077" dirty="0">
                <a:latin typeface="Times New Roman"/>
                <a:cs typeface="Times New Roman"/>
              </a:rPr>
              <a:t>1</a:t>
            </a:r>
            <a:r>
              <a:rPr sz="1750" spc="10" dirty="0">
                <a:latin typeface="Times New Roman"/>
                <a:cs typeface="Times New Roman"/>
              </a:rPr>
              <a:t>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</a:t>
            </a:r>
            <a:r>
              <a:rPr sz="1725" baseline="-12077" dirty="0">
                <a:latin typeface="Times New Roman"/>
                <a:cs typeface="Times New Roman"/>
              </a:rPr>
              <a:t>2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</a:t>
            </a:r>
            <a:r>
              <a:rPr sz="1725" baseline="-12077" dirty="0">
                <a:latin typeface="Times New Roman"/>
                <a:cs typeface="Times New Roman"/>
              </a:rPr>
              <a:t>3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</a:t>
            </a:r>
            <a:r>
              <a:rPr sz="1725" baseline="-12077" dirty="0">
                <a:latin typeface="Times New Roman"/>
                <a:cs typeface="Times New Roman"/>
              </a:rPr>
              <a:t>4</a:t>
            </a:r>
            <a:r>
              <a:rPr sz="1725" spc="209" baseline="-12077" dirty="0">
                <a:latin typeface="Times New Roman"/>
                <a:cs typeface="Times New Roman"/>
              </a:rPr>
              <a:t> </a:t>
            </a:r>
            <a:r>
              <a:rPr sz="1750" spc="-5" dirty="0">
                <a:latin typeface="Times New Roman"/>
                <a:cs typeface="Times New Roman"/>
              </a:rPr>
              <a:t>merged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6102" y="4554265"/>
            <a:ext cx="3066415" cy="317500"/>
          </a:xfrm>
          <a:prstGeom prst="rect">
            <a:avLst/>
          </a:prstGeom>
          <a:ln w="1399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24510">
              <a:lnSpc>
                <a:spcPts val="2090"/>
              </a:lnSpc>
            </a:pPr>
            <a:r>
              <a:rPr sz="1750" spc="10" dirty="0">
                <a:latin typeface="Times New Roman"/>
                <a:cs typeface="Times New Roman"/>
              </a:rPr>
              <a:t>S</a:t>
            </a:r>
            <a:r>
              <a:rPr sz="1725" spc="15" baseline="-12077" dirty="0">
                <a:latin typeface="Times New Roman"/>
                <a:cs typeface="Times New Roman"/>
              </a:rPr>
              <a:t>5</a:t>
            </a:r>
            <a:r>
              <a:rPr sz="1750" spc="10" dirty="0">
                <a:latin typeface="Times New Roman"/>
                <a:cs typeface="Times New Roman"/>
              </a:rPr>
              <a:t>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</a:t>
            </a:r>
            <a:r>
              <a:rPr sz="1725" baseline="-12077" dirty="0">
                <a:latin typeface="Times New Roman"/>
                <a:cs typeface="Times New Roman"/>
              </a:rPr>
              <a:t>6</a:t>
            </a:r>
            <a:r>
              <a:rPr sz="1725" spc="217" baseline="-12077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</a:t>
            </a:r>
            <a:r>
              <a:rPr sz="1725" baseline="-12077" dirty="0">
                <a:latin typeface="Times New Roman"/>
                <a:cs typeface="Times New Roman"/>
              </a:rPr>
              <a:t>7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S</a:t>
            </a:r>
            <a:r>
              <a:rPr sz="1725" spc="15" baseline="-12077" dirty="0">
                <a:latin typeface="Times New Roman"/>
                <a:cs typeface="Times New Roman"/>
              </a:rPr>
              <a:t>8</a:t>
            </a:r>
            <a:r>
              <a:rPr sz="1725" spc="217" baseline="-12077" dirty="0">
                <a:latin typeface="Times New Roman"/>
                <a:cs typeface="Times New Roman"/>
              </a:rPr>
              <a:t> </a:t>
            </a:r>
            <a:r>
              <a:rPr sz="1750" spc="-5" dirty="0">
                <a:latin typeface="Times New Roman"/>
                <a:cs typeface="Times New Roman"/>
              </a:rPr>
              <a:t>merged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61538" y="4908693"/>
            <a:ext cx="1270" cy="224154"/>
          </a:xfrm>
          <a:custGeom>
            <a:avLst/>
            <a:gdLst/>
            <a:ahLst/>
            <a:cxnLst/>
            <a:rect l="l" t="t" r="r" b="b"/>
            <a:pathLst>
              <a:path w="1269" h="224154">
                <a:moveTo>
                  <a:pt x="0" y="0"/>
                </a:moveTo>
                <a:lnTo>
                  <a:pt x="929" y="223849"/>
                </a:lnTo>
              </a:path>
            </a:pathLst>
          </a:custGeom>
          <a:ln w="139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93198" y="5356395"/>
            <a:ext cx="6078220" cy="317500"/>
          </a:xfrm>
          <a:prstGeom prst="rect">
            <a:avLst/>
          </a:prstGeom>
          <a:ln w="1399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R="53975" algn="ctr">
              <a:lnSpc>
                <a:spcPct val="100000"/>
              </a:lnSpc>
              <a:spcBef>
                <a:spcPts val="5"/>
              </a:spcBef>
            </a:pPr>
            <a:r>
              <a:rPr sz="1750" spc="10" dirty="0">
                <a:latin typeface="Times New Roman"/>
                <a:cs typeface="Times New Roman"/>
              </a:rPr>
              <a:t>S</a:t>
            </a:r>
            <a:r>
              <a:rPr sz="1725" spc="15" baseline="-12077" dirty="0">
                <a:latin typeface="Times New Roman"/>
                <a:cs typeface="Times New Roman"/>
              </a:rPr>
              <a:t>1</a:t>
            </a:r>
            <a:r>
              <a:rPr sz="1750" spc="10" dirty="0">
                <a:latin typeface="Times New Roman"/>
                <a:cs typeface="Times New Roman"/>
              </a:rPr>
              <a:t>,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</a:t>
            </a:r>
            <a:r>
              <a:rPr sz="1725" baseline="-12077" dirty="0">
                <a:latin typeface="Times New Roman"/>
                <a:cs typeface="Times New Roman"/>
              </a:rPr>
              <a:t>2</a:t>
            </a:r>
            <a:r>
              <a:rPr sz="1750" dirty="0">
                <a:latin typeface="Times New Roman"/>
                <a:cs typeface="Times New Roman"/>
              </a:rPr>
              <a:t>, S</a:t>
            </a:r>
            <a:r>
              <a:rPr sz="1725" baseline="-12077" dirty="0">
                <a:latin typeface="Times New Roman"/>
                <a:cs typeface="Times New Roman"/>
              </a:rPr>
              <a:t>3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S</a:t>
            </a:r>
            <a:r>
              <a:rPr sz="1725" spc="15" baseline="-12077" dirty="0">
                <a:latin typeface="Times New Roman"/>
                <a:cs typeface="Times New Roman"/>
              </a:rPr>
              <a:t>4</a:t>
            </a:r>
            <a:r>
              <a:rPr sz="1725" spc="232" baseline="-12077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, S</a:t>
            </a:r>
            <a:r>
              <a:rPr sz="1725" baseline="-12077" dirty="0">
                <a:latin typeface="Times New Roman"/>
                <a:cs typeface="Times New Roman"/>
              </a:rPr>
              <a:t>5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</a:t>
            </a:r>
            <a:r>
              <a:rPr sz="1725" baseline="-12077" dirty="0">
                <a:latin typeface="Times New Roman"/>
                <a:cs typeface="Times New Roman"/>
              </a:rPr>
              <a:t>6</a:t>
            </a:r>
            <a:r>
              <a:rPr sz="1725" spc="232" baseline="-12077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</a:t>
            </a:r>
            <a:r>
              <a:rPr sz="1725" baseline="-12077" dirty="0">
                <a:latin typeface="Times New Roman"/>
                <a:cs typeface="Times New Roman"/>
              </a:rPr>
              <a:t>7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S</a:t>
            </a:r>
            <a:r>
              <a:rPr sz="1725" spc="15" baseline="-12077" dirty="0">
                <a:latin typeface="Times New Roman"/>
                <a:cs typeface="Times New Roman"/>
              </a:rPr>
              <a:t>8</a:t>
            </a:r>
            <a:r>
              <a:rPr sz="1725" spc="232" baseline="-12077" dirty="0">
                <a:latin typeface="Times New Roman"/>
                <a:cs typeface="Times New Roman"/>
              </a:rPr>
              <a:t> </a:t>
            </a:r>
            <a:r>
              <a:rPr sz="1750" spc="-5" dirty="0">
                <a:latin typeface="Times New Roman"/>
                <a:cs typeface="Times New Roman"/>
              </a:rPr>
              <a:t>merged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54543" y="4302416"/>
            <a:ext cx="3093085" cy="1073150"/>
            <a:chOff x="2654543" y="4302416"/>
            <a:chExt cx="3093085" cy="107315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0435" y="5141851"/>
              <a:ext cx="111333" cy="23319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61538" y="4908693"/>
              <a:ext cx="3049270" cy="224790"/>
            </a:xfrm>
            <a:custGeom>
              <a:avLst/>
              <a:gdLst/>
              <a:ahLst/>
              <a:cxnLst/>
              <a:rect l="l" t="t" r="r" b="b"/>
              <a:pathLst>
                <a:path w="3049270" h="224789">
                  <a:moveTo>
                    <a:pt x="0" y="223849"/>
                  </a:moveTo>
                  <a:lnTo>
                    <a:pt x="1524099" y="224781"/>
                  </a:lnTo>
                </a:path>
                <a:path w="3049270" h="224789">
                  <a:moveTo>
                    <a:pt x="1524099" y="223849"/>
                  </a:moveTo>
                  <a:lnTo>
                    <a:pt x="3048198" y="224781"/>
                  </a:lnTo>
                </a:path>
                <a:path w="3049270" h="224789">
                  <a:moveTo>
                    <a:pt x="3048198" y="0"/>
                  </a:moveTo>
                  <a:lnTo>
                    <a:pt x="3049128" y="223849"/>
                  </a:lnTo>
                </a:path>
              </a:pathLst>
            </a:custGeom>
            <a:ln w="13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5948" y="4302416"/>
              <a:ext cx="111519" cy="251849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4230" y="3518962"/>
            <a:ext cx="111519" cy="25183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68385" y="3518962"/>
            <a:ext cx="111519" cy="25183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92485" y="3537616"/>
            <a:ext cx="111519" cy="25183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7998" y="3518962"/>
            <a:ext cx="111519" cy="25183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308678" y="3335390"/>
            <a:ext cx="606425" cy="10966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5" dirty="0">
                <a:latin typeface="Times New Roman"/>
                <a:cs typeface="Times New Roman"/>
              </a:rPr>
              <a:t>M</a:t>
            </a:r>
            <a:r>
              <a:rPr sz="1750" spc="-10" dirty="0">
                <a:latin typeface="Times New Roman"/>
                <a:cs typeface="Times New Roman"/>
              </a:rPr>
              <a:t>e</a:t>
            </a:r>
            <a:r>
              <a:rPr sz="1750" spc="10" dirty="0">
                <a:latin typeface="Times New Roman"/>
                <a:cs typeface="Times New Roman"/>
              </a:rPr>
              <a:t>r</a:t>
            </a:r>
            <a:r>
              <a:rPr sz="1750" spc="-20" dirty="0">
                <a:latin typeface="Times New Roman"/>
                <a:cs typeface="Times New Roman"/>
              </a:rPr>
              <a:t>g</a:t>
            </a:r>
            <a:r>
              <a:rPr sz="1750" dirty="0">
                <a:latin typeface="Times New Roman"/>
                <a:cs typeface="Times New Roman"/>
              </a:rPr>
              <a:t>e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50" spc="5" dirty="0">
                <a:latin typeface="Times New Roman"/>
                <a:cs typeface="Times New Roman"/>
              </a:rPr>
              <a:t>M</a:t>
            </a:r>
            <a:r>
              <a:rPr sz="1750" spc="-10" dirty="0">
                <a:latin typeface="Times New Roman"/>
                <a:cs typeface="Times New Roman"/>
              </a:rPr>
              <a:t>e</a:t>
            </a:r>
            <a:r>
              <a:rPr sz="1750" spc="10" dirty="0">
                <a:latin typeface="Times New Roman"/>
                <a:cs typeface="Times New Roman"/>
              </a:rPr>
              <a:t>r</a:t>
            </a:r>
            <a:r>
              <a:rPr sz="1750" spc="-20" dirty="0">
                <a:latin typeface="Times New Roman"/>
                <a:cs typeface="Times New Roman"/>
              </a:rPr>
              <a:t>g</a:t>
            </a:r>
            <a:r>
              <a:rPr sz="1750" dirty="0">
                <a:latin typeface="Times New Roman"/>
                <a:cs typeface="Times New Roman"/>
              </a:rPr>
              <a:t>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22" name="object 22"/>
          <p:cNvSpPr txBox="1"/>
          <p:nvPr/>
        </p:nvSpPr>
        <p:spPr>
          <a:xfrm>
            <a:off x="7308678" y="4921661"/>
            <a:ext cx="60642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5" dirty="0">
                <a:latin typeface="Times New Roman"/>
                <a:cs typeface="Times New Roman"/>
              </a:rPr>
              <a:t>M</a:t>
            </a:r>
            <a:r>
              <a:rPr sz="1750" spc="-10" dirty="0">
                <a:latin typeface="Times New Roman"/>
                <a:cs typeface="Times New Roman"/>
              </a:rPr>
              <a:t>e</a:t>
            </a:r>
            <a:r>
              <a:rPr sz="1750" spc="10" dirty="0">
                <a:latin typeface="Times New Roman"/>
                <a:cs typeface="Times New Roman"/>
              </a:rPr>
              <a:t>r</a:t>
            </a:r>
            <a:r>
              <a:rPr sz="1750" spc="-20" dirty="0">
                <a:latin typeface="Times New Roman"/>
                <a:cs typeface="Times New Roman"/>
              </a:rPr>
              <a:t>g</a:t>
            </a:r>
            <a:r>
              <a:rPr sz="1750" dirty="0">
                <a:latin typeface="Times New Roman"/>
                <a:cs typeface="Times New Roman"/>
              </a:rPr>
              <a:t>e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0895" y="268478"/>
            <a:ext cx="34436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Search</a:t>
            </a:r>
            <a:r>
              <a:rPr spc="-200" dirty="0"/>
              <a:t> </a:t>
            </a:r>
            <a:r>
              <a:rPr spc="-5" dirty="0"/>
              <a:t>Algorit</a:t>
            </a:r>
            <a:r>
              <a:rPr dirty="0"/>
              <a:t>h</a:t>
            </a:r>
            <a:r>
              <a:rPr spc="-5" dirty="0"/>
              <a:t>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151" y="1300734"/>
            <a:ext cx="8166734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49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Searching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</a:t>
            </a:r>
            <a:r>
              <a:rPr sz="2400" dirty="0">
                <a:latin typeface="Times New Roman"/>
                <a:cs typeface="Times New Roman"/>
              </a:rPr>
              <a:t> of</a:t>
            </a:r>
            <a:r>
              <a:rPr sz="2400" spc="-5" dirty="0">
                <a:latin typeface="Times New Roman"/>
                <a:cs typeface="Times New Roman"/>
              </a:rPr>
              <a:t> looking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set.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element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 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found 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 </a:t>
            </a:r>
            <a:r>
              <a:rPr sz="2400" spc="-5" dirty="0">
                <a:latin typeface="Times New Roman"/>
                <a:cs typeface="Times New Roman"/>
              </a:rPr>
              <a:t>not.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  <a:tabLst>
                <a:tab pos="2131060" algn="l"/>
              </a:tabLst>
            </a:pPr>
            <a:r>
              <a:rPr sz="2400" dirty="0">
                <a:latin typeface="Times New Roman"/>
                <a:cs typeface="Times New Roman"/>
              </a:rPr>
              <a:t>How to search?	</a:t>
            </a:r>
            <a:r>
              <a:rPr sz="2400" spc="-60" dirty="0">
                <a:latin typeface="Times New Roman"/>
                <a:cs typeface="Times New Roman"/>
              </a:rPr>
              <a:t>Two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methods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 marL="266065" indent="-254000">
              <a:lnSpc>
                <a:spcPct val="100000"/>
              </a:lnSpc>
              <a:spcBef>
                <a:spcPts val="575"/>
              </a:spcBef>
              <a:buFont typeface="Times New Roman"/>
              <a:buChar char="-"/>
              <a:tabLst>
                <a:tab pos="266065" algn="l"/>
                <a:tab pos="266700" algn="l"/>
                <a:tab pos="2210435" algn="l"/>
              </a:tabLst>
            </a:pP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Linear</a:t>
            </a:r>
            <a:r>
              <a:rPr sz="2400" i="1" u="heavy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i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search:</a:t>
            </a:r>
            <a:r>
              <a:rPr sz="2400" i="1" spc="-15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search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elements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sequence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first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last.</a:t>
            </a:r>
            <a:endParaRPr sz="2400">
              <a:latin typeface="Times New Roman"/>
              <a:cs typeface="Times New Roman"/>
            </a:endParaRPr>
          </a:p>
          <a:p>
            <a:pPr marL="266065" marR="230504" indent="-266065">
              <a:lnSpc>
                <a:spcPct val="120000"/>
              </a:lnSpc>
              <a:spcBef>
                <a:spcPts val="2020"/>
              </a:spcBef>
              <a:buFont typeface="Times New Roman"/>
              <a:buChar char="-"/>
              <a:tabLst>
                <a:tab pos="266065" algn="l"/>
                <a:tab pos="266700" algn="l"/>
                <a:tab pos="2226945" algn="l"/>
              </a:tabLst>
            </a:pPr>
            <a:r>
              <a:rPr sz="2400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Binary </a:t>
            </a:r>
            <a:r>
              <a:rPr sz="2400" i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search:</a:t>
            </a:r>
            <a:r>
              <a:rPr sz="2400" i="1" spc="-15" dirty="0">
                <a:latin typeface="Times New Roman"/>
                <a:cs typeface="Times New Roman"/>
              </a:rPr>
              <a:t>		</a:t>
            </a:r>
            <a:r>
              <a:rPr sz="2400" dirty="0">
                <a:latin typeface="Times New Roman"/>
                <a:cs typeface="Times New Roman"/>
              </a:rPr>
              <a:t>search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ordered</a:t>
            </a:r>
            <a:r>
              <a:rPr sz="24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consideration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one-half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5" dirty="0">
                <a:latin typeface="Times New Roman"/>
                <a:cs typeface="Times New Roman"/>
              </a:rPr>
              <a:t> list</a:t>
            </a:r>
            <a:r>
              <a:rPr sz="2400" dirty="0">
                <a:latin typeface="Times New Roman"/>
                <a:cs typeface="Times New Roman"/>
              </a:rPr>
              <a:t> 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stop.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2950" y="293623"/>
            <a:ext cx="2577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90" dirty="0"/>
              <a:t> </a:t>
            </a:r>
            <a:r>
              <a:rPr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310" y="1166621"/>
            <a:ext cx="8359140" cy="321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175" marR="5080">
              <a:lnSpc>
                <a:spcPct val="100000"/>
              </a:lnSpc>
              <a:spcBef>
                <a:spcPts val="95"/>
              </a:spcBef>
              <a:tabLst>
                <a:tab pos="3061335" algn="l"/>
              </a:tabLst>
            </a:pP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linear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search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approach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compares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key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element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(target) 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sequentially</a:t>
            </a:r>
            <a:r>
              <a:rPr sz="2300" i="1" spc="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each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element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list.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method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continues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do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so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until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dirty="0">
                <a:latin typeface="Times New Roman"/>
                <a:cs typeface="Times New Roman"/>
              </a:rPr>
              <a:t> key </a:t>
            </a:r>
            <a:r>
              <a:rPr sz="2300" spc="-5" dirty="0">
                <a:latin typeface="Times New Roman"/>
                <a:cs typeface="Times New Roman"/>
              </a:rPr>
              <a:t>matches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element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list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or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list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exhausted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without a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match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being</a:t>
            </a:r>
            <a:r>
              <a:rPr sz="2300" dirty="0">
                <a:latin typeface="Times New Roman"/>
                <a:cs typeface="Times New Roman"/>
              </a:rPr>
              <a:t> found.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If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match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dirty="0">
                <a:latin typeface="Times New Roman"/>
                <a:cs typeface="Times New Roman"/>
              </a:rPr>
              <a:t> found,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linear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search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Times New Roman"/>
                <a:cs typeface="Times New Roman"/>
              </a:rPr>
              <a:t>returns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300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Times New Roman"/>
                <a:cs typeface="Times New Roman"/>
              </a:rPr>
              <a:t>index</a:t>
            </a:r>
            <a:r>
              <a:rPr sz="2300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of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that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element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list.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If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no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match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found,</a:t>
            </a:r>
            <a:r>
              <a:rPr sz="2300" spc="-5" dirty="0">
                <a:latin typeface="Times New Roman"/>
                <a:cs typeface="Times New Roman"/>
              </a:rPr>
              <a:t> the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search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fails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returns</a:t>
            </a:r>
            <a:r>
              <a:rPr sz="2300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Times New Roman"/>
                <a:cs typeface="Times New Roman"/>
              </a:rPr>
              <a:t>-1</a:t>
            </a:r>
            <a:r>
              <a:rPr sz="2300" spc="-5" dirty="0">
                <a:latin typeface="Times New Roman"/>
                <a:cs typeface="Times New Roman"/>
              </a:rPr>
              <a:t>).	The search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time is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O(n)</a:t>
            </a:r>
            <a:r>
              <a:rPr sz="2300" spc="-5" dirty="0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ts val="1864"/>
              </a:lnSpc>
            </a:pPr>
            <a:r>
              <a:rPr sz="1600" spc="-45" dirty="0">
                <a:latin typeface="Courier New"/>
                <a:cs typeface="Courier New"/>
              </a:rPr>
              <a:t>public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spc="-45" dirty="0">
                <a:latin typeface="Courier New"/>
                <a:cs typeface="Courier New"/>
              </a:rPr>
              <a:t>class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LinearSearch</a:t>
            </a:r>
            <a:r>
              <a:rPr sz="1600" spc="-75" dirty="0">
                <a:latin typeface="Courier New"/>
                <a:cs typeface="Courier New"/>
              </a:rPr>
              <a:t> </a:t>
            </a:r>
            <a:r>
              <a:rPr sz="1600" spc="-3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44475" marR="1956435">
              <a:lnSpc>
                <a:spcPts val="1830"/>
              </a:lnSpc>
              <a:spcBef>
                <a:spcPts val="80"/>
              </a:spcBef>
            </a:pPr>
            <a:r>
              <a:rPr sz="1600" spc="-45" dirty="0">
                <a:latin typeface="Courier New"/>
                <a:cs typeface="Courier New"/>
              </a:rPr>
              <a:t>/** The method for </a:t>
            </a:r>
            <a:r>
              <a:rPr sz="1600" spc="-50" dirty="0">
                <a:latin typeface="Courier New"/>
                <a:cs typeface="Courier New"/>
              </a:rPr>
              <a:t>finding </a:t>
            </a:r>
            <a:r>
              <a:rPr sz="1600" spc="-35" dirty="0">
                <a:latin typeface="Courier New"/>
                <a:cs typeface="Courier New"/>
              </a:rPr>
              <a:t>a </a:t>
            </a:r>
            <a:r>
              <a:rPr sz="1600" spc="-45" dirty="0">
                <a:latin typeface="Courier New"/>
                <a:cs typeface="Courier New"/>
              </a:rPr>
              <a:t>key </a:t>
            </a:r>
            <a:r>
              <a:rPr sz="1600" spc="-40" dirty="0">
                <a:latin typeface="Courier New"/>
                <a:cs typeface="Courier New"/>
              </a:rPr>
              <a:t>in </a:t>
            </a:r>
            <a:r>
              <a:rPr sz="1600" spc="-45" dirty="0">
                <a:latin typeface="Courier New"/>
                <a:cs typeface="Courier New"/>
              </a:rPr>
              <a:t>the list </a:t>
            </a:r>
            <a:r>
              <a:rPr sz="1600" spc="-50" dirty="0">
                <a:latin typeface="Courier New"/>
                <a:cs typeface="Courier New"/>
              </a:rPr>
              <a:t>*/ </a:t>
            </a:r>
            <a:r>
              <a:rPr sz="1600" spc="-45" dirty="0">
                <a:latin typeface="Courier New"/>
                <a:cs typeface="Courier New"/>
              </a:rPr>
              <a:t> public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spc="-45" dirty="0">
                <a:latin typeface="Courier New"/>
                <a:cs typeface="Courier New"/>
              </a:rPr>
              <a:t>static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45" dirty="0">
                <a:latin typeface="Courier New"/>
                <a:cs typeface="Courier New"/>
              </a:rPr>
              <a:t>int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linearSearch(int[]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45" dirty="0">
                <a:latin typeface="Courier New"/>
                <a:cs typeface="Courier New"/>
              </a:rPr>
              <a:t>list,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45" dirty="0">
                <a:latin typeface="Courier New"/>
                <a:cs typeface="Courier New"/>
              </a:rPr>
              <a:t>int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45" dirty="0">
                <a:latin typeface="Courier New"/>
                <a:cs typeface="Courier New"/>
              </a:rPr>
              <a:t>key)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spc="-3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636" y="4379454"/>
            <a:ext cx="4298315" cy="2330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95"/>
              </a:lnSpc>
            </a:pPr>
            <a:r>
              <a:rPr sz="1600" spc="-45" dirty="0">
                <a:latin typeface="Courier New"/>
                <a:cs typeface="Courier New"/>
              </a:rPr>
              <a:t>for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spc="-45" dirty="0">
                <a:latin typeface="Courier New"/>
                <a:cs typeface="Courier New"/>
              </a:rPr>
              <a:t>(int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35" dirty="0">
                <a:latin typeface="Courier New"/>
                <a:cs typeface="Courier New"/>
              </a:rPr>
              <a:t>i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35" dirty="0">
                <a:latin typeface="Courier New"/>
                <a:cs typeface="Courier New"/>
              </a:rPr>
              <a:t>=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spc="-40" dirty="0">
                <a:latin typeface="Courier New"/>
                <a:cs typeface="Courier New"/>
              </a:rPr>
              <a:t>0;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35" dirty="0">
                <a:latin typeface="Courier New"/>
                <a:cs typeface="Courier New"/>
              </a:rPr>
              <a:t>i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35" dirty="0">
                <a:latin typeface="Courier New"/>
                <a:cs typeface="Courier New"/>
              </a:rPr>
              <a:t>&lt;</a:t>
            </a:r>
            <a:r>
              <a:rPr sz="1600" spc="-70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list.length;</a:t>
            </a:r>
            <a:r>
              <a:rPr sz="1600" spc="-65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i++)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333" y="4568896"/>
            <a:ext cx="2461895" cy="7359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76250" marR="5080" indent="-232410">
              <a:lnSpc>
                <a:spcPts val="1810"/>
              </a:lnSpc>
              <a:spcBef>
                <a:spcPts val="265"/>
              </a:spcBef>
            </a:pPr>
            <a:r>
              <a:rPr sz="1600" spc="-40" dirty="0">
                <a:latin typeface="Courier New"/>
                <a:cs typeface="Courier New"/>
              </a:rPr>
              <a:t>if</a:t>
            </a:r>
            <a:r>
              <a:rPr sz="1600" spc="-90" dirty="0">
                <a:latin typeface="Courier New"/>
                <a:cs typeface="Courier New"/>
              </a:rPr>
              <a:t> </a:t>
            </a:r>
            <a:r>
              <a:rPr sz="1600" spc="-45" dirty="0">
                <a:latin typeface="Courier New"/>
                <a:cs typeface="Courier New"/>
              </a:rPr>
              <a:t>(key</a:t>
            </a:r>
            <a:r>
              <a:rPr sz="1600" spc="-90" dirty="0">
                <a:latin typeface="Courier New"/>
                <a:cs typeface="Courier New"/>
              </a:rPr>
              <a:t> </a:t>
            </a:r>
            <a:r>
              <a:rPr sz="1600" spc="-40" dirty="0">
                <a:latin typeface="Courier New"/>
                <a:cs typeface="Courier New"/>
              </a:rPr>
              <a:t>==</a:t>
            </a:r>
            <a:r>
              <a:rPr sz="1600" spc="-90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list[i])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45" dirty="0">
                <a:latin typeface="Courier New"/>
                <a:cs typeface="Courier New"/>
              </a:rPr>
              <a:t>return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i;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00"/>
              </a:lnSpc>
            </a:pPr>
            <a:r>
              <a:rPr sz="1600" spc="-45" dirty="0">
                <a:latin typeface="Courier New"/>
                <a:cs typeface="Courier New"/>
              </a:rPr>
              <a:t>return</a:t>
            </a:r>
            <a:r>
              <a:rPr sz="1600" spc="-110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-1;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2922" y="5262265"/>
            <a:ext cx="143510" cy="271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spc="-3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310" y="5495697"/>
            <a:ext cx="143510" cy="271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spc="-3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630314" y="4873229"/>
          <a:ext cx="3143250" cy="251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2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219907" y="4830167"/>
            <a:ext cx="264160" cy="271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spc="-30" dirty="0">
                <a:latin typeface="Times New Roman"/>
                <a:cs typeface="Times New Roman"/>
              </a:rPr>
              <a:t>l</a:t>
            </a:r>
            <a:r>
              <a:rPr sz="1600" spc="-20" dirty="0">
                <a:latin typeface="Times New Roman"/>
                <a:cs typeface="Times New Roman"/>
              </a:rPr>
              <a:t>ist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23277" y="5243918"/>
            <a:ext cx="3512820" cy="271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33705" algn="l"/>
              </a:tabLst>
            </a:pPr>
            <a:r>
              <a:rPr sz="1600" spc="-30" dirty="0">
                <a:latin typeface="Times New Roman"/>
                <a:cs typeface="Times New Roman"/>
              </a:rPr>
              <a:t>k</a:t>
            </a:r>
            <a:r>
              <a:rPr sz="1600" spc="-50" dirty="0">
                <a:latin typeface="Times New Roman"/>
                <a:cs typeface="Times New Roman"/>
              </a:rPr>
              <a:t>e</a:t>
            </a:r>
            <a:r>
              <a:rPr sz="1600" spc="-30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40" dirty="0">
                <a:latin typeface="Times New Roman"/>
                <a:cs typeface="Times New Roman"/>
              </a:rPr>
              <a:t>C</a:t>
            </a:r>
            <a:r>
              <a:rPr sz="1600" spc="-55" dirty="0">
                <a:latin typeface="Times New Roman"/>
                <a:cs typeface="Times New Roman"/>
              </a:rPr>
              <a:t>o</a:t>
            </a:r>
            <a:r>
              <a:rPr sz="1600" spc="-60" dirty="0">
                <a:latin typeface="Times New Roman"/>
                <a:cs typeface="Times New Roman"/>
              </a:rPr>
              <a:t>m</a:t>
            </a:r>
            <a:r>
              <a:rPr sz="1600" spc="-30" dirty="0">
                <a:latin typeface="Times New Roman"/>
                <a:cs typeface="Times New Roman"/>
              </a:rPr>
              <a:t>par</a:t>
            </a:r>
            <a:r>
              <a:rPr sz="1600" spc="-25" dirty="0">
                <a:latin typeface="Times New Roman"/>
                <a:cs typeface="Times New Roman"/>
              </a:rPr>
              <a:t>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k</a:t>
            </a:r>
            <a:r>
              <a:rPr sz="1600" spc="-50" dirty="0">
                <a:latin typeface="Times New Roman"/>
                <a:cs typeface="Times New Roman"/>
              </a:rPr>
              <a:t>e</a:t>
            </a:r>
            <a:r>
              <a:rPr sz="1600" spc="-30" dirty="0">
                <a:latin typeface="Times New Roman"/>
                <a:cs typeface="Times New Roman"/>
              </a:rPr>
              <a:t>y </a:t>
            </a:r>
            <a:r>
              <a:rPr sz="1600" spc="-85" dirty="0">
                <a:latin typeface="Times New Roman"/>
                <a:cs typeface="Times New Roman"/>
              </a:rPr>
              <a:t>w</a:t>
            </a:r>
            <a:r>
              <a:rPr sz="1600" spc="-20" dirty="0">
                <a:latin typeface="Times New Roman"/>
                <a:cs typeface="Times New Roman"/>
              </a:rPr>
              <a:t>ith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l</a:t>
            </a:r>
            <a:r>
              <a:rPr sz="1600" spc="-20" dirty="0">
                <a:latin typeface="Times New Roman"/>
                <a:cs typeface="Times New Roman"/>
              </a:rPr>
              <a:t>is</a:t>
            </a:r>
            <a:r>
              <a:rPr sz="1600" spc="-35" dirty="0">
                <a:latin typeface="Times New Roman"/>
                <a:cs typeface="Times New Roman"/>
              </a:rPr>
              <a:t>t[</a:t>
            </a:r>
            <a:r>
              <a:rPr sz="1600" spc="-20" dirty="0">
                <a:latin typeface="Times New Roman"/>
                <a:cs typeface="Times New Roman"/>
              </a:rPr>
              <a:t>i]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f</a:t>
            </a:r>
            <a:r>
              <a:rPr sz="1600" spc="-50" dirty="0">
                <a:latin typeface="Times New Roman"/>
                <a:cs typeface="Times New Roman"/>
              </a:rPr>
              <a:t>o</a:t>
            </a:r>
            <a:r>
              <a:rPr sz="1600" spc="-20" dirty="0">
                <a:latin typeface="Times New Roman"/>
                <a:cs typeface="Times New Roman"/>
              </a:rPr>
              <a:t>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i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= </a:t>
            </a:r>
            <a:r>
              <a:rPr sz="1600" spc="-45" dirty="0">
                <a:latin typeface="Times New Roman"/>
                <a:cs typeface="Times New Roman"/>
              </a:rPr>
              <a:t>0</a:t>
            </a:r>
            <a:r>
              <a:rPr sz="1600" spc="-15" dirty="0">
                <a:latin typeface="Times New Roman"/>
                <a:cs typeface="Times New Roman"/>
              </a:rPr>
              <a:t>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55780" y="4587842"/>
            <a:ext cx="10401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35" dirty="0">
                <a:latin typeface="Times New Roman"/>
                <a:cs typeface="Times New Roman"/>
              </a:rPr>
              <a:t>[0]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spc="-35" dirty="0">
                <a:latin typeface="Times New Roman"/>
                <a:cs typeface="Times New Roman"/>
              </a:rPr>
              <a:t>[1]</a:t>
            </a:r>
            <a:r>
              <a:rPr sz="1400" spc="300" dirty="0">
                <a:latin typeface="Times New Roman"/>
                <a:cs typeface="Times New Roman"/>
              </a:rPr>
              <a:t> </a:t>
            </a:r>
            <a:r>
              <a:rPr sz="1400" spc="-35" dirty="0">
                <a:latin typeface="Times New Roman"/>
                <a:cs typeface="Times New Roman"/>
              </a:rPr>
              <a:t>[2]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spc="-65" dirty="0">
                <a:latin typeface="Times New Roman"/>
                <a:cs typeface="Times New Roman"/>
              </a:rPr>
              <a:t>…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7803" y="293623"/>
            <a:ext cx="2628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90" dirty="0"/>
              <a:t> </a:t>
            </a:r>
            <a:r>
              <a:rPr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302" y="1242059"/>
            <a:ext cx="8470900" cy="463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binary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work,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4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list</a:t>
            </a:r>
            <a:r>
              <a:rPr sz="24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must be</a:t>
            </a:r>
            <a:r>
              <a:rPr sz="24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sorted</a:t>
            </a:r>
            <a:r>
              <a:rPr sz="24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first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014"/>
              </a:spcBef>
            </a:pPr>
            <a:r>
              <a:rPr sz="2400" dirty="0">
                <a:latin typeface="Times New Roman"/>
                <a:cs typeface="Times New Roman"/>
              </a:rPr>
              <a:t>Algorithm: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ordered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key,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binary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compares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middle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list.</a:t>
            </a:r>
            <a:endParaRPr sz="2400">
              <a:latin typeface="Times New Roman"/>
              <a:cs typeface="Times New Roman"/>
            </a:endParaRPr>
          </a:p>
          <a:p>
            <a:pPr marL="240665" marR="335280" indent="-228600">
              <a:lnSpc>
                <a:spcPct val="120100"/>
              </a:lnSpc>
              <a:spcBef>
                <a:spcPts val="1435"/>
              </a:spcBef>
              <a:buChar char="-"/>
              <a:tabLst>
                <a:tab pos="266065" algn="l"/>
                <a:tab pos="26670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5" dirty="0">
                <a:latin typeface="Times New Roman"/>
                <a:cs typeface="Times New Roman"/>
              </a:rPr>
              <a:t> 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less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than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4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middle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element</a:t>
            </a:r>
            <a:r>
              <a:rPr sz="2400" spc="-5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recursively</a:t>
            </a:r>
            <a:r>
              <a:rPr sz="24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binary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</a:t>
            </a:r>
            <a:r>
              <a:rPr sz="2400" dirty="0">
                <a:latin typeface="Times New Roman"/>
                <a:cs typeface="Times New Roman"/>
              </a:rPr>
              <a:t> half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list.</a:t>
            </a:r>
            <a:endParaRPr sz="2400">
              <a:latin typeface="Times New Roman"/>
              <a:cs typeface="Times New Roman"/>
            </a:endParaRPr>
          </a:p>
          <a:p>
            <a:pPr marL="240665" marR="765810" indent="-228600">
              <a:lnSpc>
                <a:spcPct val="120000"/>
              </a:lnSpc>
              <a:buChar char="-"/>
              <a:tabLst>
                <a:tab pos="266065" algn="l"/>
                <a:tab pos="26670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5" dirty="0">
                <a:latin typeface="Times New Roman"/>
                <a:cs typeface="Times New Roman"/>
              </a:rPr>
              <a:t> 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equal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the middle</a:t>
            </a:r>
            <a:r>
              <a:rPr sz="24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element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search</a:t>
            </a:r>
            <a:r>
              <a:rPr sz="24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ends</a:t>
            </a: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" dirty="0">
                <a:latin typeface="Times New Roman"/>
                <a:cs typeface="Times New Roman"/>
              </a:rPr>
              <a:t>element.</a:t>
            </a:r>
            <a:endParaRPr sz="2400">
              <a:latin typeface="Times New Roman"/>
              <a:cs typeface="Times New Roman"/>
            </a:endParaRPr>
          </a:p>
          <a:p>
            <a:pPr marL="240665" marR="801370" indent="-228600">
              <a:lnSpc>
                <a:spcPct val="120000"/>
              </a:lnSpc>
              <a:buChar char="-"/>
              <a:tabLst>
                <a:tab pos="266065" algn="l"/>
                <a:tab pos="266700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key</a:t>
            </a:r>
            <a:r>
              <a:rPr sz="2400" spc="-5" dirty="0">
                <a:latin typeface="Times New Roman"/>
                <a:cs typeface="Times New Roman"/>
              </a:rPr>
              <a:t> 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greater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than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middle</a:t>
            </a:r>
            <a:r>
              <a:rPr sz="24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element</a:t>
            </a:r>
            <a:r>
              <a:rPr sz="2400" spc="-5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recursively</a:t>
            </a:r>
            <a:r>
              <a:rPr sz="24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binary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</a:t>
            </a:r>
            <a:r>
              <a:rPr sz="2400" dirty="0">
                <a:latin typeface="Times New Roman"/>
                <a:cs typeface="Times New Roman"/>
              </a:rPr>
              <a:t> half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list.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O(log</a:t>
            </a:r>
            <a:r>
              <a:rPr sz="240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n)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302" y="179323"/>
            <a:ext cx="1651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85110" y="1712468"/>
            <a:ext cx="5697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09215" algn="l"/>
                <a:tab pos="3095625" algn="l"/>
              </a:tabLst>
            </a:pPr>
            <a:r>
              <a:rPr sz="2000" spc="-5" dirty="0">
                <a:latin typeface="Times New Roman"/>
                <a:cs typeface="Times New Roman"/>
              </a:rPr>
              <a:t>[0]</a:t>
            </a:r>
            <a:r>
              <a:rPr sz="2000" spc="5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[1]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[2]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[3]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[4]</a:t>
            </a:r>
            <a:r>
              <a:rPr sz="2000" spc="5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[5]	[6]	[7]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[8]  [9]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[10]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[11] </a:t>
            </a:r>
            <a:r>
              <a:rPr sz="2000" spc="-5" dirty="0">
                <a:latin typeface="Times New Roman"/>
                <a:cs typeface="Times New Roman"/>
              </a:rPr>
              <a:t>[12]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4436" y="2197989"/>
            <a:ext cx="5869940" cy="309880"/>
          </a:xfrm>
          <a:prstGeom prst="rect">
            <a:avLst/>
          </a:prstGeom>
          <a:ln w="2666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2090"/>
              </a:lnSpc>
              <a:tabLst>
                <a:tab pos="570865" algn="l"/>
                <a:tab pos="952500" algn="l"/>
                <a:tab pos="1332865" algn="l"/>
                <a:tab pos="1777364" algn="l"/>
                <a:tab pos="2212340" algn="l"/>
                <a:tab pos="2762885" algn="l"/>
                <a:tab pos="3231515" algn="l"/>
                <a:tab pos="3675379" algn="l"/>
                <a:tab pos="4119879" algn="l"/>
                <a:tab pos="4564380" algn="l"/>
                <a:tab pos="5007610" algn="l"/>
                <a:tab pos="5452745" algn="l"/>
              </a:tabLst>
            </a:pPr>
            <a:r>
              <a:rPr sz="2000" spc="-5" dirty="0">
                <a:latin typeface="Times New Roman"/>
                <a:cs typeface="Times New Roman"/>
              </a:rPr>
              <a:t>2	4	7	10	</a:t>
            </a:r>
            <a:r>
              <a:rPr sz="2000" spc="-40" dirty="0">
                <a:latin typeface="Times New Roman"/>
                <a:cs typeface="Times New Roman"/>
              </a:rPr>
              <a:t>11	</a:t>
            </a:r>
            <a:r>
              <a:rPr sz="2000" spc="-5" dirty="0">
                <a:latin typeface="Times New Roman"/>
                <a:cs typeface="Times New Roman"/>
              </a:rPr>
              <a:t>45	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50	</a:t>
            </a:r>
            <a:r>
              <a:rPr sz="2000" spc="-5" dirty="0">
                <a:latin typeface="Times New Roman"/>
                <a:cs typeface="Times New Roman"/>
              </a:rPr>
              <a:t>59	60	66	69	70	79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129" y="1125219"/>
            <a:ext cx="995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6095" algn="l"/>
              </a:tabLst>
            </a:pP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key	is</a:t>
            </a:r>
            <a:r>
              <a:rPr sz="2000" spc="-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-40" dirty="0">
                <a:solidFill>
                  <a:srgbClr val="0000FF"/>
                </a:solidFill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129" y="1743456"/>
            <a:ext cx="9798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6095" algn="l"/>
              </a:tabLst>
            </a:pPr>
            <a:r>
              <a:rPr sz="2000" spc="-5" dirty="0">
                <a:latin typeface="Times New Roman"/>
                <a:cs typeface="Times New Roman"/>
              </a:rPr>
              <a:t>key	&lt;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7833" y="2146045"/>
            <a:ext cx="3359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list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42635" y="1062989"/>
            <a:ext cx="420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mid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68365" y="1423669"/>
            <a:ext cx="172720" cy="435609"/>
            <a:chOff x="5468365" y="1423669"/>
            <a:chExt cx="172720" cy="435609"/>
          </a:xfrm>
        </p:grpSpPr>
        <p:sp>
          <p:nvSpPr>
            <p:cNvPr id="10" name="object 10"/>
            <p:cNvSpPr/>
            <p:nvPr/>
          </p:nvSpPr>
          <p:spPr>
            <a:xfrm>
              <a:off x="5469254" y="1424558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4" h="433705">
                  <a:moveTo>
                    <a:pt x="0" y="247014"/>
                  </a:moveTo>
                  <a:lnTo>
                    <a:pt x="85344" y="433577"/>
                  </a:lnTo>
                  <a:lnTo>
                    <a:pt x="142220" y="309244"/>
                  </a:lnTo>
                  <a:lnTo>
                    <a:pt x="85344" y="309244"/>
                  </a:lnTo>
                  <a:lnTo>
                    <a:pt x="0" y="247014"/>
                  </a:lnTo>
                  <a:close/>
                </a:path>
                <a:path w="170814" h="433705">
                  <a:moveTo>
                    <a:pt x="113792" y="0"/>
                  </a:moveTo>
                  <a:lnTo>
                    <a:pt x="85344" y="0"/>
                  </a:lnTo>
                  <a:lnTo>
                    <a:pt x="85344" y="309244"/>
                  </a:lnTo>
                  <a:lnTo>
                    <a:pt x="113792" y="288501"/>
                  </a:lnTo>
                  <a:lnTo>
                    <a:pt x="113792" y="0"/>
                  </a:lnTo>
                  <a:close/>
                </a:path>
                <a:path w="170814" h="433705">
                  <a:moveTo>
                    <a:pt x="170687" y="247014"/>
                  </a:moveTo>
                  <a:lnTo>
                    <a:pt x="113792" y="288501"/>
                  </a:lnTo>
                  <a:lnTo>
                    <a:pt x="113792" y="309244"/>
                  </a:lnTo>
                  <a:lnTo>
                    <a:pt x="142220" y="309244"/>
                  </a:lnTo>
                  <a:lnTo>
                    <a:pt x="170687" y="2470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69254" y="1424558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4" h="433705">
                  <a:moveTo>
                    <a:pt x="113792" y="0"/>
                  </a:moveTo>
                  <a:lnTo>
                    <a:pt x="113792" y="309244"/>
                  </a:lnTo>
                  <a:lnTo>
                    <a:pt x="85344" y="309244"/>
                  </a:lnTo>
                  <a:lnTo>
                    <a:pt x="85344" y="0"/>
                  </a:lnTo>
                  <a:lnTo>
                    <a:pt x="113792" y="0"/>
                  </a:lnTo>
                  <a:close/>
                </a:path>
                <a:path w="170814" h="433705">
                  <a:moveTo>
                    <a:pt x="85344" y="309244"/>
                  </a:moveTo>
                  <a:lnTo>
                    <a:pt x="170687" y="247014"/>
                  </a:lnTo>
                  <a:lnTo>
                    <a:pt x="85344" y="433577"/>
                  </a:lnTo>
                  <a:lnTo>
                    <a:pt x="0" y="247014"/>
                  </a:lnTo>
                  <a:lnTo>
                    <a:pt x="85344" y="3092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85110" y="3353308"/>
            <a:ext cx="24333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[0]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[1]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[2]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[3]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[4]  [5]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5129" y="3693667"/>
            <a:ext cx="8528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6095" algn="l"/>
              </a:tabLst>
            </a:pPr>
            <a:r>
              <a:rPr sz="2000" spc="-5" dirty="0">
                <a:latin typeface="Times New Roman"/>
                <a:cs typeface="Times New Roman"/>
              </a:rPr>
              <a:t>key	&gt;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1884" y="5394959"/>
            <a:ext cx="11588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key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3000" spc="-7" baseline="-2777" dirty="0">
                <a:latin typeface="Courier New"/>
                <a:cs typeface="Courier New"/>
              </a:rPr>
              <a:t>==</a:t>
            </a:r>
            <a:r>
              <a:rPr sz="3000" spc="-89" baseline="-2777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Times New Roman"/>
                <a:cs typeface="Times New Roman"/>
              </a:rPr>
              <a:t>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49006" y="1062989"/>
            <a:ext cx="4781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high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59571" y="1423669"/>
            <a:ext cx="172720" cy="435609"/>
            <a:chOff x="8259571" y="1423669"/>
            <a:chExt cx="172720" cy="435609"/>
          </a:xfrm>
        </p:grpSpPr>
        <p:sp>
          <p:nvSpPr>
            <p:cNvPr id="17" name="object 17"/>
            <p:cNvSpPr/>
            <p:nvPr/>
          </p:nvSpPr>
          <p:spPr>
            <a:xfrm>
              <a:off x="8260460" y="1424558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5" h="433705">
                  <a:moveTo>
                    <a:pt x="0" y="247014"/>
                  </a:moveTo>
                  <a:lnTo>
                    <a:pt x="85344" y="433577"/>
                  </a:lnTo>
                  <a:lnTo>
                    <a:pt x="127986" y="340360"/>
                  </a:lnTo>
                  <a:lnTo>
                    <a:pt x="56896" y="340360"/>
                  </a:lnTo>
                  <a:lnTo>
                    <a:pt x="56896" y="288501"/>
                  </a:lnTo>
                  <a:lnTo>
                    <a:pt x="0" y="247014"/>
                  </a:lnTo>
                  <a:close/>
                </a:path>
                <a:path w="170815" h="433705">
                  <a:moveTo>
                    <a:pt x="170688" y="247014"/>
                  </a:moveTo>
                  <a:lnTo>
                    <a:pt x="85344" y="309244"/>
                  </a:lnTo>
                  <a:lnTo>
                    <a:pt x="85344" y="340360"/>
                  </a:lnTo>
                  <a:lnTo>
                    <a:pt x="127986" y="340360"/>
                  </a:lnTo>
                  <a:lnTo>
                    <a:pt x="170688" y="247014"/>
                  </a:lnTo>
                  <a:close/>
                </a:path>
                <a:path w="170815" h="433705">
                  <a:moveTo>
                    <a:pt x="85344" y="0"/>
                  </a:moveTo>
                  <a:lnTo>
                    <a:pt x="56896" y="31114"/>
                  </a:lnTo>
                  <a:lnTo>
                    <a:pt x="56896" y="288501"/>
                  </a:lnTo>
                  <a:lnTo>
                    <a:pt x="85344" y="309244"/>
                  </a:lnTo>
                  <a:lnTo>
                    <a:pt x="853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60460" y="1424558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5" h="433705">
                  <a:moveTo>
                    <a:pt x="85344" y="31114"/>
                  </a:moveTo>
                  <a:lnTo>
                    <a:pt x="85344" y="309244"/>
                  </a:lnTo>
                  <a:lnTo>
                    <a:pt x="85344" y="340360"/>
                  </a:lnTo>
                  <a:lnTo>
                    <a:pt x="56896" y="340360"/>
                  </a:lnTo>
                  <a:lnTo>
                    <a:pt x="56896" y="309244"/>
                  </a:lnTo>
                  <a:lnTo>
                    <a:pt x="56896" y="31114"/>
                  </a:lnTo>
                  <a:lnTo>
                    <a:pt x="85344" y="0"/>
                  </a:lnTo>
                  <a:lnTo>
                    <a:pt x="85344" y="31114"/>
                  </a:lnTo>
                  <a:close/>
                </a:path>
                <a:path w="170815" h="433705">
                  <a:moveTo>
                    <a:pt x="85344" y="309244"/>
                  </a:moveTo>
                  <a:lnTo>
                    <a:pt x="170688" y="247014"/>
                  </a:lnTo>
                  <a:lnTo>
                    <a:pt x="85344" y="433577"/>
                  </a:lnTo>
                  <a:lnTo>
                    <a:pt x="0" y="247014"/>
                  </a:lnTo>
                  <a:lnTo>
                    <a:pt x="85344" y="3092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721864" y="1062989"/>
            <a:ext cx="4070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low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847848" y="1423669"/>
            <a:ext cx="172720" cy="435609"/>
            <a:chOff x="2847848" y="1423669"/>
            <a:chExt cx="172720" cy="435609"/>
          </a:xfrm>
        </p:grpSpPr>
        <p:sp>
          <p:nvSpPr>
            <p:cNvPr id="21" name="object 21"/>
            <p:cNvSpPr/>
            <p:nvPr/>
          </p:nvSpPr>
          <p:spPr>
            <a:xfrm>
              <a:off x="2848737" y="1424558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4" h="433705">
                  <a:moveTo>
                    <a:pt x="0" y="247014"/>
                  </a:moveTo>
                  <a:lnTo>
                    <a:pt x="85343" y="433577"/>
                  </a:lnTo>
                  <a:lnTo>
                    <a:pt x="142220" y="309244"/>
                  </a:lnTo>
                  <a:lnTo>
                    <a:pt x="85343" y="309244"/>
                  </a:lnTo>
                  <a:lnTo>
                    <a:pt x="0" y="247014"/>
                  </a:lnTo>
                  <a:close/>
                </a:path>
                <a:path w="170814" h="433705">
                  <a:moveTo>
                    <a:pt x="113792" y="0"/>
                  </a:moveTo>
                  <a:lnTo>
                    <a:pt x="85343" y="0"/>
                  </a:lnTo>
                  <a:lnTo>
                    <a:pt x="85343" y="309244"/>
                  </a:lnTo>
                  <a:lnTo>
                    <a:pt x="113792" y="288501"/>
                  </a:lnTo>
                  <a:lnTo>
                    <a:pt x="113792" y="0"/>
                  </a:lnTo>
                  <a:close/>
                </a:path>
                <a:path w="170814" h="433705">
                  <a:moveTo>
                    <a:pt x="170687" y="247014"/>
                  </a:moveTo>
                  <a:lnTo>
                    <a:pt x="113792" y="288501"/>
                  </a:lnTo>
                  <a:lnTo>
                    <a:pt x="113792" y="309244"/>
                  </a:lnTo>
                  <a:lnTo>
                    <a:pt x="142220" y="309244"/>
                  </a:lnTo>
                  <a:lnTo>
                    <a:pt x="170687" y="2470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48737" y="1424558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4" h="433705">
                  <a:moveTo>
                    <a:pt x="113792" y="0"/>
                  </a:moveTo>
                  <a:lnTo>
                    <a:pt x="113792" y="309244"/>
                  </a:lnTo>
                  <a:lnTo>
                    <a:pt x="85343" y="309244"/>
                  </a:lnTo>
                  <a:lnTo>
                    <a:pt x="85343" y="0"/>
                  </a:lnTo>
                  <a:lnTo>
                    <a:pt x="113792" y="0"/>
                  </a:lnTo>
                  <a:close/>
                </a:path>
                <a:path w="170814" h="433705">
                  <a:moveTo>
                    <a:pt x="85343" y="309244"/>
                  </a:moveTo>
                  <a:lnTo>
                    <a:pt x="170687" y="247014"/>
                  </a:lnTo>
                  <a:lnTo>
                    <a:pt x="85343" y="433577"/>
                  </a:lnTo>
                  <a:lnTo>
                    <a:pt x="0" y="247014"/>
                  </a:lnTo>
                  <a:lnTo>
                    <a:pt x="85343" y="3092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03752" y="2702051"/>
            <a:ext cx="16776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09040" algn="l"/>
              </a:tabLst>
            </a:pPr>
            <a:r>
              <a:rPr sz="2000" spc="-5" dirty="0">
                <a:latin typeface="Times New Roman"/>
                <a:cs typeface="Times New Roman"/>
              </a:rPr>
              <a:t>mid	h</a:t>
            </a:r>
            <a:r>
              <a:rPr sz="2000" spc="15" dirty="0">
                <a:latin typeface="Times New Roman"/>
                <a:cs typeface="Times New Roman"/>
              </a:rPr>
              <a:t>i</a:t>
            </a:r>
            <a:r>
              <a:rPr sz="2000" spc="-5" dirty="0">
                <a:latin typeface="Times New Roman"/>
                <a:cs typeface="Times New Roman"/>
              </a:rPr>
              <a:t>gh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729482" y="3062732"/>
            <a:ext cx="173990" cy="435609"/>
            <a:chOff x="3729482" y="3062732"/>
            <a:chExt cx="173990" cy="435609"/>
          </a:xfrm>
        </p:grpSpPr>
        <p:sp>
          <p:nvSpPr>
            <p:cNvPr id="25" name="object 25"/>
            <p:cNvSpPr/>
            <p:nvPr/>
          </p:nvSpPr>
          <p:spPr>
            <a:xfrm>
              <a:off x="3730371" y="3063621"/>
              <a:ext cx="172720" cy="433705"/>
            </a:xfrm>
            <a:custGeom>
              <a:avLst/>
              <a:gdLst/>
              <a:ahLst/>
              <a:cxnLst/>
              <a:rect l="l" t="t" r="r" b="b"/>
              <a:pathLst>
                <a:path w="172720" h="433704">
                  <a:moveTo>
                    <a:pt x="0" y="248792"/>
                  </a:moveTo>
                  <a:lnTo>
                    <a:pt x="86994" y="433577"/>
                  </a:lnTo>
                  <a:lnTo>
                    <a:pt x="143572" y="310895"/>
                  </a:lnTo>
                  <a:lnTo>
                    <a:pt x="86994" y="310895"/>
                  </a:lnTo>
                  <a:lnTo>
                    <a:pt x="0" y="248792"/>
                  </a:lnTo>
                  <a:close/>
                </a:path>
                <a:path w="172720" h="433704">
                  <a:moveTo>
                    <a:pt x="115315" y="0"/>
                  </a:moveTo>
                  <a:lnTo>
                    <a:pt x="86994" y="0"/>
                  </a:lnTo>
                  <a:lnTo>
                    <a:pt x="86994" y="310895"/>
                  </a:lnTo>
                  <a:lnTo>
                    <a:pt x="115315" y="290256"/>
                  </a:lnTo>
                  <a:lnTo>
                    <a:pt x="115315" y="0"/>
                  </a:lnTo>
                  <a:close/>
                </a:path>
                <a:path w="172720" h="433704">
                  <a:moveTo>
                    <a:pt x="172212" y="248792"/>
                  </a:moveTo>
                  <a:lnTo>
                    <a:pt x="115315" y="290256"/>
                  </a:lnTo>
                  <a:lnTo>
                    <a:pt x="115315" y="310895"/>
                  </a:lnTo>
                  <a:lnTo>
                    <a:pt x="143572" y="310895"/>
                  </a:lnTo>
                  <a:lnTo>
                    <a:pt x="172212" y="24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30371" y="3063621"/>
              <a:ext cx="172720" cy="433705"/>
            </a:xfrm>
            <a:custGeom>
              <a:avLst/>
              <a:gdLst/>
              <a:ahLst/>
              <a:cxnLst/>
              <a:rect l="l" t="t" r="r" b="b"/>
              <a:pathLst>
                <a:path w="172720" h="433704">
                  <a:moveTo>
                    <a:pt x="115315" y="0"/>
                  </a:moveTo>
                  <a:lnTo>
                    <a:pt x="115315" y="310895"/>
                  </a:lnTo>
                  <a:lnTo>
                    <a:pt x="86994" y="310895"/>
                  </a:lnTo>
                  <a:lnTo>
                    <a:pt x="86994" y="0"/>
                  </a:lnTo>
                  <a:lnTo>
                    <a:pt x="115315" y="0"/>
                  </a:lnTo>
                  <a:close/>
                </a:path>
                <a:path w="172720" h="433704">
                  <a:moveTo>
                    <a:pt x="86994" y="310895"/>
                  </a:moveTo>
                  <a:lnTo>
                    <a:pt x="172212" y="248792"/>
                  </a:lnTo>
                  <a:lnTo>
                    <a:pt x="86994" y="433577"/>
                  </a:lnTo>
                  <a:lnTo>
                    <a:pt x="0" y="248792"/>
                  </a:lnTo>
                  <a:lnTo>
                    <a:pt x="86994" y="31089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4984496" y="3093973"/>
            <a:ext cx="172720" cy="435609"/>
            <a:chOff x="4984496" y="3093973"/>
            <a:chExt cx="172720" cy="435609"/>
          </a:xfrm>
        </p:grpSpPr>
        <p:sp>
          <p:nvSpPr>
            <p:cNvPr id="28" name="object 28"/>
            <p:cNvSpPr/>
            <p:nvPr/>
          </p:nvSpPr>
          <p:spPr>
            <a:xfrm>
              <a:off x="4985385" y="3094862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4" h="433704">
                  <a:moveTo>
                    <a:pt x="0" y="248792"/>
                  </a:moveTo>
                  <a:lnTo>
                    <a:pt x="85343" y="433577"/>
                  </a:lnTo>
                  <a:lnTo>
                    <a:pt x="142767" y="309245"/>
                  </a:lnTo>
                  <a:lnTo>
                    <a:pt x="85343" y="309245"/>
                  </a:lnTo>
                  <a:lnTo>
                    <a:pt x="0" y="248792"/>
                  </a:lnTo>
                  <a:close/>
                </a:path>
                <a:path w="170814" h="433704">
                  <a:moveTo>
                    <a:pt x="113791" y="0"/>
                  </a:moveTo>
                  <a:lnTo>
                    <a:pt x="85343" y="0"/>
                  </a:lnTo>
                  <a:lnTo>
                    <a:pt x="85343" y="309245"/>
                  </a:lnTo>
                  <a:lnTo>
                    <a:pt x="113791" y="289094"/>
                  </a:lnTo>
                  <a:lnTo>
                    <a:pt x="113791" y="0"/>
                  </a:lnTo>
                  <a:close/>
                </a:path>
                <a:path w="170814" h="433704">
                  <a:moveTo>
                    <a:pt x="170687" y="248792"/>
                  </a:moveTo>
                  <a:lnTo>
                    <a:pt x="113791" y="289094"/>
                  </a:lnTo>
                  <a:lnTo>
                    <a:pt x="113791" y="309245"/>
                  </a:lnTo>
                  <a:lnTo>
                    <a:pt x="142767" y="309245"/>
                  </a:lnTo>
                  <a:lnTo>
                    <a:pt x="170687" y="248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85385" y="3094862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4" h="433704">
                  <a:moveTo>
                    <a:pt x="113791" y="0"/>
                  </a:moveTo>
                  <a:lnTo>
                    <a:pt x="113791" y="309245"/>
                  </a:lnTo>
                  <a:lnTo>
                    <a:pt x="85343" y="309245"/>
                  </a:lnTo>
                  <a:lnTo>
                    <a:pt x="85343" y="0"/>
                  </a:lnTo>
                  <a:lnTo>
                    <a:pt x="113791" y="0"/>
                  </a:lnTo>
                  <a:close/>
                </a:path>
                <a:path w="170814" h="433704">
                  <a:moveTo>
                    <a:pt x="85343" y="309245"/>
                  </a:moveTo>
                  <a:lnTo>
                    <a:pt x="170687" y="248792"/>
                  </a:lnTo>
                  <a:lnTo>
                    <a:pt x="85343" y="433577"/>
                  </a:lnTo>
                  <a:lnTo>
                    <a:pt x="0" y="248792"/>
                  </a:lnTo>
                  <a:lnTo>
                    <a:pt x="85343" y="30924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50311" y="2672842"/>
            <a:ext cx="4070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low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847848" y="3031489"/>
            <a:ext cx="172720" cy="435609"/>
            <a:chOff x="2847848" y="3031489"/>
            <a:chExt cx="172720" cy="435609"/>
          </a:xfrm>
        </p:grpSpPr>
        <p:sp>
          <p:nvSpPr>
            <p:cNvPr id="32" name="object 32"/>
            <p:cNvSpPr/>
            <p:nvPr/>
          </p:nvSpPr>
          <p:spPr>
            <a:xfrm>
              <a:off x="2848737" y="3032378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4" h="433704">
                  <a:moveTo>
                    <a:pt x="0" y="248793"/>
                  </a:moveTo>
                  <a:lnTo>
                    <a:pt x="85343" y="433578"/>
                  </a:lnTo>
                  <a:lnTo>
                    <a:pt x="127634" y="342011"/>
                  </a:lnTo>
                  <a:lnTo>
                    <a:pt x="85343" y="342011"/>
                  </a:lnTo>
                  <a:lnTo>
                    <a:pt x="85343" y="310896"/>
                  </a:lnTo>
                  <a:lnTo>
                    <a:pt x="0" y="248793"/>
                  </a:lnTo>
                  <a:close/>
                </a:path>
                <a:path w="170814" h="433704">
                  <a:moveTo>
                    <a:pt x="170687" y="248793"/>
                  </a:moveTo>
                  <a:lnTo>
                    <a:pt x="113792" y="290195"/>
                  </a:lnTo>
                  <a:lnTo>
                    <a:pt x="113792" y="310896"/>
                  </a:lnTo>
                  <a:lnTo>
                    <a:pt x="85343" y="342011"/>
                  </a:lnTo>
                  <a:lnTo>
                    <a:pt x="127634" y="342011"/>
                  </a:lnTo>
                  <a:lnTo>
                    <a:pt x="170687" y="248793"/>
                  </a:lnTo>
                  <a:close/>
                </a:path>
                <a:path w="170814" h="433704">
                  <a:moveTo>
                    <a:pt x="113792" y="0"/>
                  </a:moveTo>
                  <a:lnTo>
                    <a:pt x="85343" y="0"/>
                  </a:lnTo>
                  <a:lnTo>
                    <a:pt x="85343" y="310896"/>
                  </a:lnTo>
                  <a:lnTo>
                    <a:pt x="113792" y="290195"/>
                  </a:lnTo>
                  <a:lnTo>
                    <a:pt x="1137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48737" y="3032378"/>
              <a:ext cx="170815" cy="433705"/>
            </a:xfrm>
            <a:custGeom>
              <a:avLst/>
              <a:gdLst/>
              <a:ahLst/>
              <a:cxnLst/>
              <a:rect l="l" t="t" r="r" b="b"/>
              <a:pathLst>
                <a:path w="170814" h="433704">
                  <a:moveTo>
                    <a:pt x="113792" y="31115"/>
                  </a:moveTo>
                  <a:lnTo>
                    <a:pt x="113792" y="310896"/>
                  </a:lnTo>
                  <a:lnTo>
                    <a:pt x="85343" y="342011"/>
                  </a:lnTo>
                  <a:lnTo>
                    <a:pt x="85343" y="310896"/>
                  </a:lnTo>
                  <a:lnTo>
                    <a:pt x="85343" y="31115"/>
                  </a:lnTo>
                  <a:lnTo>
                    <a:pt x="85343" y="0"/>
                  </a:lnTo>
                  <a:lnTo>
                    <a:pt x="113792" y="0"/>
                  </a:lnTo>
                  <a:lnTo>
                    <a:pt x="113792" y="31115"/>
                  </a:lnTo>
                  <a:close/>
                </a:path>
                <a:path w="170814" h="433704">
                  <a:moveTo>
                    <a:pt x="85343" y="310896"/>
                  </a:moveTo>
                  <a:lnTo>
                    <a:pt x="170687" y="248793"/>
                  </a:lnTo>
                  <a:lnTo>
                    <a:pt x="85343" y="433578"/>
                  </a:lnTo>
                  <a:lnTo>
                    <a:pt x="0" y="248793"/>
                  </a:lnTo>
                  <a:lnTo>
                    <a:pt x="85343" y="31089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256282" y="3724655"/>
            <a:ext cx="3359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list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26915" y="5054600"/>
            <a:ext cx="11658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[3]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[4]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[5]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56252" y="4765802"/>
            <a:ext cx="172720" cy="433070"/>
            <a:chOff x="4556252" y="4765802"/>
            <a:chExt cx="172720" cy="433070"/>
          </a:xfrm>
        </p:grpSpPr>
        <p:sp>
          <p:nvSpPr>
            <p:cNvPr id="37" name="object 37"/>
            <p:cNvSpPr/>
            <p:nvPr/>
          </p:nvSpPr>
          <p:spPr>
            <a:xfrm>
              <a:off x="4557141" y="4766691"/>
              <a:ext cx="170815" cy="431800"/>
            </a:xfrm>
            <a:custGeom>
              <a:avLst/>
              <a:gdLst/>
              <a:ahLst/>
              <a:cxnLst/>
              <a:rect l="l" t="t" r="r" b="b"/>
              <a:pathLst>
                <a:path w="170814" h="431800">
                  <a:moveTo>
                    <a:pt x="0" y="246760"/>
                  </a:moveTo>
                  <a:lnTo>
                    <a:pt x="85344" y="431291"/>
                  </a:lnTo>
                  <a:lnTo>
                    <a:pt x="127634" y="339851"/>
                  </a:lnTo>
                  <a:lnTo>
                    <a:pt x="56896" y="339851"/>
                  </a:lnTo>
                  <a:lnTo>
                    <a:pt x="56896" y="288162"/>
                  </a:lnTo>
                  <a:lnTo>
                    <a:pt x="0" y="246760"/>
                  </a:lnTo>
                  <a:close/>
                </a:path>
                <a:path w="170814" h="431800">
                  <a:moveTo>
                    <a:pt x="170687" y="246760"/>
                  </a:moveTo>
                  <a:lnTo>
                    <a:pt x="85344" y="308863"/>
                  </a:lnTo>
                  <a:lnTo>
                    <a:pt x="85344" y="339851"/>
                  </a:lnTo>
                  <a:lnTo>
                    <a:pt x="127634" y="339851"/>
                  </a:lnTo>
                  <a:lnTo>
                    <a:pt x="170687" y="246760"/>
                  </a:lnTo>
                  <a:close/>
                </a:path>
                <a:path w="170814" h="431800">
                  <a:moveTo>
                    <a:pt x="85344" y="0"/>
                  </a:moveTo>
                  <a:lnTo>
                    <a:pt x="56896" y="0"/>
                  </a:lnTo>
                  <a:lnTo>
                    <a:pt x="56896" y="288162"/>
                  </a:lnTo>
                  <a:lnTo>
                    <a:pt x="85344" y="308863"/>
                  </a:lnTo>
                  <a:lnTo>
                    <a:pt x="853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57141" y="4766691"/>
              <a:ext cx="170815" cy="431800"/>
            </a:xfrm>
            <a:custGeom>
              <a:avLst/>
              <a:gdLst/>
              <a:ahLst/>
              <a:cxnLst/>
              <a:rect l="l" t="t" r="r" b="b"/>
              <a:pathLst>
                <a:path w="170814" h="431800">
                  <a:moveTo>
                    <a:pt x="85344" y="31114"/>
                  </a:moveTo>
                  <a:lnTo>
                    <a:pt x="85344" y="308863"/>
                  </a:lnTo>
                  <a:lnTo>
                    <a:pt x="85344" y="339851"/>
                  </a:lnTo>
                  <a:lnTo>
                    <a:pt x="56896" y="339851"/>
                  </a:lnTo>
                  <a:lnTo>
                    <a:pt x="56896" y="308863"/>
                  </a:lnTo>
                  <a:lnTo>
                    <a:pt x="56896" y="31114"/>
                  </a:lnTo>
                  <a:lnTo>
                    <a:pt x="56896" y="0"/>
                  </a:lnTo>
                  <a:lnTo>
                    <a:pt x="85344" y="0"/>
                  </a:lnTo>
                  <a:lnTo>
                    <a:pt x="85344" y="31114"/>
                  </a:lnTo>
                  <a:close/>
                </a:path>
                <a:path w="170814" h="431800">
                  <a:moveTo>
                    <a:pt x="85344" y="308863"/>
                  </a:moveTo>
                  <a:lnTo>
                    <a:pt x="170687" y="246760"/>
                  </a:lnTo>
                  <a:lnTo>
                    <a:pt x="85344" y="431291"/>
                  </a:lnTo>
                  <a:lnTo>
                    <a:pt x="0" y="246760"/>
                  </a:lnTo>
                  <a:lnTo>
                    <a:pt x="85344" y="3088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430521" y="4436364"/>
            <a:ext cx="12484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2320" algn="l"/>
              </a:tabLst>
            </a:pPr>
            <a:r>
              <a:rPr sz="2000" spc="-5" dirty="0">
                <a:latin typeface="Times New Roman"/>
                <a:cs typeface="Times New Roman"/>
              </a:rPr>
              <a:t>mid	high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041646" y="4765802"/>
            <a:ext cx="314960" cy="433070"/>
            <a:chOff x="5041646" y="4765802"/>
            <a:chExt cx="314960" cy="433070"/>
          </a:xfrm>
        </p:grpSpPr>
        <p:sp>
          <p:nvSpPr>
            <p:cNvPr id="41" name="object 41"/>
            <p:cNvSpPr/>
            <p:nvPr/>
          </p:nvSpPr>
          <p:spPr>
            <a:xfrm>
              <a:off x="5042535" y="4766691"/>
              <a:ext cx="313690" cy="431800"/>
            </a:xfrm>
            <a:custGeom>
              <a:avLst/>
              <a:gdLst/>
              <a:ahLst/>
              <a:cxnLst/>
              <a:rect l="l" t="t" r="r" b="b"/>
              <a:pathLst>
                <a:path w="313689" h="431800">
                  <a:moveTo>
                    <a:pt x="56895" y="246760"/>
                  </a:moveTo>
                  <a:lnTo>
                    <a:pt x="0" y="431291"/>
                  </a:lnTo>
                  <a:lnTo>
                    <a:pt x="112690" y="370966"/>
                  </a:lnTo>
                  <a:lnTo>
                    <a:pt x="85470" y="370966"/>
                  </a:lnTo>
                  <a:lnTo>
                    <a:pt x="56895" y="339851"/>
                  </a:lnTo>
                  <a:lnTo>
                    <a:pt x="77076" y="312505"/>
                  </a:lnTo>
                  <a:lnTo>
                    <a:pt x="56895" y="246760"/>
                  </a:lnTo>
                  <a:close/>
                </a:path>
                <a:path w="313689" h="431800">
                  <a:moveTo>
                    <a:pt x="170814" y="339851"/>
                  </a:moveTo>
                  <a:lnTo>
                    <a:pt x="85470" y="339851"/>
                  </a:lnTo>
                  <a:lnTo>
                    <a:pt x="85470" y="370966"/>
                  </a:lnTo>
                  <a:lnTo>
                    <a:pt x="112690" y="370966"/>
                  </a:lnTo>
                  <a:lnTo>
                    <a:pt x="170814" y="339851"/>
                  </a:lnTo>
                  <a:close/>
                </a:path>
                <a:path w="313689" h="431800">
                  <a:moveTo>
                    <a:pt x="313181" y="0"/>
                  </a:moveTo>
                  <a:lnTo>
                    <a:pt x="284734" y="31114"/>
                  </a:lnTo>
                  <a:lnTo>
                    <a:pt x="77076" y="312505"/>
                  </a:lnTo>
                  <a:lnTo>
                    <a:pt x="85470" y="339851"/>
                  </a:lnTo>
                  <a:lnTo>
                    <a:pt x="313181" y="31114"/>
                  </a:lnTo>
                  <a:lnTo>
                    <a:pt x="3131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042535" y="4766691"/>
              <a:ext cx="313690" cy="431800"/>
            </a:xfrm>
            <a:custGeom>
              <a:avLst/>
              <a:gdLst/>
              <a:ahLst/>
              <a:cxnLst/>
              <a:rect l="l" t="t" r="r" b="b"/>
              <a:pathLst>
                <a:path w="313689" h="431800">
                  <a:moveTo>
                    <a:pt x="313181" y="31114"/>
                  </a:moveTo>
                  <a:lnTo>
                    <a:pt x="85470" y="339851"/>
                  </a:lnTo>
                  <a:lnTo>
                    <a:pt x="85470" y="370966"/>
                  </a:lnTo>
                  <a:lnTo>
                    <a:pt x="56895" y="339851"/>
                  </a:lnTo>
                  <a:lnTo>
                    <a:pt x="284734" y="31114"/>
                  </a:lnTo>
                  <a:lnTo>
                    <a:pt x="313181" y="0"/>
                  </a:lnTo>
                  <a:lnTo>
                    <a:pt x="313181" y="31114"/>
                  </a:lnTo>
                  <a:close/>
                </a:path>
                <a:path w="313689" h="431800">
                  <a:moveTo>
                    <a:pt x="85470" y="339851"/>
                  </a:moveTo>
                  <a:lnTo>
                    <a:pt x="170814" y="339851"/>
                  </a:lnTo>
                  <a:lnTo>
                    <a:pt x="0" y="431291"/>
                  </a:lnTo>
                  <a:lnTo>
                    <a:pt x="56895" y="246760"/>
                  </a:lnTo>
                  <a:lnTo>
                    <a:pt x="85470" y="33985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689096" y="4467352"/>
            <a:ext cx="40703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low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930650" y="4797044"/>
            <a:ext cx="286385" cy="401955"/>
            <a:chOff x="3930650" y="4797044"/>
            <a:chExt cx="286385" cy="401955"/>
          </a:xfrm>
        </p:grpSpPr>
        <p:sp>
          <p:nvSpPr>
            <p:cNvPr id="45" name="object 45"/>
            <p:cNvSpPr/>
            <p:nvPr/>
          </p:nvSpPr>
          <p:spPr>
            <a:xfrm>
              <a:off x="3931539" y="4797933"/>
              <a:ext cx="284480" cy="400050"/>
            </a:xfrm>
            <a:custGeom>
              <a:avLst/>
              <a:gdLst/>
              <a:ahLst/>
              <a:cxnLst/>
              <a:rect l="l" t="t" r="r" b="b"/>
              <a:pathLst>
                <a:path w="284479" h="400050">
                  <a:moveTo>
                    <a:pt x="255777" y="215519"/>
                  </a:moveTo>
                  <a:lnTo>
                    <a:pt x="211835" y="287576"/>
                  </a:lnTo>
                  <a:lnTo>
                    <a:pt x="227330" y="308610"/>
                  </a:lnTo>
                  <a:lnTo>
                    <a:pt x="113664" y="308610"/>
                  </a:lnTo>
                  <a:lnTo>
                    <a:pt x="284225" y="400050"/>
                  </a:lnTo>
                  <a:lnTo>
                    <a:pt x="255777" y="215519"/>
                  </a:lnTo>
                  <a:close/>
                </a:path>
                <a:path w="284479" h="400050">
                  <a:moveTo>
                    <a:pt x="0" y="0"/>
                  </a:moveTo>
                  <a:lnTo>
                    <a:pt x="0" y="30988"/>
                  </a:lnTo>
                  <a:lnTo>
                    <a:pt x="199009" y="308610"/>
                  </a:lnTo>
                  <a:lnTo>
                    <a:pt x="211835" y="2875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931539" y="4797933"/>
              <a:ext cx="284480" cy="400050"/>
            </a:xfrm>
            <a:custGeom>
              <a:avLst/>
              <a:gdLst/>
              <a:ahLst/>
              <a:cxnLst/>
              <a:rect l="l" t="t" r="r" b="b"/>
              <a:pathLst>
                <a:path w="284479" h="400050">
                  <a:moveTo>
                    <a:pt x="0" y="0"/>
                  </a:moveTo>
                  <a:lnTo>
                    <a:pt x="227330" y="308610"/>
                  </a:lnTo>
                  <a:lnTo>
                    <a:pt x="199009" y="308610"/>
                  </a:lnTo>
                  <a:lnTo>
                    <a:pt x="0" y="30988"/>
                  </a:lnTo>
                  <a:lnTo>
                    <a:pt x="0" y="0"/>
                  </a:lnTo>
                  <a:close/>
                </a:path>
                <a:path w="284479" h="400050">
                  <a:moveTo>
                    <a:pt x="199009" y="308610"/>
                  </a:moveTo>
                  <a:lnTo>
                    <a:pt x="255777" y="215519"/>
                  </a:lnTo>
                  <a:lnTo>
                    <a:pt x="284225" y="400050"/>
                  </a:lnTo>
                  <a:lnTo>
                    <a:pt x="113664" y="308610"/>
                  </a:lnTo>
                  <a:lnTo>
                    <a:pt x="199009" y="30861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27833" y="5394959"/>
            <a:ext cx="3359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list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48" name="object 48"/>
          <p:cNvSpPr txBox="1"/>
          <p:nvPr/>
        </p:nvSpPr>
        <p:spPr>
          <a:xfrm>
            <a:off x="2763392" y="3837051"/>
            <a:ext cx="5869305" cy="309880"/>
          </a:xfrm>
          <a:prstGeom prst="rect">
            <a:avLst/>
          </a:prstGeom>
          <a:ln w="2666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4940">
              <a:lnSpc>
                <a:spcPts val="2090"/>
              </a:lnSpc>
              <a:tabLst>
                <a:tab pos="598805" algn="l"/>
                <a:tab pos="996950" algn="l"/>
                <a:tab pos="1363980" algn="l"/>
                <a:tab pos="1809114" algn="l"/>
                <a:tab pos="2243455" algn="l"/>
              </a:tabLst>
            </a:pPr>
            <a:r>
              <a:rPr sz="2000" spc="-5" dirty="0">
                <a:latin typeface="Times New Roman"/>
                <a:cs typeface="Times New Roman"/>
              </a:rPr>
              <a:t>2	4	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7	</a:t>
            </a:r>
            <a:r>
              <a:rPr sz="2000" spc="-5" dirty="0">
                <a:latin typeface="Times New Roman"/>
                <a:cs typeface="Times New Roman"/>
              </a:rPr>
              <a:t>10	</a:t>
            </a:r>
            <a:r>
              <a:rPr sz="2000" spc="-40" dirty="0">
                <a:latin typeface="Times New Roman"/>
                <a:cs typeface="Times New Roman"/>
              </a:rPr>
              <a:t>11	</a:t>
            </a:r>
            <a:r>
              <a:rPr sz="2000" dirty="0">
                <a:latin typeface="Times New Roman"/>
                <a:cs typeface="Times New Roman"/>
              </a:rPr>
              <a:t>45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34436" y="5540121"/>
            <a:ext cx="5869940" cy="309880"/>
          </a:xfrm>
          <a:prstGeom prst="rect">
            <a:avLst/>
          </a:prstGeom>
          <a:ln w="2666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000">
              <a:lnSpc>
                <a:spcPts val="2090"/>
              </a:lnSpc>
              <a:tabLst>
                <a:tab pos="1736725" algn="l"/>
                <a:tab pos="2183765" algn="l"/>
              </a:tabLst>
            </a:pPr>
            <a:r>
              <a:rPr sz="2000" spc="-5" dirty="0">
                <a:latin typeface="Times New Roman"/>
                <a:cs typeface="Times New Roman"/>
              </a:rPr>
              <a:t>10	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11	</a:t>
            </a:r>
            <a:r>
              <a:rPr sz="2000" spc="-5" dirty="0">
                <a:latin typeface="Times New Roman"/>
                <a:cs typeface="Times New Roman"/>
              </a:rPr>
              <a:t>45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179323"/>
            <a:ext cx="1651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0495" y="1388798"/>
            <a:ext cx="527685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413000" algn="l"/>
                <a:tab pos="2862580" algn="l"/>
              </a:tabLst>
            </a:pPr>
            <a:r>
              <a:rPr sz="1950" spc="-45" dirty="0">
                <a:latin typeface="Times New Roman"/>
                <a:cs typeface="Times New Roman"/>
              </a:rPr>
              <a:t>[0]</a:t>
            </a:r>
            <a:r>
              <a:rPr sz="1950" spc="440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[1]</a:t>
            </a:r>
            <a:r>
              <a:rPr sz="1950" spc="445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[2]</a:t>
            </a:r>
            <a:r>
              <a:rPr sz="1950" spc="440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[3]</a:t>
            </a:r>
            <a:r>
              <a:rPr sz="1950" spc="445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[4]</a:t>
            </a:r>
            <a:r>
              <a:rPr sz="1950" spc="445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[5]	</a:t>
            </a:r>
            <a:r>
              <a:rPr sz="1950" spc="-40" dirty="0">
                <a:latin typeface="Times New Roman"/>
                <a:cs typeface="Times New Roman"/>
              </a:rPr>
              <a:t>[6]	</a:t>
            </a:r>
            <a:r>
              <a:rPr sz="1950" spc="-45" dirty="0">
                <a:latin typeface="Times New Roman"/>
                <a:cs typeface="Times New Roman"/>
              </a:rPr>
              <a:t>[7]</a:t>
            </a:r>
            <a:r>
              <a:rPr sz="1950" spc="409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Times New Roman"/>
                <a:cs typeface="Times New Roman"/>
              </a:rPr>
              <a:t>[8]</a:t>
            </a:r>
            <a:r>
              <a:rPr sz="1950" spc="409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Times New Roman"/>
                <a:cs typeface="Times New Roman"/>
              </a:rPr>
              <a:t>[9]</a:t>
            </a:r>
            <a:r>
              <a:rPr sz="1950" spc="-35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[10]</a:t>
            </a:r>
            <a:r>
              <a:rPr sz="1950" spc="-50" dirty="0">
                <a:latin typeface="Times New Roman"/>
                <a:cs typeface="Times New Roman"/>
              </a:rPr>
              <a:t> [11]</a:t>
            </a:r>
            <a:r>
              <a:rPr sz="1950" spc="-30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Times New Roman"/>
                <a:cs typeface="Times New Roman"/>
              </a:rPr>
              <a:t>[12]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0328" y="1799514"/>
            <a:ext cx="5368290" cy="278765"/>
          </a:xfrm>
          <a:prstGeom prst="rect">
            <a:avLst/>
          </a:prstGeom>
          <a:ln w="206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0175">
              <a:lnSpc>
                <a:spcPts val="2190"/>
              </a:lnSpc>
              <a:tabLst>
                <a:tab pos="539115" algn="l"/>
                <a:tab pos="891540" algn="l"/>
                <a:tab pos="1241425" algn="l"/>
                <a:tab pos="1653539" algn="l"/>
                <a:tab pos="2062480" algn="l"/>
                <a:tab pos="2538095" algn="l"/>
                <a:tab pos="2948305" algn="l"/>
                <a:tab pos="3359785" algn="l"/>
                <a:tab pos="3768725" algn="l"/>
                <a:tab pos="4177665" algn="l"/>
                <a:tab pos="4589780" algn="l"/>
                <a:tab pos="4998720" algn="l"/>
              </a:tabLst>
            </a:pPr>
            <a:r>
              <a:rPr sz="1950" spc="-55" dirty="0">
                <a:latin typeface="Times New Roman"/>
                <a:cs typeface="Times New Roman"/>
              </a:rPr>
              <a:t>2	4	7	</a:t>
            </a:r>
            <a:r>
              <a:rPr sz="1950" spc="-50" dirty="0">
                <a:latin typeface="Times New Roman"/>
                <a:cs typeface="Times New Roman"/>
              </a:rPr>
              <a:t>10	</a:t>
            </a:r>
            <a:r>
              <a:rPr sz="1950" spc="-60" dirty="0">
                <a:latin typeface="Times New Roman"/>
                <a:cs typeface="Times New Roman"/>
              </a:rPr>
              <a:t>11	45	</a:t>
            </a:r>
            <a:r>
              <a:rPr sz="195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50	</a:t>
            </a:r>
            <a:r>
              <a:rPr sz="1950" spc="-50" dirty="0">
                <a:latin typeface="Times New Roman"/>
                <a:cs typeface="Times New Roman"/>
              </a:rPr>
              <a:t>59	</a:t>
            </a:r>
            <a:r>
              <a:rPr sz="1950" spc="-60" dirty="0">
                <a:latin typeface="Times New Roman"/>
                <a:cs typeface="Times New Roman"/>
              </a:rPr>
              <a:t>60	</a:t>
            </a:r>
            <a:r>
              <a:rPr sz="1950" spc="-50" dirty="0">
                <a:latin typeface="Times New Roman"/>
                <a:cs typeface="Times New Roman"/>
              </a:rPr>
              <a:t>66	69	</a:t>
            </a:r>
            <a:r>
              <a:rPr sz="1950" spc="-60" dirty="0">
                <a:latin typeface="Times New Roman"/>
                <a:cs typeface="Times New Roman"/>
              </a:rPr>
              <a:t>70	79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7300" y="864356"/>
            <a:ext cx="93027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55" dirty="0">
                <a:solidFill>
                  <a:srgbClr val="0000FF"/>
                </a:solidFill>
                <a:latin typeface="Times New Roman"/>
                <a:cs typeface="Times New Roman"/>
              </a:rPr>
              <a:t>key</a:t>
            </a:r>
            <a:r>
              <a:rPr sz="1950" spc="3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50" spc="-35" dirty="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sz="1950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50" spc="-45" dirty="0">
                <a:solidFill>
                  <a:srgbClr val="0000FF"/>
                </a:solidFill>
                <a:latin typeface="Times New Roman"/>
                <a:cs typeface="Times New Roman"/>
              </a:rPr>
              <a:t>54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7300" y="1398803"/>
            <a:ext cx="90487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55" dirty="0">
                <a:latin typeface="Times New Roman"/>
                <a:cs typeface="Times New Roman"/>
              </a:rPr>
              <a:t>key</a:t>
            </a:r>
            <a:r>
              <a:rPr sz="1950" spc="355" dirty="0">
                <a:latin typeface="Times New Roman"/>
                <a:cs typeface="Times New Roman"/>
              </a:rPr>
              <a:t> </a:t>
            </a:r>
            <a:r>
              <a:rPr sz="1950" spc="-60" dirty="0">
                <a:latin typeface="Times New Roman"/>
                <a:cs typeface="Times New Roman"/>
              </a:rPr>
              <a:t>&gt;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Times New Roman"/>
                <a:cs typeface="Times New Roman"/>
              </a:rPr>
              <a:t>50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6119" y="1775667"/>
            <a:ext cx="31305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30" dirty="0">
                <a:latin typeface="Times New Roman"/>
                <a:cs typeface="Times New Roman"/>
              </a:rPr>
              <a:t>l</a:t>
            </a:r>
            <a:r>
              <a:rPr sz="1950" spc="-25" dirty="0">
                <a:latin typeface="Times New Roman"/>
                <a:cs typeface="Times New Roman"/>
              </a:rPr>
              <a:t>i</a:t>
            </a:r>
            <a:r>
              <a:rPr sz="1950" spc="-35" dirty="0">
                <a:latin typeface="Times New Roman"/>
                <a:cs typeface="Times New Roman"/>
              </a:rPr>
              <a:t>st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11744" y="787649"/>
            <a:ext cx="38671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114" dirty="0">
                <a:latin typeface="Times New Roman"/>
                <a:cs typeface="Times New Roman"/>
              </a:rPr>
              <a:t>m</a:t>
            </a:r>
            <a:r>
              <a:rPr sz="1950" spc="-40" dirty="0">
                <a:latin typeface="Times New Roman"/>
                <a:cs typeface="Times New Roman"/>
              </a:rPr>
              <a:t>id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32429" y="1082312"/>
            <a:ext cx="160655" cy="388620"/>
            <a:chOff x="5432429" y="1082312"/>
            <a:chExt cx="160655" cy="388620"/>
          </a:xfrm>
        </p:grpSpPr>
        <p:sp>
          <p:nvSpPr>
            <p:cNvPr id="10" name="object 10"/>
            <p:cNvSpPr/>
            <p:nvPr/>
          </p:nvSpPr>
          <p:spPr>
            <a:xfrm>
              <a:off x="5434315" y="1084140"/>
              <a:ext cx="156845" cy="384810"/>
            </a:xfrm>
            <a:custGeom>
              <a:avLst/>
              <a:gdLst/>
              <a:ahLst/>
              <a:cxnLst/>
              <a:rect l="l" t="t" r="r" b="b"/>
              <a:pathLst>
                <a:path w="156845" h="384809">
                  <a:moveTo>
                    <a:pt x="0" y="216780"/>
                  </a:moveTo>
                  <a:lnTo>
                    <a:pt x="78292" y="384368"/>
                  </a:lnTo>
                  <a:lnTo>
                    <a:pt x="123736" y="287094"/>
                  </a:lnTo>
                  <a:lnTo>
                    <a:pt x="71507" y="287094"/>
                  </a:lnTo>
                  <a:lnTo>
                    <a:pt x="65244" y="280424"/>
                  </a:lnTo>
                  <a:lnTo>
                    <a:pt x="65244" y="263564"/>
                  </a:lnTo>
                  <a:lnTo>
                    <a:pt x="0" y="216780"/>
                  </a:lnTo>
                  <a:close/>
                </a:path>
                <a:path w="156845" h="384809">
                  <a:moveTo>
                    <a:pt x="65244" y="263564"/>
                  </a:moveTo>
                  <a:lnTo>
                    <a:pt x="65244" y="280424"/>
                  </a:lnTo>
                  <a:lnTo>
                    <a:pt x="71507" y="287094"/>
                  </a:lnTo>
                  <a:lnTo>
                    <a:pt x="85861" y="287094"/>
                  </a:lnTo>
                  <a:lnTo>
                    <a:pt x="91602" y="280424"/>
                  </a:lnTo>
                  <a:lnTo>
                    <a:pt x="91602" y="272920"/>
                  </a:lnTo>
                  <a:lnTo>
                    <a:pt x="78292" y="272920"/>
                  </a:lnTo>
                  <a:lnTo>
                    <a:pt x="65244" y="263564"/>
                  </a:lnTo>
                  <a:close/>
                </a:path>
                <a:path w="156845" h="384809">
                  <a:moveTo>
                    <a:pt x="156585" y="216780"/>
                  </a:moveTo>
                  <a:lnTo>
                    <a:pt x="91602" y="263376"/>
                  </a:lnTo>
                  <a:lnTo>
                    <a:pt x="91602" y="280424"/>
                  </a:lnTo>
                  <a:lnTo>
                    <a:pt x="85861" y="287094"/>
                  </a:lnTo>
                  <a:lnTo>
                    <a:pt x="123736" y="287094"/>
                  </a:lnTo>
                  <a:lnTo>
                    <a:pt x="156585" y="216780"/>
                  </a:lnTo>
                  <a:close/>
                </a:path>
                <a:path w="156845" h="384809">
                  <a:moveTo>
                    <a:pt x="85861" y="0"/>
                  </a:moveTo>
                  <a:lnTo>
                    <a:pt x="71507" y="0"/>
                  </a:lnTo>
                  <a:lnTo>
                    <a:pt x="65244" y="6670"/>
                  </a:lnTo>
                  <a:lnTo>
                    <a:pt x="65244" y="263564"/>
                  </a:lnTo>
                  <a:lnTo>
                    <a:pt x="78292" y="272920"/>
                  </a:lnTo>
                  <a:lnTo>
                    <a:pt x="91602" y="263376"/>
                  </a:lnTo>
                  <a:lnTo>
                    <a:pt x="91602" y="6670"/>
                  </a:lnTo>
                  <a:lnTo>
                    <a:pt x="85861" y="0"/>
                  </a:lnTo>
                  <a:close/>
                </a:path>
                <a:path w="156845" h="384809">
                  <a:moveTo>
                    <a:pt x="91602" y="263376"/>
                  </a:moveTo>
                  <a:lnTo>
                    <a:pt x="78292" y="272920"/>
                  </a:lnTo>
                  <a:lnTo>
                    <a:pt x="91602" y="272920"/>
                  </a:lnTo>
                  <a:lnTo>
                    <a:pt x="91602" y="263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34315" y="1084140"/>
              <a:ext cx="156845" cy="384810"/>
            </a:xfrm>
            <a:custGeom>
              <a:avLst/>
              <a:gdLst/>
              <a:ahLst/>
              <a:cxnLst/>
              <a:rect l="l" t="t" r="r" b="b"/>
              <a:pathLst>
                <a:path w="156845" h="384809">
                  <a:moveTo>
                    <a:pt x="91602" y="14174"/>
                  </a:moveTo>
                  <a:lnTo>
                    <a:pt x="91602" y="272920"/>
                  </a:lnTo>
                  <a:lnTo>
                    <a:pt x="91602" y="280424"/>
                  </a:lnTo>
                  <a:lnTo>
                    <a:pt x="85861" y="287094"/>
                  </a:lnTo>
                  <a:lnTo>
                    <a:pt x="78292" y="287094"/>
                  </a:lnTo>
                  <a:lnTo>
                    <a:pt x="71507" y="287094"/>
                  </a:lnTo>
                  <a:lnTo>
                    <a:pt x="65244" y="280424"/>
                  </a:lnTo>
                  <a:lnTo>
                    <a:pt x="65244" y="272920"/>
                  </a:lnTo>
                  <a:lnTo>
                    <a:pt x="65244" y="14174"/>
                  </a:lnTo>
                  <a:lnTo>
                    <a:pt x="65244" y="6670"/>
                  </a:lnTo>
                  <a:lnTo>
                    <a:pt x="71507" y="0"/>
                  </a:lnTo>
                  <a:lnTo>
                    <a:pt x="78292" y="0"/>
                  </a:lnTo>
                  <a:lnTo>
                    <a:pt x="85861" y="0"/>
                  </a:lnTo>
                  <a:lnTo>
                    <a:pt x="91602" y="6670"/>
                  </a:lnTo>
                  <a:lnTo>
                    <a:pt x="91602" y="14174"/>
                  </a:lnTo>
                  <a:close/>
                </a:path>
                <a:path w="156845" h="384809">
                  <a:moveTo>
                    <a:pt x="78292" y="272920"/>
                  </a:moveTo>
                  <a:lnTo>
                    <a:pt x="156585" y="216780"/>
                  </a:lnTo>
                  <a:lnTo>
                    <a:pt x="78292" y="384368"/>
                  </a:lnTo>
                  <a:lnTo>
                    <a:pt x="0" y="216780"/>
                  </a:lnTo>
                  <a:lnTo>
                    <a:pt x="78292" y="272920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79285" y="2867072"/>
            <a:ext cx="528066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416810" algn="l"/>
                <a:tab pos="2866390" algn="l"/>
              </a:tabLst>
            </a:pPr>
            <a:r>
              <a:rPr sz="1950" spc="-45" dirty="0">
                <a:latin typeface="Times New Roman"/>
                <a:cs typeface="Times New Roman"/>
              </a:rPr>
              <a:t>[0]</a:t>
            </a:r>
            <a:r>
              <a:rPr sz="1950" spc="440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[1]</a:t>
            </a:r>
            <a:r>
              <a:rPr sz="1950" spc="445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[2]</a:t>
            </a:r>
            <a:r>
              <a:rPr sz="1950" spc="455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[3]</a:t>
            </a:r>
            <a:r>
              <a:rPr sz="1950" spc="445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[4]</a:t>
            </a:r>
            <a:r>
              <a:rPr sz="1950" spc="445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[5]	</a:t>
            </a:r>
            <a:r>
              <a:rPr sz="1950" spc="-40" dirty="0">
                <a:latin typeface="Times New Roman"/>
                <a:cs typeface="Times New Roman"/>
              </a:rPr>
              <a:t>[6]	</a:t>
            </a:r>
            <a:r>
              <a:rPr sz="1950" spc="-45" dirty="0">
                <a:latin typeface="Times New Roman"/>
                <a:cs typeface="Times New Roman"/>
              </a:rPr>
              <a:t>[7]</a:t>
            </a:r>
            <a:r>
              <a:rPr sz="1950" spc="409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Times New Roman"/>
                <a:cs typeface="Times New Roman"/>
              </a:rPr>
              <a:t>[8]</a:t>
            </a:r>
            <a:r>
              <a:rPr sz="1950" spc="409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Times New Roman"/>
                <a:cs typeface="Times New Roman"/>
              </a:rPr>
              <a:t>[9]</a:t>
            </a:r>
            <a:r>
              <a:rPr sz="1950" spc="-35" dirty="0">
                <a:latin typeface="Times New Roman"/>
                <a:cs typeface="Times New Roman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[10]</a:t>
            </a:r>
            <a:r>
              <a:rPr sz="1950" spc="-50" dirty="0">
                <a:latin typeface="Times New Roman"/>
                <a:cs typeface="Times New Roman"/>
              </a:rPr>
              <a:t> [11]</a:t>
            </a:r>
            <a:r>
              <a:rPr sz="1950" spc="-30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Times New Roman"/>
                <a:cs typeface="Times New Roman"/>
              </a:rPr>
              <a:t>[12]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7909" y="3170842"/>
            <a:ext cx="90487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55" dirty="0">
                <a:latin typeface="Times New Roman"/>
                <a:cs typeface="Times New Roman"/>
              </a:rPr>
              <a:t>key</a:t>
            </a:r>
            <a:r>
              <a:rPr sz="1950" spc="355" dirty="0">
                <a:latin typeface="Times New Roman"/>
                <a:cs typeface="Times New Roman"/>
              </a:rPr>
              <a:t> </a:t>
            </a:r>
            <a:r>
              <a:rPr sz="1950" spc="-60" dirty="0">
                <a:latin typeface="Times New Roman"/>
                <a:cs typeface="Times New Roman"/>
              </a:rPr>
              <a:t>&lt;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Times New Roman"/>
                <a:cs typeface="Times New Roman"/>
              </a:rPr>
              <a:t>66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8169" y="4689944"/>
            <a:ext cx="99949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55" dirty="0">
                <a:latin typeface="Times New Roman"/>
                <a:cs typeface="Times New Roman"/>
              </a:rPr>
              <a:t>key</a:t>
            </a:r>
            <a:r>
              <a:rPr sz="1950" spc="380" dirty="0">
                <a:latin typeface="Times New Roman"/>
                <a:cs typeface="Times New Roman"/>
              </a:rPr>
              <a:t> </a:t>
            </a:r>
            <a:r>
              <a:rPr sz="1950" spc="-65" dirty="0">
                <a:latin typeface="Courier New"/>
                <a:cs typeface="Courier New"/>
              </a:rPr>
              <a:t>&lt;</a:t>
            </a:r>
            <a:r>
              <a:rPr sz="1950" spc="-100" dirty="0">
                <a:latin typeface="Courier New"/>
                <a:cs typeface="Courier New"/>
              </a:rPr>
              <a:t> </a:t>
            </a:r>
            <a:r>
              <a:rPr sz="1950" spc="-45" dirty="0">
                <a:latin typeface="Times New Roman"/>
                <a:cs typeface="Times New Roman"/>
              </a:rPr>
              <a:t>59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93893" y="804325"/>
            <a:ext cx="44323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45" dirty="0">
                <a:latin typeface="Times New Roman"/>
                <a:cs typeface="Times New Roman"/>
              </a:rPr>
              <a:t>h</a:t>
            </a:r>
            <a:r>
              <a:rPr sz="1950" spc="-30" dirty="0">
                <a:latin typeface="Times New Roman"/>
                <a:cs typeface="Times New Roman"/>
              </a:rPr>
              <a:t>i</a:t>
            </a:r>
            <a:r>
              <a:rPr sz="1950" spc="-65" dirty="0">
                <a:latin typeface="Times New Roman"/>
                <a:cs typeface="Times New Roman"/>
              </a:rPr>
              <a:t>g</a:t>
            </a:r>
            <a:r>
              <a:rPr sz="1950" spc="-55" dirty="0">
                <a:latin typeface="Times New Roman"/>
                <a:cs typeface="Times New Roman"/>
              </a:rPr>
              <a:t>h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70426" y="1101766"/>
            <a:ext cx="160655" cy="388620"/>
            <a:chOff x="7970426" y="1101766"/>
            <a:chExt cx="160655" cy="388620"/>
          </a:xfrm>
        </p:grpSpPr>
        <p:sp>
          <p:nvSpPr>
            <p:cNvPr id="17" name="object 17"/>
            <p:cNvSpPr/>
            <p:nvPr/>
          </p:nvSpPr>
          <p:spPr>
            <a:xfrm>
              <a:off x="7972312" y="1103594"/>
              <a:ext cx="156845" cy="384810"/>
            </a:xfrm>
            <a:custGeom>
              <a:avLst/>
              <a:gdLst/>
              <a:ahLst/>
              <a:cxnLst/>
              <a:rect l="l" t="t" r="r" b="b"/>
              <a:pathLst>
                <a:path w="156845" h="384809">
                  <a:moveTo>
                    <a:pt x="0" y="217336"/>
                  </a:moveTo>
                  <a:lnTo>
                    <a:pt x="78292" y="384368"/>
                  </a:lnTo>
                  <a:lnTo>
                    <a:pt x="124018" y="286816"/>
                  </a:lnTo>
                  <a:lnTo>
                    <a:pt x="71507" y="286816"/>
                  </a:lnTo>
                  <a:lnTo>
                    <a:pt x="65766" y="280980"/>
                  </a:lnTo>
                  <a:lnTo>
                    <a:pt x="65766" y="264027"/>
                  </a:lnTo>
                  <a:lnTo>
                    <a:pt x="0" y="217336"/>
                  </a:lnTo>
                  <a:close/>
                </a:path>
                <a:path w="156845" h="384809">
                  <a:moveTo>
                    <a:pt x="65766" y="264027"/>
                  </a:moveTo>
                  <a:lnTo>
                    <a:pt x="65766" y="280980"/>
                  </a:lnTo>
                  <a:lnTo>
                    <a:pt x="71507" y="286816"/>
                  </a:lnTo>
                  <a:lnTo>
                    <a:pt x="85861" y="286816"/>
                  </a:lnTo>
                  <a:lnTo>
                    <a:pt x="92124" y="280980"/>
                  </a:lnTo>
                  <a:lnTo>
                    <a:pt x="92124" y="272920"/>
                  </a:lnTo>
                  <a:lnTo>
                    <a:pt x="78292" y="272920"/>
                  </a:lnTo>
                  <a:lnTo>
                    <a:pt x="65766" y="264027"/>
                  </a:lnTo>
                  <a:close/>
                </a:path>
                <a:path w="156845" h="384809">
                  <a:moveTo>
                    <a:pt x="156585" y="217336"/>
                  </a:moveTo>
                  <a:lnTo>
                    <a:pt x="92124" y="263100"/>
                  </a:lnTo>
                  <a:lnTo>
                    <a:pt x="92124" y="280980"/>
                  </a:lnTo>
                  <a:lnTo>
                    <a:pt x="85861" y="286816"/>
                  </a:lnTo>
                  <a:lnTo>
                    <a:pt x="124018" y="286816"/>
                  </a:lnTo>
                  <a:lnTo>
                    <a:pt x="156585" y="217336"/>
                  </a:lnTo>
                  <a:close/>
                </a:path>
                <a:path w="156845" h="384809">
                  <a:moveTo>
                    <a:pt x="85861" y="0"/>
                  </a:moveTo>
                  <a:lnTo>
                    <a:pt x="71507" y="0"/>
                  </a:lnTo>
                  <a:lnTo>
                    <a:pt x="65766" y="6670"/>
                  </a:lnTo>
                  <a:lnTo>
                    <a:pt x="65766" y="264027"/>
                  </a:lnTo>
                  <a:lnTo>
                    <a:pt x="78292" y="272920"/>
                  </a:lnTo>
                  <a:lnTo>
                    <a:pt x="92124" y="263100"/>
                  </a:lnTo>
                  <a:lnTo>
                    <a:pt x="92124" y="6670"/>
                  </a:lnTo>
                  <a:lnTo>
                    <a:pt x="85861" y="0"/>
                  </a:lnTo>
                  <a:close/>
                </a:path>
                <a:path w="156845" h="384809">
                  <a:moveTo>
                    <a:pt x="92124" y="263100"/>
                  </a:moveTo>
                  <a:lnTo>
                    <a:pt x="78292" y="272920"/>
                  </a:lnTo>
                  <a:lnTo>
                    <a:pt x="92124" y="272920"/>
                  </a:lnTo>
                  <a:lnTo>
                    <a:pt x="92124" y="263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72312" y="1103594"/>
              <a:ext cx="156845" cy="384810"/>
            </a:xfrm>
            <a:custGeom>
              <a:avLst/>
              <a:gdLst/>
              <a:ahLst/>
              <a:cxnLst/>
              <a:rect l="l" t="t" r="r" b="b"/>
              <a:pathLst>
                <a:path w="156845" h="384809">
                  <a:moveTo>
                    <a:pt x="92124" y="14729"/>
                  </a:moveTo>
                  <a:lnTo>
                    <a:pt x="92124" y="272920"/>
                  </a:lnTo>
                  <a:lnTo>
                    <a:pt x="92124" y="280980"/>
                  </a:lnTo>
                  <a:lnTo>
                    <a:pt x="85861" y="286816"/>
                  </a:lnTo>
                  <a:lnTo>
                    <a:pt x="78292" y="286816"/>
                  </a:lnTo>
                  <a:lnTo>
                    <a:pt x="71507" y="286816"/>
                  </a:lnTo>
                  <a:lnTo>
                    <a:pt x="65766" y="280980"/>
                  </a:lnTo>
                  <a:lnTo>
                    <a:pt x="65766" y="272920"/>
                  </a:lnTo>
                  <a:lnTo>
                    <a:pt x="65766" y="14729"/>
                  </a:lnTo>
                  <a:lnTo>
                    <a:pt x="65766" y="6670"/>
                  </a:lnTo>
                  <a:lnTo>
                    <a:pt x="71507" y="0"/>
                  </a:lnTo>
                  <a:lnTo>
                    <a:pt x="78292" y="0"/>
                  </a:lnTo>
                  <a:lnTo>
                    <a:pt x="85861" y="0"/>
                  </a:lnTo>
                  <a:lnTo>
                    <a:pt x="92124" y="6670"/>
                  </a:lnTo>
                  <a:lnTo>
                    <a:pt x="92124" y="14729"/>
                  </a:lnTo>
                  <a:close/>
                </a:path>
                <a:path w="156845" h="384809">
                  <a:moveTo>
                    <a:pt x="78292" y="272920"/>
                  </a:moveTo>
                  <a:lnTo>
                    <a:pt x="156585" y="217336"/>
                  </a:lnTo>
                  <a:lnTo>
                    <a:pt x="78292" y="384368"/>
                  </a:lnTo>
                  <a:lnTo>
                    <a:pt x="0" y="217336"/>
                  </a:lnTo>
                  <a:lnTo>
                    <a:pt x="78292" y="272920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920155" y="787649"/>
            <a:ext cx="37973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30" dirty="0">
                <a:latin typeface="Times New Roman"/>
                <a:cs typeface="Times New Roman"/>
              </a:rPr>
              <a:t>l</a:t>
            </a:r>
            <a:r>
              <a:rPr sz="1950" spc="-45" dirty="0">
                <a:latin typeface="Times New Roman"/>
                <a:cs typeface="Times New Roman"/>
              </a:rPr>
              <a:t>o</a:t>
            </a:r>
            <a:r>
              <a:rPr sz="1950" spc="-75" dirty="0">
                <a:latin typeface="Times New Roman"/>
                <a:cs typeface="Times New Roman"/>
              </a:rPr>
              <a:t>w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22311" y="1082312"/>
            <a:ext cx="160655" cy="388620"/>
            <a:chOff x="3022311" y="1082312"/>
            <a:chExt cx="160655" cy="388620"/>
          </a:xfrm>
        </p:grpSpPr>
        <p:sp>
          <p:nvSpPr>
            <p:cNvPr id="21" name="object 21"/>
            <p:cNvSpPr/>
            <p:nvPr/>
          </p:nvSpPr>
          <p:spPr>
            <a:xfrm>
              <a:off x="3024196" y="1084140"/>
              <a:ext cx="156845" cy="384810"/>
            </a:xfrm>
            <a:custGeom>
              <a:avLst/>
              <a:gdLst/>
              <a:ahLst/>
              <a:cxnLst/>
              <a:rect l="l" t="t" r="r" b="b"/>
              <a:pathLst>
                <a:path w="156844" h="384809">
                  <a:moveTo>
                    <a:pt x="0" y="216780"/>
                  </a:moveTo>
                  <a:lnTo>
                    <a:pt x="78032" y="384368"/>
                  </a:lnTo>
                  <a:lnTo>
                    <a:pt x="123475" y="287094"/>
                  </a:lnTo>
                  <a:lnTo>
                    <a:pt x="71246" y="287094"/>
                  </a:lnTo>
                  <a:lnTo>
                    <a:pt x="64983" y="280424"/>
                  </a:lnTo>
                  <a:lnTo>
                    <a:pt x="64983" y="263532"/>
                  </a:lnTo>
                  <a:lnTo>
                    <a:pt x="0" y="216780"/>
                  </a:lnTo>
                  <a:close/>
                </a:path>
                <a:path w="156844" h="384809">
                  <a:moveTo>
                    <a:pt x="64983" y="263532"/>
                  </a:moveTo>
                  <a:lnTo>
                    <a:pt x="64983" y="280424"/>
                  </a:lnTo>
                  <a:lnTo>
                    <a:pt x="71246" y="287094"/>
                  </a:lnTo>
                  <a:lnTo>
                    <a:pt x="85600" y="287094"/>
                  </a:lnTo>
                  <a:lnTo>
                    <a:pt x="91341" y="280424"/>
                  </a:lnTo>
                  <a:lnTo>
                    <a:pt x="91341" y="272920"/>
                  </a:lnTo>
                  <a:lnTo>
                    <a:pt x="78032" y="272920"/>
                  </a:lnTo>
                  <a:lnTo>
                    <a:pt x="64983" y="263532"/>
                  </a:lnTo>
                  <a:close/>
                </a:path>
                <a:path w="156844" h="384809">
                  <a:moveTo>
                    <a:pt x="156324" y="216780"/>
                  </a:moveTo>
                  <a:lnTo>
                    <a:pt x="91341" y="263376"/>
                  </a:lnTo>
                  <a:lnTo>
                    <a:pt x="91341" y="280424"/>
                  </a:lnTo>
                  <a:lnTo>
                    <a:pt x="85600" y="287094"/>
                  </a:lnTo>
                  <a:lnTo>
                    <a:pt x="123475" y="287094"/>
                  </a:lnTo>
                  <a:lnTo>
                    <a:pt x="156324" y="216780"/>
                  </a:lnTo>
                  <a:close/>
                </a:path>
                <a:path w="156844" h="384809">
                  <a:moveTo>
                    <a:pt x="85600" y="0"/>
                  </a:moveTo>
                  <a:lnTo>
                    <a:pt x="71246" y="0"/>
                  </a:lnTo>
                  <a:lnTo>
                    <a:pt x="64983" y="6670"/>
                  </a:lnTo>
                  <a:lnTo>
                    <a:pt x="64983" y="263532"/>
                  </a:lnTo>
                  <a:lnTo>
                    <a:pt x="78032" y="272920"/>
                  </a:lnTo>
                  <a:lnTo>
                    <a:pt x="91341" y="263376"/>
                  </a:lnTo>
                  <a:lnTo>
                    <a:pt x="91341" y="6670"/>
                  </a:lnTo>
                  <a:lnTo>
                    <a:pt x="85600" y="0"/>
                  </a:lnTo>
                  <a:close/>
                </a:path>
                <a:path w="156844" h="384809">
                  <a:moveTo>
                    <a:pt x="91341" y="263376"/>
                  </a:moveTo>
                  <a:lnTo>
                    <a:pt x="78032" y="272920"/>
                  </a:lnTo>
                  <a:lnTo>
                    <a:pt x="91341" y="272920"/>
                  </a:lnTo>
                  <a:lnTo>
                    <a:pt x="91341" y="263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24196" y="1084140"/>
              <a:ext cx="156845" cy="384810"/>
            </a:xfrm>
            <a:custGeom>
              <a:avLst/>
              <a:gdLst/>
              <a:ahLst/>
              <a:cxnLst/>
              <a:rect l="l" t="t" r="r" b="b"/>
              <a:pathLst>
                <a:path w="156844" h="384809">
                  <a:moveTo>
                    <a:pt x="91341" y="14174"/>
                  </a:moveTo>
                  <a:lnTo>
                    <a:pt x="91341" y="272920"/>
                  </a:lnTo>
                  <a:lnTo>
                    <a:pt x="91341" y="280424"/>
                  </a:lnTo>
                  <a:lnTo>
                    <a:pt x="85600" y="287094"/>
                  </a:lnTo>
                  <a:lnTo>
                    <a:pt x="78032" y="287094"/>
                  </a:lnTo>
                  <a:lnTo>
                    <a:pt x="71246" y="287094"/>
                  </a:lnTo>
                  <a:lnTo>
                    <a:pt x="64983" y="280424"/>
                  </a:lnTo>
                  <a:lnTo>
                    <a:pt x="64983" y="272920"/>
                  </a:lnTo>
                  <a:lnTo>
                    <a:pt x="64983" y="14174"/>
                  </a:lnTo>
                  <a:lnTo>
                    <a:pt x="64983" y="6670"/>
                  </a:lnTo>
                  <a:lnTo>
                    <a:pt x="71246" y="0"/>
                  </a:lnTo>
                  <a:lnTo>
                    <a:pt x="78032" y="0"/>
                  </a:lnTo>
                  <a:lnTo>
                    <a:pt x="85600" y="0"/>
                  </a:lnTo>
                  <a:lnTo>
                    <a:pt x="91341" y="6670"/>
                  </a:lnTo>
                  <a:lnTo>
                    <a:pt x="91341" y="14174"/>
                  </a:lnTo>
                  <a:close/>
                </a:path>
                <a:path w="156844" h="384809">
                  <a:moveTo>
                    <a:pt x="78032" y="272920"/>
                  </a:moveTo>
                  <a:lnTo>
                    <a:pt x="156324" y="216780"/>
                  </a:lnTo>
                  <a:lnTo>
                    <a:pt x="78032" y="384368"/>
                  </a:lnTo>
                  <a:lnTo>
                    <a:pt x="0" y="216780"/>
                  </a:lnTo>
                  <a:lnTo>
                    <a:pt x="78032" y="272920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674677" y="2523622"/>
            <a:ext cx="160655" cy="387350"/>
            <a:chOff x="6674677" y="2523622"/>
            <a:chExt cx="160655" cy="387350"/>
          </a:xfrm>
        </p:grpSpPr>
        <p:sp>
          <p:nvSpPr>
            <p:cNvPr id="24" name="object 24"/>
            <p:cNvSpPr/>
            <p:nvPr/>
          </p:nvSpPr>
          <p:spPr>
            <a:xfrm>
              <a:off x="6676563" y="2525450"/>
              <a:ext cx="156845" cy="383540"/>
            </a:xfrm>
            <a:custGeom>
              <a:avLst/>
              <a:gdLst/>
              <a:ahLst/>
              <a:cxnLst/>
              <a:rect l="l" t="t" r="r" b="b"/>
              <a:pathLst>
                <a:path w="156845" h="383539">
                  <a:moveTo>
                    <a:pt x="0" y="216780"/>
                  </a:moveTo>
                  <a:lnTo>
                    <a:pt x="78292" y="383534"/>
                  </a:lnTo>
                  <a:lnTo>
                    <a:pt x="123551" y="286816"/>
                  </a:lnTo>
                  <a:lnTo>
                    <a:pt x="70724" y="286816"/>
                  </a:lnTo>
                  <a:lnTo>
                    <a:pt x="64983" y="280146"/>
                  </a:lnTo>
                  <a:lnTo>
                    <a:pt x="64983" y="262684"/>
                  </a:lnTo>
                  <a:lnTo>
                    <a:pt x="0" y="216780"/>
                  </a:lnTo>
                  <a:close/>
                </a:path>
                <a:path w="156845" h="383539">
                  <a:moveTo>
                    <a:pt x="64983" y="262684"/>
                  </a:moveTo>
                  <a:lnTo>
                    <a:pt x="64983" y="280146"/>
                  </a:lnTo>
                  <a:lnTo>
                    <a:pt x="70724" y="286816"/>
                  </a:lnTo>
                  <a:lnTo>
                    <a:pt x="85600" y="286816"/>
                  </a:lnTo>
                  <a:lnTo>
                    <a:pt x="90558" y="280146"/>
                  </a:lnTo>
                  <a:lnTo>
                    <a:pt x="90558" y="272086"/>
                  </a:lnTo>
                  <a:lnTo>
                    <a:pt x="78292" y="272086"/>
                  </a:lnTo>
                  <a:lnTo>
                    <a:pt x="64983" y="262684"/>
                  </a:lnTo>
                  <a:close/>
                </a:path>
                <a:path w="156845" h="383539">
                  <a:moveTo>
                    <a:pt x="156324" y="216780"/>
                  </a:moveTo>
                  <a:lnTo>
                    <a:pt x="90558" y="263393"/>
                  </a:lnTo>
                  <a:lnTo>
                    <a:pt x="90558" y="280146"/>
                  </a:lnTo>
                  <a:lnTo>
                    <a:pt x="85600" y="286816"/>
                  </a:lnTo>
                  <a:lnTo>
                    <a:pt x="123551" y="286816"/>
                  </a:lnTo>
                  <a:lnTo>
                    <a:pt x="156324" y="216780"/>
                  </a:lnTo>
                  <a:close/>
                </a:path>
                <a:path w="156845" h="383539">
                  <a:moveTo>
                    <a:pt x="85600" y="0"/>
                  </a:moveTo>
                  <a:lnTo>
                    <a:pt x="70724" y="0"/>
                  </a:lnTo>
                  <a:lnTo>
                    <a:pt x="64983" y="5836"/>
                  </a:lnTo>
                  <a:lnTo>
                    <a:pt x="64983" y="262684"/>
                  </a:lnTo>
                  <a:lnTo>
                    <a:pt x="78292" y="272086"/>
                  </a:lnTo>
                  <a:lnTo>
                    <a:pt x="90558" y="263393"/>
                  </a:lnTo>
                  <a:lnTo>
                    <a:pt x="90558" y="5836"/>
                  </a:lnTo>
                  <a:lnTo>
                    <a:pt x="85600" y="0"/>
                  </a:lnTo>
                  <a:close/>
                </a:path>
                <a:path w="156845" h="383539">
                  <a:moveTo>
                    <a:pt x="90558" y="263393"/>
                  </a:moveTo>
                  <a:lnTo>
                    <a:pt x="78292" y="272086"/>
                  </a:lnTo>
                  <a:lnTo>
                    <a:pt x="90558" y="272086"/>
                  </a:lnTo>
                  <a:lnTo>
                    <a:pt x="90558" y="2633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76563" y="2525450"/>
              <a:ext cx="156845" cy="383540"/>
            </a:xfrm>
            <a:custGeom>
              <a:avLst/>
              <a:gdLst/>
              <a:ahLst/>
              <a:cxnLst/>
              <a:rect l="l" t="t" r="r" b="b"/>
              <a:pathLst>
                <a:path w="156845" h="383539">
                  <a:moveTo>
                    <a:pt x="90558" y="13896"/>
                  </a:moveTo>
                  <a:lnTo>
                    <a:pt x="90558" y="272086"/>
                  </a:lnTo>
                  <a:lnTo>
                    <a:pt x="90558" y="280146"/>
                  </a:lnTo>
                  <a:lnTo>
                    <a:pt x="85600" y="286816"/>
                  </a:lnTo>
                  <a:lnTo>
                    <a:pt x="78292" y="286816"/>
                  </a:lnTo>
                  <a:lnTo>
                    <a:pt x="70724" y="286816"/>
                  </a:lnTo>
                  <a:lnTo>
                    <a:pt x="64983" y="280146"/>
                  </a:lnTo>
                  <a:lnTo>
                    <a:pt x="64983" y="272086"/>
                  </a:lnTo>
                  <a:lnTo>
                    <a:pt x="64983" y="13896"/>
                  </a:lnTo>
                  <a:lnTo>
                    <a:pt x="64983" y="5836"/>
                  </a:lnTo>
                  <a:lnTo>
                    <a:pt x="70724" y="0"/>
                  </a:lnTo>
                  <a:lnTo>
                    <a:pt x="78292" y="0"/>
                  </a:lnTo>
                  <a:lnTo>
                    <a:pt x="85600" y="0"/>
                  </a:lnTo>
                  <a:lnTo>
                    <a:pt x="90558" y="5836"/>
                  </a:lnTo>
                  <a:lnTo>
                    <a:pt x="90558" y="13896"/>
                  </a:lnTo>
                  <a:close/>
                </a:path>
                <a:path w="156845" h="383539">
                  <a:moveTo>
                    <a:pt x="78292" y="272086"/>
                  </a:moveTo>
                  <a:lnTo>
                    <a:pt x="156324" y="216780"/>
                  </a:lnTo>
                  <a:lnTo>
                    <a:pt x="78292" y="383534"/>
                  </a:lnTo>
                  <a:lnTo>
                    <a:pt x="0" y="216780"/>
                  </a:lnTo>
                  <a:lnTo>
                    <a:pt x="78292" y="272086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51122" y="2226737"/>
            <a:ext cx="170497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273810" algn="l"/>
              </a:tabLst>
            </a:pPr>
            <a:r>
              <a:rPr sz="1950" spc="-114" dirty="0">
                <a:latin typeface="Times New Roman"/>
                <a:cs typeface="Times New Roman"/>
              </a:rPr>
              <a:t>m</a:t>
            </a:r>
            <a:r>
              <a:rPr sz="1950" spc="-40" dirty="0">
                <a:latin typeface="Times New Roman"/>
                <a:cs typeface="Times New Roman"/>
              </a:rPr>
              <a:t>id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-45" dirty="0">
                <a:latin typeface="Times New Roman"/>
                <a:cs typeface="Times New Roman"/>
              </a:rPr>
              <a:t>h</a:t>
            </a:r>
            <a:r>
              <a:rPr sz="1950" spc="-30" dirty="0">
                <a:latin typeface="Times New Roman"/>
                <a:cs typeface="Times New Roman"/>
              </a:rPr>
              <a:t>i</a:t>
            </a:r>
            <a:r>
              <a:rPr sz="1950" spc="-65" dirty="0">
                <a:latin typeface="Times New Roman"/>
                <a:cs typeface="Times New Roman"/>
              </a:rPr>
              <a:t>g</a:t>
            </a:r>
            <a:r>
              <a:rPr sz="1950" spc="-55" dirty="0">
                <a:latin typeface="Times New Roman"/>
                <a:cs typeface="Times New Roman"/>
              </a:rPr>
              <a:t>h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989216" y="2523622"/>
            <a:ext cx="160655" cy="387350"/>
            <a:chOff x="7989216" y="2523622"/>
            <a:chExt cx="160655" cy="387350"/>
          </a:xfrm>
        </p:grpSpPr>
        <p:sp>
          <p:nvSpPr>
            <p:cNvPr id="28" name="object 28"/>
            <p:cNvSpPr/>
            <p:nvPr/>
          </p:nvSpPr>
          <p:spPr>
            <a:xfrm>
              <a:off x="7991103" y="2525450"/>
              <a:ext cx="156845" cy="383540"/>
            </a:xfrm>
            <a:custGeom>
              <a:avLst/>
              <a:gdLst/>
              <a:ahLst/>
              <a:cxnLst/>
              <a:rect l="l" t="t" r="r" b="b"/>
              <a:pathLst>
                <a:path w="156845" h="383539">
                  <a:moveTo>
                    <a:pt x="0" y="216780"/>
                  </a:moveTo>
                  <a:lnTo>
                    <a:pt x="78292" y="383534"/>
                  </a:lnTo>
                  <a:lnTo>
                    <a:pt x="123702" y="286816"/>
                  </a:lnTo>
                  <a:lnTo>
                    <a:pt x="71507" y="286816"/>
                  </a:lnTo>
                  <a:lnTo>
                    <a:pt x="65244" y="280146"/>
                  </a:lnTo>
                  <a:lnTo>
                    <a:pt x="65244" y="262869"/>
                  </a:lnTo>
                  <a:lnTo>
                    <a:pt x="0" y="216780"/>
                  </a:lnTo>
                  <a:close/>
                </a:path>
                <a:path w="156845" h="383539">
                  <a:moveTo>
                    <a:pt x="65244" y="262869"/>
                  </a:moveTo>
                  <a:lnTo>
                    <a:pt x="65244" y="280146"/>
                  </a:lnTo>
                  <a:lnTo>
                    <a:pt x="71507" y="286816"/>
                  </a:lnTo>
                  <a:lnTo>
                    <a:pt x="85861" y="286816"/>
                  </a:lnTo>
                  <a:lnTo>
                    <a:pt x="90819" y="280146"/>
                  </a:lnTo>
                  <a:lnTo>
                    <a:pt x="90819" y="272086"/>
                  </a:lnTo>
                  <a:lnTo>
                    <a:pt x="78292" y="272086"/>
                  </a:lnTo>
                  <a:lnTo>
                    <a:pt x="65244" y="262869"/>
                  </a:lnTo>
                  <a:close/>
                </a:path>
                <a:path w="156845" h="383539">
                  <a:moveTo>
                    <a:pt x="156585" y="216780"/>
                  </a:moveTo>
                  <a:lnTo>
                    <a:pt x="90819" y="263237"/>
                  </a:lnTo>
                  <a:lnTo>
                    <a:pt x="90819" y="280146"/>
                  </a:lnTo>
                  <a:lnTo>
                    <a:pt x="85861" y="286816"/>
                  </a:lnTo>
                  <a:lnTo>
                    <a:pt x="123702" y="286816"/>
                  </a:lnTo>
                  <a:lnTo>
                    <a:pt x="156585" y="216780"/>
                  </a:lnTo>
                  <a:close/>
                </a:path>
                <a:path w="156845" h="383539">
                  <a:moveTo>
                    <a:pt x="85861" y="0"/>
                  </a:moveTo>
                  <a:lnTo>
                    <a:pt x="71507" y="0"/>
                  </a:lnTo>
                  <a:lnTo>
                    <a:pt x="65244" y="5836"/>
                  </a:lnTo>
                  <a:lnTo>
                    <a:pt x="65244" y="262869"/>
                  </a:lnTo>
                  <a:lnTo>
                    <a:pt x="78292" y="272086"/>
                  </a:lnTo>
                  <a:lnTo>
                    <a:pt x="90819" y="263237"/>
                  </a:lnTo>
                  <a:lnTo>
                    <a:pt x="90819" y="5836"/>
                  </a:lnTo>
                  <a:lnTo>
                    <a:pt x="85861" y="0"/>
                  </a:lnTo>
                  <a:close/>
                </a:path>
                <a:path w="156845" h="383539">
                  <a:moveTo>
                    <a:pt x="90819" y="263237"/>
                  </a:moveTo>
                  <a:lnTo>
                    <a:pt x="78292" y="272086"/>
                  </a:lnTo>
                  <a:lnTo>
                    <a:pt x="90819" y="272086"/>
                  </a:lnTo>
                  <a:lnTo>
                    <a:pt x="90819" y="2632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91103" y="2525450"/>
              <a:ext cx="156845" cy="383540"/>
            </a:xfrm>
            <a:custGeom>
              <a:avLst/>
              <a:gdLst/>
              <a:ahLst/>
              <a:cxnLst/>
              <a:rect l="l" t="t" r="r" b="b"/>
              <a:pathLst>
                <a:path w="156845" h="383539">
                  <a:moveTo>
                    <a:pt x="90819" y="13896"/>
                  </a:moveTo>
                  <a:lnTo>
                    <a:pt x="90819" y="272086"/>
                  </a:lnTo>
                  <a:lnTo>
                    <a:pt x="90819" y="280146"/>
                  </a:lnTo>
                  <a:lnTo>
                    <a:pt x="85861" y="286816"/>
                  </a:lnTo>
                  <a:lnTo>
                    <a:pt x="78292" y="286816"/>
                  </a:lnTo>
                  <a:lnTo>
                    <a:pt x="71507" y="286816"/>
                  </a:lnTo>
                  <a:lnTo>
                    <a:pt x="65244" y="280146"/>
                  </a:lnTo>
                  <a:lnTo>
                    <a:pt x="65244" y="272086"/>
                  </a:lnTo>
                  <a:lnTo>
                    <a:pt x="65244" y="13896"/>
                  </a:lnTo>
                  <a:lnTo>
                    <a:pt x="65244" y="5836"/>
                  </a:lnTo>
                  <a:lnTo>
                    <a:pt x="71507" y="0"/>
                  </a:lnTo>
                  <a:lnTo>
                    <a:pt x="78292" y="0"/>
                  </a:lnTo>
                  <a:lnTo>
                    <a:pt x="85861" y="0"/>
                  </a:lnTo>
                  <a:lnTo>
                    <a:pt x="90819" y="5836"/>
                  </a:lnTo>
                  <a:lnTo>
                    <a:pt x="90819" y="13896"/>
                  </a:lnTo>
                  <a:close/>
                </a:path>
                <a:path w="156845" h="383539">
                  <a:moveTo>
                    <a:pt x="78292" y="272086"/>
                  </a:moveTo>
                  <a:lnTo>
                    <a:pt x="156585" y="216780"/>
                  </a:lnTo>
                  <a:lnTo>
                    <a:pt x="78292" y="383534"/>
                  </a:lnTo>
                  <a:lnTo>
                    <a:pt x="0" y="216780"/>
                  </a:lnTo>
                  <a:lnTo>
                    <a:pt x="78292" y="272086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803424" y="2210061"/>
            <a:ext cx="37973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30" dirty="0">
                <a:latin typeface="Times New Roman"/>
                <a:cs typeface="Times New Roman"/>
              </a:rPr>
              <a:t>l</a:t>
            </a:r>
            <a:r>
              <a:rPr sz="1950" spc="-45" dirty="0">
                <a:latin typeface="Times New Roman"/>
                <a:cs typeface="Times New Roman"/>
              </a:rPr>
              <a:t>o</a:t>
            </a:r>
            <a:r>
              <a:rPr sz="1950" spc="-75" dirty="0">
                <a:latin typeface="Times New Roman"/>
                <a:cs typeface="Times New Roman"/>
              </a:rPr>
              <a:t>w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907406" y="2504168"/>
            <a:ext cx="160655" cy="387350"/>
            <a:chOff x="5907406" y="2504168"/>
            <a:chExt cx="160655" cy="387350"/>
          </a:xfrm>
        </p:grpSpPr>
        <p:sp>
          <p:nvSpPr>
            <p:cNvPr id="32" name="object 32"/>
            <p:cNvSpPr/>
            <p:nvPr/>
          </p:nvSpPr>
          <p:spPr>
            <a:xfrm>
              <a:off x="5909293" y="2505996"/>
              <a:ext cx="156845" cy="383540"/>
            </a:xfrm>
            <a:custGeom>
              <a:avLst/>
              <a:gdLst/>
              <a:ahLst/>
              <a:cxnLst/>
              <a:rect l="l" t="t" r="r" b="b"/>
              <a:pathLst>
                <a:path w="156845" h="383539">
                  <a:moveTo>
                    <a:pt x="0" y="216780"/>
                  </a:moveTo>
                  <a:lnTo>
                    <a:pt x="78292" y="383534"/>
                  </a:lnTo>
                  <a:lnTo>
                    <a:pt x="123963" y="286261"/>
                  </a:lnTo>
                  <a:lnTo>
                    <a:pt x="71507" y="286261"/>
                  </a:lnTo>
                  <a:lnTo>
                    <a:pt x="65244" y="280146"/>
                  </a:lnTo>
                  <a:lnTo>
                    <a:pt x="65244" y="262869"/>
                  </a:lnTo>
                  <a:lnTo>
                    <a:pt x="0" y="216780"/>
                  </a:lnTo>
                  <a:close/>
                </a:path>
                <a:path w="156845" h="383539">
                  <a:moveTo>
                    <a:pt x="65244" y="262869"/>
                  </a:moveTo>
                  <a:lnTo>
                    <a:pt x="65244" y="280146"/>
                  </a:lnTo>
                  <a:lnTo>
                    <a:pt x="71507" y="286261"/>
                  </a:lnTo>
                  <a:lnTo>
                    <a:pt x="85861" y="286261"/>
                  </a:lnTo>
                  <a:lnTo>
                    <a:pt x="91341" y="280146"/>
                  </a:lnTo>
                  <a:lnTo>
                    <a:pt x="91341" y="272086"/>
                  </a:lnTo>
                  <a:lnTo>
                    <a:pt x="78292" y="272086"/>
                  </a:lnTo>
                  <a:lnTo>
                    <a:pt x="65244" y="262869"/>
                  </a:lnTo>
                  <a:close/>
                </a:path>
                <a:path w="156845" h="383539">
                  <a:moveTo>
                    <a:pt x="156585" y="216780"/>
                  </a:moveTo>
                  <a:lnTo>
                    <a:pt x="91341" y="262869"/>
                  </a:lnTo>
                  <a:lnTo>
                    <a:pt x="91341" y="280146"/>
                  </a:lnTo>
                  <a:lnTo>
                    <a:pt x="85861" y="286261"/>
                  </a:lnTo>
                  <a:lnTo>
                    <a:pt x="123963" y="286261"/>
                  </a:lnTo>
                  <a:lnTo>
                    <a:pt x="156585" y="216780"/>
                  </a:lnTo>
                  <a:close/>
                </a:path>
                <a:path w="156845" h="383539">
                  <a:moveTo>
                    <a:pt x="85861" y="0"/>
                  </a:moveTo>
                  <a:lnTo>
                    <a:pt x="71507" y="0"/>
                  </a:lnTo>
                  <a:lnTo>
                    <a:pt x="65244" y="6114"/>
                  </a:lnTo>
                  <a:lnTo>
                    <a:pt x="65244" y="262869"/>
                  </a:lnTo>
                  <a:lnTo>
                    <a:pt x="78292" y="272086"/>
                  </a:lnTo>
                  <a:lnTo>
                    <a:pt x="91341" y="262869"/>
                  </a:lnTo>
                  <a:lnTo>
                    <a:pt x="91341" y="6114"/>
                  </a:lnTo>
                  <a:lnTo>
                    <a:pt x="85861" y="0"/>
                  </a:lnTo>
                  <a:close/>
                </a:path>
                <a:path w="156845" h="383539">
                  <a:moveTo>
                    <a:pt x="91341" y="262869"/>
                  </a:moveTo>
                  <a:lnTo>
                    <a:pt x="78292" y="272086"/>
                  </a:lnTo>
                  <a:lnTo>
                    <a:pt x="91341" y="272086"/>
                  </a:lnTo>
                  <a:lnTo>
                    <a:pt x="91341" y="2628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09293" y="2505996"/>
              <a:ext cx="156845" cy="383540"/>
            </a:xfrm>
            <a:custGeom>
              <a:avLst/>
              <a:gdLst/>
              <a:ahLst/>
              <a:cxnLst/>
              <a:rect l="l" t="t" r="r" b="b"/>
              <a:pathLst>
                <a:path w="156845" h="383539">
                  <a:moveTo>
                    <a:pt x="91341" y="13896"/>
                  </a:moveTo>
                  <a:lnTo>
                    <a:pt x="91341" y="272086"/>
                  </a:lnTo>
                  <a:lnTo>
                    <a:pt x="91341" y="280146"/>
                  </a:lnTo>
                  <a:lnTo>
                    <a:pt x="85861" y="286261"/>
                  </a:lnTo>
                  <a:lnTo>
                    <a:pt x="78292" y="286261"/>
                  </a:lnTo>
                  <a:lnTo>
                    <a:pt x="71507" y="286261"/>
                  </a:lnTo>
                  <a:lnTo>
                    <a:pt x="65244" y="280146"/>
                  </a:lnTo>
                  <a:lnTo>
                    <a:pt x="65244" y="272086"/>
                  </a:lnTo>
                  <a:lnTo>
                    <a:pt x="65244" y="13896"/>
                  </a:lnTo>
                  <a:lnTo>
                    <a:pt x="65244" y="6114"/>
                  </a:lnTo>
                  <a:lnTo>
                    <a:pt x="71507" y="0"/>
                  </a:lnTo>
                  <a:lnTo>
                    <a:pt x="78292" y="0"/>
                  </a:lnTo>
                  <a:lnTo>
                    <a:pt x="85861" y="0"/>
                  </a:lnTo>
                  <a:lnTo>
                    <a:pt x="91341" y="6114"/>
                  </a:lnTo>
                  <a:lnTo>
                    <a:pt x="91341" y="13896"/>
                  </a:lnTo>
                  <a:close/>
                </a:path>
                <a:path w="156845" h="383539">
                  <a:moveTo>
                    <a:pt x="78292" y="272086"/>
                  </a:moveTo>
                  <a:lnTo>
                    <a:pt x="156585" y="216780"/>
                  </a:lnTo>
                  <a:lnTo>
                    <a:pt x="78292" y="383534"/>
                  </a:lnTo>
                  <a:lnTo>
                    <a:pt x="0" y="216780"/>
                  </a:lnTo>
                  <a:lnTo>
                    <a:pt x="78292" y="272086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487384" y="3180847"/>
            <a:ext cx="31305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30" dirty="0">
                <a:latin typeface="Times New Roman"/>
                <a:cs typeface="Times New Roman"/>
              </a:rPr>
              <a:t>l</a:t>
            </a:r>
            <a:r>
              <a:rPr sz="1950" spc="-25" dirty="0">
                <a:latin typeface="Times New Roman"/>
                <a:cs typeface="Times New Roman"/>
              </a:rPr>
              <a:t>i</a:t>
            </a:r>
            <a:r>
              <a:rPr sz="1950" spc="-35" dirty="0">
                <a:latin typeface="Times New Roman"/>
                <a:cs typeface="Times New Roman"/>
              </a:rPr>
              <a:t>st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71043" y="4389036"/>
            <a:ext cx="69151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40" dirty="0">
                <a:latin typeface="Times New Roman"/>
                <a:cs typeface="Times New Roman"/>
              </a:rPr>
              <a:t>[7]</a:t>
            </a:r>
            <a:r>
              <a:rPr sz="1950" spc="340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Times New Roman"/>
                <a:cs typeface="Times New Roman"/>
              </a:rPr>
              <a:t>[8]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80741" y="4041918"/>
            <a:ext cx="160655" cy="388620"/>
            <a:chOff x="5980741" y="4041918"/>
            <a:chExt cx="160655" cy="388620"/>
          </a:xfrm>
        </p:grpSpPr>
        <p:sp>
          <p:nvSpPr>
            <p:cNvPr id="37" name="object 37"/>
            <p:cNvSpPr/>
            <p:nvPr/>
          </p:nvSpPr>
          <p:spPr>
            <a:xfrm>
              <a:off x="5982627" y="4043746"/>
              <a:ext cx="156845" cy="384810"/>
            </a:xfrm>
            <a:custGeom>
              <a:avLst/>
              <a:gdLst/>
              <a:ahLst/>
              <a:cxnLst/>
              <a:rect l="l" t="t" r="r" b="b"/>
              <a:pathLst>
                <a:path w="156845" h="384810">
                  <a:moveTo>
                    <a:pt x="0" y="216919"/>
                  </a:moveTo>
                  <a:lnTo>
                    <a:pt x="78292" y="384368"/>
                  </a:lnTo>
                  <a:lnTo>
                    <a:pt x="123674" y="286983"/>
                  </a:lnTo>
                  <a:lnTo>
                    <a:pt x="70724" y="286983"/>
                  </a:lnTo>
                  <a:lnTo>
                    <a:pt x="64983" y="280313"/>
                  </a:lnTo>
                  <a:lnTo>
                    <a:pt x="64983" y="263423"/>
                  </a:lnTo>
                  <a:lnTo>
                    <a:pt x="0" y="216919"/>
                  </a:lnTo>
                  <a:close/>
                </a:path>
                <a:path w="156845" h="384810">
                  <a:moveTo>
                    <a:pt x="64983" y="263423"/>
                  </a:moveTo>
                  <a:lnTo>
                    <a:pt x="64983" y="280313"/>
                  </a:lnTo>
                  <a:lnTo>
                    <a:pt x="70724" y="286983"/>
                  </a:lnTo>
                  <a:lnTo>
                    <a:pt x="85078" y="286983"/>
                  </a:lnTo>
                  <a:lnTo>
                    <a:pt x="91341" y="280313"/>
                  </a:lnTo>
                  <a:lnTo>
                    <a:pt x="91341" y="272948"/>
                  </a:lnTo>
                  <a:lnTo>
                    <a:pt x="78292" y="272948"/>
                  </a:lnTo>
                  <a:lnTo>
                    <a:pt x="64983" y="263423"/>
                  </a:lnTo>
                  <a:close/>
                </a:path>
                <a:path w="156845" h="384810">
                  <a:moveTo>
                    <a:pt x="156324" y="216919"/>
                  </a:moveTo>
                  <a:lnTo>
                    <a:pt x="91341" y="263579"/>
                  </a:lnTo>
                  <a:lnTo>
                    <a:pt x="91341" y="280313"/>
                  </a:lnTo>
                  <a:lnTo>
                    <a:pt x="85078" y="286983"/>
                  </a:lnTo>
                  <a:lnTo>
                    <a:pt x="123674" y="286983"/>
                  </a:lnTo>
                  <a:lnTo>
                    <a:pt x="156324" y="216919"/>
                  </a:lnTo>
                  <a:close/>
                </a:path>
                <a:path w="156845" h="384810">
                  <a:moveTo>
                    <a:pt x="85078" y="0"/>
                  </a:moveTo>
                  <a:lnTo>
                    <a:pt x="70724" y="0"/>
                  </a:lnTo>
                  <a:lnTo>
                    <a:pt x="64983" y="6670"/>
                  </a:lnTo>
                  <a:lnTo>
                    <a:pt x="64983" y="263423"/>
                  </a:lnTo>
                  <a:lnTo>
                    <a:pt x="78292" y="272948"/>
                  </a:lnTo>
                  <a:lnTo>
                    <a:pt x="91341" y="263579"/>
                  </a:lnTo>
                  <a:lnTo>
                    <a:pt x="91341" y="6670"/>
                  </a:lnTo>
                  <a:lnTo>
                    <a:pt x="85078" y="0"/>
                  </a:lnTo>
                  <a:close/>
                </a:path>
                <a:path w="156845" h="384810">
                  <a:moveTo>
                    <a:pt x="91341" y="263579"/>
                  </a:moveTo>
                  <a:lnTo>
                    <a:pt x="78292" y="272948"/>
                  </a:lnTo>
                  <a:lnTo>
                    <a:pt x="91341" y="272948"/>
                  </a:lnTo>
                  <a:lnTo>
                    <a:pt x="91341" y="263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82627" y="4043746"/>
              <a:ext cx="156845" cy="384810"/>
            </a:xfrm>
            <a:custGeom>
              <a:avLst/>
              <a:gdLst/>
              <a:ahLst/>
              <a:cxnLst/>
              <a:rect l="l" t="t" r="r" b="b"/>
              <a:pathLst>
                <a:path w="156845" h="384810">
                  <a:moveTo>
                    <a:pt x="91341" y="14174"/>
                  </a:moveTo>
                  <a:lnTo>
                    <a:pt x="91341" y="272948"/>
                  </a:lnTo>
                  <a:lnTo>
                    <a:pt x="91341" y="280313"/>
                  </a:lnTo>
                  <a:lnTo>
                    <a:pt x="85078" y="286983"/>
                  </a:lnTo>
                  <a:lnTo>
                    <a:pt x="78292" y="286983"/>
                  </a:lnTo>
                  <a:lnTo>
                    <a:pt x="70724" y="286983"/>
                  </a:lnTo>
                  <a:lnTo>
                    <a:pt x="64983" y="280313"/>
                  </a:lnTo>
                  <a:lnTo>
                    <a:pt x="64983" y="272948"/>
                  </a:lnTo>
                  <a:lnTo>
                    <a:pt x="64983" y="14174"/>
                  </a:lnTo>
                  <a:lnTo>
                    <a:pt x="64983" y="6670"/>
                  </a:lnTo>
                  <a:lnTo>
                    <a:pt x="70724" y="0"/>
                  </a:lnTo>
                  <a:lnTo>
                    <a:pt x="78292" y="0"/>
                  </a:lnTo>
                  <a:lnTo>
                    <a:pt x="85078" y="0"/>
                  </a:lnTo>
                  <a:lnTo>
                    <a:pt x="91341" y="6670"/>
                  </a:lnTo>
                  <a:lnTo>
                    <a:pt x="91341" y="14174"/>
                  </a:lnTo>
                  <a:close/>
                </a:path>
                <a:path w="156845" h="384810">
                  <a:moveTo>
                    <a:pt x="78292" y="272948"/>
                  </a:moveTo>
                  <a:lnTo>
                    <a:pt x="156324" y="216919"/>
                  </a:lnTo>
                  <a:lnTo>
                    <a:pt x="78292" y="384368"/>
                  </a:lnTo>
                  <a:lnTo>
                    <a:pt x="0" y="216919"/>
                  </a:lnTo>
                  <a:lnTo>
                    <a:pt x="78292" y="272948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516673" y="3785331"/>
            <a:ext cx="44323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45" dirty="0">
                <a:latin typeface="Times New Roman"/>
                <a:cs typeface="Times New Roman"/>
              </a:rPr>
              <a:t>h</a:t>
            </a:r>
            <a:r>
              <a:rPr sz="1950" spc="-30" dirty="0">
                <a:latin typeface="Times New Roman"/>
                <a:cs typeface="Times New Roman"/>
              </a:rPr>
              <a:t>i</a:t>
            </a:r>
            <a:r>
              <a:rPr sz="1950" spc="-65" dirty="0">
                <a:latin typeface="Times New Roman"/>
                <a:cs typeface="Times New Roman"/>
              </a:rPr>
              <a:t>g</a:t>
            </a:r>
            <a:r>
              <a:rPr sz="1950" spc="-55" dirty="0">
                <a:latin typeface="Times New Roman"/>
                <a:cs typeface="Times New Roman"/>
              </a:rPr>
              <a:t>h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87347" y="4059937"/>
            <a:ext cx="292735" cy="389890"/>
            <a:chOff x="6387347" y="4059937"/>
            <a:chExt cx="292735" cy="389890"/>
          </a:xfrm>
        </p:grpSpPr>
        <p:sp>
          <p:nvSpPr>
            <p:cNvPr id="41" name="object 41"/>
            <p:cNvSpPr/>
            <p:nvPr/>
          </p:nvSpPr>
          <p:spPr>
            <a:xfrm>
              <a:off x="6389228" y="4061811"/>
              <a:ext cx="288925" cy="386080"/>
            </a:xfrm>
            <a:custGeom>
              <a:avLst/>
              <a:gdLst/>
              <a:ahLst/>
              <a:cxnLst/>
              <a:rect l="l" t="t" r="r" b="b"/>
              <a:pathLst>
                <a:path w="288925" h="386079">
                  <a:moveTo>
                    <a:pt x="35753" y="202856"/>
                  </a:moveTo>
                  <a:lnTo>
                    <a:pt x="0" y="385674"/>
                  </a:lnTo>
                  <a:lnTo>
                    <a:pt x="144248" y="313608"/>
                  </a:lnTo>
                  <a:lnTo>
                    <a:pt x="62634" y="313608"/>
                  </a:lnTo>
                  <a:lnTo>
                    <a:pt x="56370" y="309606"/>
                  </a:lnTo>
                  <a:lnTo>
                    <a:pt x="51412" y="304270"/>
                  </a:lnTo>
                  <a:lnTo>
                    <a:pt x="50107" y="295599"/>
                  </a:lnTo>
                  <a:lnTo>
                    <a:pt x="60205" y="281965"/>
                  </a:lnTo>
                  <a:lnTo>
                    <a:pt x="35753" y="202856"/>
                  </a:lnTo>
                  <a:close/>
                </a:path>
                <a:path w="288925" h="386079">
                  <a:moveTo>
                    <a:pt x="60205" y="281965"/>
                  </a:moveTo>
                  <a:lnTo>
                    <a:pt x="50107" y="295599"/>
                  </a:lnTo>
                  <a:lnTo>
                    <a:pt x="51412" y="304270"/>
                  </a:lnTo>
                  <a:lnTo>
                    <a:pt x="56370" y="309606"/>
                  </a:lnTo>
                  <a:lnTo>
                    <a:pt x="62634" y="313608"/>
                  </a:lnTo>
                  <a:lnTo>
                    <a:pt x="70724" y="312941"/>
                  </a:lnTo>
                  <a:lnTo>
                    <a:pt x="80598" y="299579"/>
                  </a:lnTo>
                  <a:lnTo>
                    <a:pt x="65244" y="298267"/>
                  </a:lnTo>
                  <a:lnTo>
                    <a:pt x="60205" y="281965"/>
                  </a:lnTo>
                  <a:close/>
                </a:path>
                <a:path w="288925" h="386079">
                  <a:moveTo>
                    <a:pt x="80598" y="299579"/>
                  </a:moveTo>
                  <a:lnTo>
                    <a:pt x="70724" y="312941"/>
                  </a:lnTo>
                  <a:lnTo>
                    <a:pt x="62634" y="313608"/>
                  </a:lnTo>
                  <a:lnTo>
                    <a:pt x="144248" y="313608"/>
                  </a:lnTo>
                  <a:lnTo>
                    <a:pt x="158934" y="306271"/>
                  </a:lnTo>
                  <a:lnTo>
                    <a:pt x="80598" y="299579"/>
                  </a:lnTo>
                  <a:close/>
                </a:path>
                <a:path w="288925" h="386079">
                  <a:moveTo>
                    <a:pt x="276635" y="0"/>
                  </a:moveTo>
                  <a:lnTo>
                    <a:pt x="268544" y="833"/>
                  </a:lnTo>
                  <a:lnTo>
                    <a:pt x="264108" y="6670"/>
                  </a:lnTo>
                  <a:lnTo>
                    <a:pt x="60205" y="281965"/>
                  </a:lnTo>
                  <a:lnTo>
                    <a:pt x="65244" y="298267"/>
                  </a:lnTo>
                  <a:lnTo>
                    <a:pt x="80598" y="299579"/>
                  </a:lnTo>
                  <a:lnTo>
                    <a:pt x="288640" y="18037"/>
                  </a:lnTo>
                  <a:lnTo>
                    <a:pt x="287857" y="9449"/>
                  </a:lnTo>
                  <a:lnTo>
                    <a:pt x="282376" y="4724"/>
                  </a:lnTo>
                  <a:lnTo>
                    <a:pt x="276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89228" y="4061811"/>
              <a:ext cx="288925" cy="386080"/>
            </a:xfrm>
            <a:custGeom>
              <a:avLst/>
              <a:gdLst/>
              <a:ahLst/>
              <a:cxnLst/>
              <a:rect l="l" t="t" r="r" b="b"/>
              <a:pathLst>
                <a:path w="288925" h="386079">
                  <a:moveTo>
                    <a:pt x="284203" y="24040"/>
                  </a:moveTo>
                  <a:lnTo>
                    <a:pt x="75161" y="306938"/>
                  </a:lnTo>
                  <a:lnTo>
                    <a:pt x="70724" y="312941"/>
                  </a:lnTo>
                  <a:lnTo>
                    <a:pt x="62634" y="313608"/>
                  </a:lnTo>
                  <a:lnTo>
                    <a:pt x="56370" y="309606"/>
                  </a:lnTo>
                  <a:lnTo>
                    <a:pt x="51412" y="304270"/>
                  </a:lnTo>
                  <a:lnTo>
                    <a:pt x="50107" y="295599"/>
                  </a:lnTo>
                  <a:lnTo>
                    <a:pt x="54544" y="289596"/>
                  </a:lnTo>
                  <a:lnTo>
                    <a:pt x="264108" y="6670"/>
                  </a:lnTo>
                  <a:lnTo>
                    <a:pt x="268544" y="833"/>
                  </a:lnTo>
                  <a:lnTo>
                    <a:pt x="276635" y="0"/>
                  </a:lnTo>
                  <a:lnTo>
                    <a:pt x="282376" y="4724"/>
                  </a:lnTo>
                  <a:lnTo>
                    <a:pt x="287857" y="9449"/>
                  </a:lnTo>
                  <a:lnTo>
                    <a:pt x="288640" y="18037"/>
                  </a:lnTo>
                  <a:lnTo>
                    <a:pt x="284203" y="24040"/>
                  </a:lnTo>
                  <a:close/>
                </a:path>
                <a:path w="288925" h="386079">
                  <a:moveTo>
                    <a:pt x="65244" y="298267"/>
                  </a:moveTo>
                  <a:lnTo>
                    <a:pt x="158934" y="306271"/>
                  </a:lnTo>
                  <a:lnTo>
                    <a:pt x="0" y="385674"/>
                  </a:lnTo>
                  <a:lnTo>
                    <a:pt x="35753" y="202856"/>
                  </a:lnTo>
                  <a:lnTo>
                    <a:pt x="65244" y="298267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439884" y="3765320"/>
            <a:ext cx="825500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25" spc="-75" baseline="-4273" dirty="0">
                <a:latin typeface="Times New Roman"/>
                <a:cs typeface="Times New Roman"/>
              </a:rPr>
              <a:t>low</a:t>
            </a:r>
            <a:r>
              <a:rPr sz="2925" spc="150" baseline="-4273" dirty="0">
                <a:latin typeface="Times New Roman"/>
                <a:cs typeface="Times New Roman"/>
              </a:rPr>
              <a:t> </a:t>
            </a:r>
            <a:r>
              <a:rPr sz="1950" spc="-65" dirty="0">
                <a:latin typeface="Times New Roman"/>
                <a:cs typeface="Times New Roman"/>
              </a:rPr>
              <a:t>mid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642267" y="4059938"/>
            <a:ext cx="274320" cy="370205"/>
            <a:chOff x="5642267" y="4059938"/>
            <a:chExt cx="274320" cy="370205"/>
          </a:xfrm>
        </p:grpSpPr>
        <p:sp>
          <p:nvSpPr>
            <p:cNvPr id="45" name="object 45"/>
            <p:cNvSpPr/>
            <p:nvPr/>
          </p:nvSpPr>
          <p:spPr>
            <a:xfrm>
              <a:off x="5644140" y="4061811"/>
              <a:ext cx="270510" cy="366395"/>
            </a:xfrm>
            <a:custGeom>
              <a:avLst/>
              <a:gdLst/>
              <a:ahLst/>
              <a:cxnLst/>
              <a:rect l="l" t="t" r="r" b="b"/>
              <a:pathLst>
                <a:path w="270510" h="366395">
                  <a:moveTo>
                    <a:pt x="190330" y="279514"/>
                  </a:moveTo>
                  <a:lnTo>
                    <a:pt x="112480" y="285594"/>
                  </a:lnTo>
                  <a:lnTo>
                    <a:pt x="270110" y="366303"/>
                  </a:lnTo>
                  <a:lnTo>
                    <a:pt x="256561" y="293598"/>
                  </a:lnTo>
                  <a:lnTo>
                    <a:pt x="209042" y="293598"/>
                  </a:lnTo>
                  <a:lnTo>
                    <a:pt x="200690" y="292931"/>
                  </a:lnTo>
                  <a:lnTo>
                    <a:pt x="195732" y="286928"/>
                  </a:lnTo>
                  <a:lnTo>
                    <a:pt x="190330" y="279514"/>
                  </a:lnTo>
                  <a:close/>
                </a:path>
                <a:path w="270510" h="366395">
                  <a:moveTo>
                    <a:pt x="211496" y="261871"/>
                  </a:moveTo>
                  <a:lnTo>
                    <a:pt x="206432" y="278256"/>
                  </a:lnTo>
                  <a:lnTo>
                    <a:pt x="190330" y="279514"/>
                  </a:lnTo>
                  <a:lnTo>
                    <a:pt x="195732" y="286928"/>
                  </a:lnTo>
                  <a:lnTo>
                    <a:pt x="200690" y="292931"/>
                  </a:lnTo>
                  <a:lnTo>
                    <a:pt x="209042" y="293598"/>
                  </a:lnTo>
                  <a:lnTo>
                    <a:pt x="214522" y="288929"/>
                  </a:lnTo>
                  <a:lnTo>
                    <a:pt x="220264" y="284260"/>
                  </a:lnTo>
                  <a:lnTo>
                    <a:pt x="220786" y="275588"/>
                  </a:lnTo>
                  <a:lnTo>
                    <a:pt x="217132" y="269585"/>
                  </a:lnTo>
                  <a:lnTo>
                    <a:pt x="211496" y="261871"/>
                  </a:lnTo>
                  <a:close/>
                </a:path>
                <a:path w="270510" h="366395">
                  <a:moveTo>
                    <a:pt x="235922" y="182845"/>
                  </a:moveTo>
                  <a:lnTo>
                    <a:pt x="211496" y="261871"/>
                  </a:lnTo>
                  <a:lnTo>
                    <a:pt x="217132" y="269585"/>
                  </a:lnTo>
                  <a:lnTo>
                    <a:pt x="220786" y="275588"/>
                  </a:lnTo>
                  <a:lnTo>
                    <a:pt x="220264" y="284260"/>
                  </a:lnTo>
                  <a:lnTo>
                    <a:pt x="214522" y="288929"/>
                  </a:lnTo>
                  <a:lnTo>
                    <a:pt x="209042" y="293598"/>
                  </a:lnTo>
                  <a:lnTo>
                    <a:pt x="256561" y="293598"/>
                  </a:lnTo>
                  <a:lnTo>
                    <a:pt x="235922" y="182845"/>
                  </a:lnTo>
                  <a:close/>
                </a:path>
                <a:path w="270510" h="366395">
                  <a:moveTo>
                    <a:pt x="12526" y="0"/>
                  </a:moveTo>
                  <a:lnTo>
                    <a:pt x="1043" y="9449"/>
                  </a:lnTo>
                  <a:lnTo>
                    <a:pt x="0" y="18037"/>
                  </a:lnTo>
                  <a:lnTo>
                    <a:pt x="4175" y="24040"/>
                  </a:lnTo>
                  <a:lnTo>
                    <a:pt x="190330" y="279514"/>
                  </a:lnTo>
                  <a:lnTo>
                    <a:pt x="206432" y="278256"/>
                  </a:lnTo>
                  <a:lnTo>
                    <a:pt x="211496" y="261871"/>
                  </a:lnTo>
                  <a:lnTo>
                    <a:pt x="25053" y="6670"/>
                  </a:lnTo>
                  <a:lnTo>
                    <a:pt x="20617" y="833"/>
                  </a:lnTo>
                  <a:lnTo>
                    <a:pt x="125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44140" y="4061811"/>
              <a:ext cx="270510" cy="366395"/>
            </a:xfrm>
            <a:custGeom>
              <a:avLst/>
              <a:gdLst/>
              <a:ahLst/>
              <a:cxnLst/>
              <a:rect l="l" t="t" r="r" b="b"/>
              <a:pathLst>
                <a:path w="270510" h="366395">
                  <a:moveTo>
                    <a:pt x="25053" y="6670"/>
                  </a:moveTo>
                  <a:lnTo>
                    <a:pt x="217132" y="269585"/>
                  </a:lnTo>
                  <a:lnTo>
                    <a:pt x="220786" y="275588"/>
                  </a:lnTo>
                  <a:lnTo>
                    <a:pt x="220264" y="284260"/>
                  </a:lnTo>
                  <a:lnTo>
                    <a:pt x="214522" y="288929"/>
                  </a:lnTo>
                  <a:lnTo>
                    <a:pt x="209042" y="293598"/>
                  </a:lnTo>
                  <a:lnTo>
                    <a:pt x="200690" y="292931"/>
                  </a:lnTo>
                  <a:lnTo>
                    <a:pt x="195732" y="286928"/>
                  </a:lnTo>
                  <a:lnTo>
                    <a:pt x="4175" y="24040"/>
                  </a:lnTo>
                  <a:lnTo>
                    <a:pt x="0" y="18037"/>
                  </a:lnTo>
                  <a:lnTo>
                    <a:pt x="1043" y="9449"/>
                  </a:lnTo>
                  <a:lnTo>
                    <a:pt x="6785" y="4724"/>
                  </a:lnTo>
                  <a:lnTo>
                    <a:pt x="12526" y="0"/>
                  </a:lnTo>
                  <a:lnTo>
                    <a:pt x="20617" y="833"/>
                  </a:lnTo>
                  <a:lnTo>
                    <a:pt x="25053" y="6670"/>
                  </a:lnTo>
                  <a:close/>
                </a:path>
                <a:path w="270510" h="366395">
                  <a:moveTo>
                    <a:pt x="206432" y="278256"/>
                  </a:moveTo>
                  <a:lnTo>
                    <a:pt x="235922" y="182845"/>
                  </a:lnTo>
                  <a:lnTo>
                    <a:pt x="270110" y="366303"/>
                  </a:lnTo>
                  <a:lnTo>
                    <a:pt x="112480" y="285594"/>
                  </a:lnTo>
                  <a:lnTo>
                    <a:pt x="206432" y="278256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456119" y="4699949"/>
            <a:ext cx="31305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spc="-30" dirty="0">
                <a:latin typeface="Times New Roman"/>
                <a:cs typeface="Times New Roman"/>
              </a:rPr>
              <a:t>l</a:t>
            </a:r>
            <a:r>
              <a:rPr sz="1950" spc="-25" dirty="0">
                <a:latin typeface="Times New Roman"/>
                <a:cs typeface="Times New Roman"/>
              </a:rPr>
              <a:t>i</a:t>
            </a:r>
            <a:r>
              <a:rPr sz="1950" spc="-35" dirty="0">
                <a:latin typeface="Times New Roman"/>
                <a:cs typeface="Times New Roman"/>
              </a:rPr>
              <a:t>st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56603" y="3260002"/>
            <a:ext cx="5368290" cy="278765"/>
          </a:xfrm>
          <a:prstGeom prst="rect">
            <a:avLst/>
          </a:prstGeom>
          <a:ln w="206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74010">
              <a:lnSpc>
                <a:spcPts val="2190"/>
              </a:lnSpc>
              <a:tabLst>
                <a:tab pos="3286125" algn="l"/>
                <a:tab pos="3710304" algn="l"/>
                <a:tab pos="4122420" algn="l"/>
                <a:tab pos="4531360" algn="l"/>
                <a:tab pos="4940300" algn="l"/>
              </a:tabLst>
            </a:pPr>
            <a:r>
              <a:rPr sz="1950" spc="-50" dirty="0">
                <a:latin typeface="Times New Roman"/>
                <a:cs typeface="Times New Roman"/>
              </a:rPr>
              <a:t>59	60	</a:t>
            </a:r>
            <a:r>
              <a:rPr sz="195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66	</a:t>
            </a:r>
            <a:r>
              <a:rPr sz="1950" spc="-60" dirty="0">
                <a:latin typeface="Times New Roman"/>
                <a:cs typeface="Times New Roman"/>
              </a:rPr>
              <a:t>69	70	</a:t>
            </a:r>
            <a:r>
              <a:rPr sz="1950" spc="-50" dirty="0">
                <a:latin typeface="Times New Roman"/>
                <a:cs typeface="Times New Roman"/>
              </a:rPr>
              <a:t>79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920328" y="4797752"/>
            <a:ext cx="5368290" cy="278765"/>
          </a:xfrm>
          <a:prstGeom prst="rect">
            <a:avLst/>
          </a:prstGeom>
          <a:ln w="206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007995">
              <a:lnSpc>
                <a:spcPts val="2190"/>
              </a:lnSpc>
              <a:tabLst>
                <a:tab pos="3417570" algn="l"/>
              </a:tabLst>
            </a:pPr>
            <a:r>
              <a:rPr sz="195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59	</a:t>
            </a:r>
            <a:r>
              <a:rPr sz="1950" spc="-50" dirty="0">
                <a:latin typeface="Times New Roman"/>
                <a:cs typeface="Times New Roman"/>
              </a:rPr>
              <a:t>60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468069" y="5303765"/>
            <a:ext cx="1106805" cy="930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76275" algn="l"/>
              </a:tabLst>
            </a:pPr>
            <a:r>
              <a:rPr sz="1950" spc="-30" dirty="0">
                <a:latin typeface="Times New Roman"/>
                <a:cs typeface="Times New Roman"/>
              </a:rPr>
              <a:t>l</a:t>
            </a:r>
            <a:r>
              <a:rPr sz="1950" spc="-45" dirty="0">
                <a:latin typeface="Times New Roman"/>
                <a:cs typeface="Times New Roman"/>
              </a:rPr>
              <a:t>o</a:t>
            </a:r>
            <a:r>
              <a:rPr sz="1950" spc="-75" dirty="0">
                <a:latin typeface="Times New Roman"/>
                <a:cs typeface="Times New Roman"/>
              </a:rPr>
              <a:t>w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-45" dirty="0">
                <a:latin typeface="Times New Roman"/>
                <a:cs typeface="Times New Roman"/>
              </a:rPr>
              <a:t>h</a:t>
            </a:r>
            <a:r>
              <a:rPr sz="1950" spc="-30" dirty="0">
                <a:latin typeface="Times New Roman"/>
                <a:cs typeface="Times New Roman"/>
              </a:rPr>
              <a:t>i</a:t>
            </a:r>
            <a:r>
              <a:rPr sz="1950" spc="-65" dirty="0">
                <a:latin typeface="Times New Roman"/>
                <a:cs typeface="Times New Roman"/>
              </a:rPr>
              <a:t>g</a:t>
            </a:r>
            <a:r>
              <a:rPr sz="1950" spc="-55" dirty="0">
                <a:latin typeface="Times New Roman"/>
                <a:cs typeface="Times New Roman"/>
              </a:rPr>
              <a:t>h</a:t>
            </a: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sz="1950" spc="-40" dirty="0">
                <a:latin typeface="Times New Roman"/>
                <a:cs typeface="Times New Roman"/>
              </a:rPr>
              <a:t>[6]</a:t>
            </a:r>
            <a:r>
              <a:rPr sz="1950" spc="380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Times New Roman"/>
                <a:cs typeface="Times New Roman"/>
              </a:rPr>
              <a:t>[7]</a:t>
            </a:r>
            <a:r>
              <a:rPr sz="1950" spc="380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Times New Roman"/>
                <a:cs typeface="Times New Roman"/>
              </a:rPr>
              <a:t>[8]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670975" y="5578483"/>
            <a:ext cx="662305" cy="370205"/>
            <a:chOff x="5670975" y="5578483"/>
            <a:chExt cx="662305" cy="370205"/>
          </a:xfrm>
        </p:grpSpPr>
        <p:sp>
          <p:nvSpPr>
            <p:cNvPr id="52" name="object 52"/>
            <p:cNvSpPr/>
            <p:nvPr/>
          </p:nvSpPr>
          <p:spPr>
            <a:xfrm>
              <a:off x="5672848" y="5580356"/>
              <a:ext cx="270510" cy="366395"/>
            </a:xfrm>
            <a:custGeom>
              <a:avLst/>
              <a:gdLst/>
              <a:ahLst/>
              <a:cxnLst/>
              <a:rect l="l" t="t" r="r" b="b"/>
              <a:pathLst>
                <a:path w="270510" h="366395">
                  <a:moveTo>
                    <a:pt x="190339" y="279461"/>
                  </a:moveTo>
                  <a:lnTo>
                    <a:pt x="112741" y="285538"/>
                  </a:lnTo>
                  <a:lnTo>
                    <a:pt x="270371" y="366275"/>
                  </a:lnTo>
                  <a:lnTo>
                    <a:pt x="256792" y="294209"/>
                  </a:lnTo>
                  <a:lnTo>
                    <a:pt x="209042" y="294209"/>
                  </a:lnTo>
                  <a:lnTo>
                    <a:pt x="200951" y="292875"/>
                  </a:lnTo>
                  <a:lnTo>
                    <a:pt x="195732" y="286872"/>
                  </a:lnTo>
                  <a:lnTo>
                    <a:pt x="190339" y="279461"/>
                  </a:lnTo>
                  <a:close/>
                </a:path>
                <a:path w="270510" h="366395">
                  <a:moveTo>
                    <a:pt x="211365" y="262351"/>
                  </a:moveTo>
                  <a:lnTo>
                    <a:pt x="206432" y="278201"/>
                  </a:lnTo>
                  <a:lnTo>
                    <a:pt x="190339" y="279461"/>
                  </a:lnTo>
                  <a:lnTo>
                    <a:pt x="195732" y="286872"/>
                  </a:lnTo>
                  <a:lnTo>
                    <a:pt x="200951" y="292875"/>
                  </a:lnTo>
                  <a:lnTo>
                    <a:pt x="209042" y="294209"/>
                  </a:lnTo>
                  <a:lnTo>
                    <a:pt x="214522" y="289540"/>
                  </a:lnTo>
                  <a:lnTo>
                    <a:pt x="220264" y="284871"/>
                  </a:lnTo>
                  <a:lnTo>
                    <a:pt x="220786" y="276200"/>
                  </a:lnTo>
                  <a:lnTo>
                    <a:pt x="216610" y="269530"/>
                  </a:lnTo>
                  <a:lnTo>
                    <a:pt x="211365" y="262351"/>
                  </a:lnTo>
                  <a:close/>
                </a:path>
                <a:path w="270510" h="366395">
                  <a:moveTo>
                    <a:pt x="235922" y="183457"/>
                  </a:moveTo>
                  <a:lnTo>
                    <a:pt x="211365" y="262351"/>
                  </a:lnTo>
                  <a:lnTo>
                    <a:pt x="216610" y="269530"/>
                  </a:lnTo>
                  <a:lnTo>
                    <a:pt x="220786" y="276200"/>
                  </a:lnTo>
                  <a:lnTo>
                    <a:pt x="220264" y="284871"/>
                  </a:lnTo>
                  <a:lnTo>
                    <a:pt x="214522" y="289540"/>
                  </a:lnTo>
                  <a:lnTo>
                    <a:pt x="209042" y="294209"/>
                  </a:lnTo>
                  <a:lnTo>
                    <a:pt x="256792" y="294209"/>
                  </a:lnTo>
                  <a:lnTo>
                    <a:pt x="235922" y="183457"/>
                  </a:lnTo>
                  <a:close/>
                </a:path>
                <a:path w="270510" h="366395">
                  <a:moveTo>
                    <a:pt x="12526" y="0"/>
                  </a:moveTo>
                  <a:lnTo>
                    <a:pt x="6785" y="4669"/>
                  </a:lnTo>
                  <a:lnTo>
                    <a:pt x="1304" y="9338"/>
                  </a:lnTo>
                  <a:lnTo>
                    <a:pt x="0" y="18009"/>
                  </a:lnTo>
                  <a:lnTo>
                    <a:pt x="4436" y="24012"/>
                  </a:lnTo>
                  <a:lnTo>
                    <a:pt x="190339" y="279461"/>
                  </a:lnTo>
                  <a:lnTo>
                    <a:pt x="206432" y="278201"/>
                  </a:lnTo>
                  <a:lnTo>
                    <a:pt x="211365" y="262351"/>
                  </a:lnTo>
                  <a:lnTo>
                    <a:pt x="25053" y="7337"/>
                  </a:lnTo>
                  <a:lnTo>
                    <a:pt x="20617" y="1334"/>
                  </a:lnTo>
                  <a:lnTo>
                    <a:pt x="125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72848" y="5580356"/>
              <a:ext cx="270510" cy="366395"/>
            </a:xfrm>
            <a:custGeom>
              <a:avLst/>
              <a:gdLst/>
              <a:ahLst/>
              <a:cxnLst/>
              <a:rect l="l" t="t" r="r" b="b"/>
              <a:pathLst>
                <a:path w="270510" h="366395">
                  <a:moveTo>
                    <a:pt x="25053" y="7337"/>
                  </a:moveTo>
                  <a:lnTo>
                    <a:pt x="216610" y="269530"/>
                  </a:lnTo>
                  <a:lnTo>
                    <a:pt x="220786" y="276200"/>
                  </a:lnTo>
                  <a:lnTo>
                    <a:pt x="220264" y="284871"/>
                  </a:lnTo>
                  <a:lnTo>
                    <a:pt x="214522" y="289540"/>
                  </a:lnTo>
                  <a:lnTo>
                    <a:pt x="209042" y="294209"/>
                  </a:lnTo>
                  <a:lnTo>
                    <a:pt x="200951" y="292875"/>
                  </a:lnTo>
                  <a:lnTo>
                    <a:pt x="195732" y="286872"/>
                  </a:lnTo>
                  <a:lnTo>
                    <a:pt x="4436" y="24012"/>
                  </a:lnTo>
                  <a:lnTo>
                    <a:pt x="0" y="18009"/>
                  </a:lnTo>
                  <a:lnTo>
                    <a:pt x="1304" y="9338"/>
                  </a:lnTo>
                  <a:lnTo>
                    <a:pt x="6785" y="4669"/>
                  </a:lnTo>
                  <a:lnTo>
                    <a:pt x="12526" y="0"/>
                  </a:lnTo>
                  <a:lnTo>
                    <a:pt x="20617" y="1334"/>
                  </a:lnTo>
                  <a:lnTo>
                    <a:pt x="25053" y="7337"/>
                  </a:lnTo>
                  <a:close/>
                </a:path>
                <a:path w="270510" h="366395">
                  <a:moveTo>
                    <a:pt x="206432" y="278201"/>
                  </a:moveTo>
                  <a:lnTo>
                    <a:pt x="235922" y="183457"/>
                  </a:lnTo>
                  <a:lnTo>
                    <a:pt x="270371" y="366275"/>
                  </a:lnTo>
                  <a:lnTo>
                    <a:pt x="112741" y="285538"/>
                  </a:lnTo>
                  <a:lnTo>
                    <a:pt x="206432" y="278201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677284" y="5599700"/>
              <a:ext cx="654050" cy="334645"/>
            </a:xfrm>
            <a:custGeom>
              <a:avLst/>
              <a:gdLst/>
              <a:ahLst/>
              <a:cxnLst/>
              <a:rect l="l" t="t" r="r" b="b"/>
              <a:pathLst>
                <a:path w="654050" h="334645">
                  <a:moveTo>
                    <a:pt x="109349" y="182123"/>
                  </a:moveTo>
                  <a:lnTo>
                    <a:pt x="0" y="327588"/>
                  </a:lnTo>
                  <a:lnTo>
                    <a:pt x="175115" y="334258"/>
                  </a:lnTo>
                  <a:lnTo>
                    <a:pt x="119322" y="297544"/>
                  </a:lnTo>
                  <a:lnTo>
                    <a:pt x="93690" y="297544"/>
                  </a:lnTo>
                  <a:lnTo>
                    <a:pt x="86383" y="294209"/>
                  </a:lnTo>
                  <a:lnTo>
                    <a:pt x="83251" y="286872"/>
                  </a:lnTo>
                  <a:lnTo>
                    <a:pt x="80119" y="280202"/>
                  </a:lnTo>
                  <a:lnTo>
                    <a:pt x="83251" y="271531"/>
                  </a:lnTo>
                  <a:lnTo>
                    <a:pt x="89514" y="268196"/>
                  </a:lnTo>
                  <a:lnTo>
                    <a:pt x="97481" y="264320"/>
                  </a:lnTo>
                  <a:lnTo>
                    <a:pt x="109349" y="182123"/>
                  </a:lnTo>
                  <a:close/>
                </a:path>
                <a:path w="654050" h="334645">
                  <a:moveTo>
                    <a:pt x="97481" y="264320"/>
                  </a:moveTo>
                  <a:lnTo>
                    <a:pt x="89514" y="268196"/>
                  </a:lnTo>
                  <a:lnTo>
                    <a:pt x="83251" y="271531"/>
                  </a:lnTo>
                  <a:lnTo>
                    <a:pt x="80119" y="280202"/>
                  </a:lnTo>
                  <a:lnTo>
                    <a:pt x="83251" y="286872"/>
                  </a:lnTo>
                  <a:lnTo>
                    <a:pt x="86383" y="294209"/>
                  </a:lnTo>
                  <a:lnTo>
                    <a:pt x="93690" y="297544"/>
                  </a:lnTo>
                  <a:lnTo>
                    <a:pt x="99954" y="294209"/>
                  </a:lnTo>
                  <a:lnTo>
                    <a:pt x="108167" y="290203"/>
                  </a:lnTo>
                  <a:lnTo>
                    <a:pt x="94995" y="281536"/>
                  </a:lnTo>
                  <a:lnTo>
                    <a:pt x="97481" y="264320"/>
                  </a:lnTo>
                  <a:close/>
                </a:path>
                <a:path w="654050" h="334645">
                  <a:moveTo>
                    <a:pt x="108167" y="290203"/>
                  </a:moveTo>
                  <a:lnTo>
                    <a:pt x="99954" y="294209"/>
                  </a:lnTo>
                  <a:lnTo>
                    <a:pt x="93690" y="297544"/>
                  </a:lnTo>
                  <a:lnTo>
                    <a:pt x="119322" y="297544"/>
                  </a:lnTo>
                  <a:lnTo>
                    <a:pt x="108167" y="290203"/>
                  </a:lnTo>
                  <a:close/>
                </a:path>
                <a:path w="654050" h="334645">
                  <a:moveTo>
                    <a:pt x="640175" y="0"/>
                  </a:moveTo>
                  <a:lnTo>
                    <a:pt x="633912" y="3335"/>
                  </a:lnTo>
                  <a:lnTo>
                    <a:pt x="97481" y="264320"/>
                  </a:lnTo>
                  <a:lnTo>
                    <a:pt x="94995" y="281536"/>
                  </a:lnTo>
                  <a:lnTo>
                    <a:pt x="108167" y="290203"/>
                  </a:lnTo>
                  <a:lnTo>
                    <a:pt x="644351" y="28681"/>
                  </a:lnTo>
                  <a:lnTo>
                    <a:pt x="651397" y="25346"/>
                  </a:lnTo>
                  <a:lnTo>
                    <a:pt x="653746" y="17342"/>
                  </a:lnTo>
                  <a:lnTo>
                    <a:pt x="650614" y="10005"/>
                  </a:lnTo>
                  <a:lnTo>
                    <a:pt x="648265" y="3335"/>
                  </a:lnTo>
                  <a:lnTo>
                    <a:pt x="640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677284" y="5599700"/>
              <a:ext cx="654050" cy="334645"/>
            </a:xfrm>
            <a:custGeom>
              <a:avLst/>
              <a:gdLst/>
              <a:ahLst/>
              <a:cxnLst/>
              <a:rect l="l" t="t" r="r" b="b"/>
              <a:pathLst>
                <a:path w="654050" h="334645">
                  <a:moveTo>
                    <a:pt x="644351" y="28681"/>
                  </a:moveTo>
                  <a:lnTo>
                    <a:pt x="99954" y="294209"/>
                  </a:lnTo>
                  <a:lnTo>
                    <a:pt x="93690" y="297544"/>
                  </a:lnTo>
                  <a:lnTo>
                    <a:pt x="86383" y="294209"/>
                  </a:lnTo>
                  <a:lnTo>
                    <a:pt x="83251" y="286872"/>
                  </a:lnTo>
                  <a:lnTo>
                    <a:pt x="80119" y="280202"/>
                  </a:lnTo>
                  <a:lnTo>
                    <a:pt x="83251" y="271531"/>
                  </a:lnTo>
                  <a:lnTo>
                    <a:pt x="89514" y="268196"/>
                  </a:lnTo>
                  <a:lnTo>
                    <a:pt x="633912" y="3335"/>
                  </a:lnTo>
                  <a:lnTo>
                    <a:pt x="640175" y="0"/>
                  </a:lnTo>
                  <a:lnTo>
                    <a:pt x="648265" y="3335"/>
                  </a:lnTo>
                  <a:lnTo>
                    <a:pt x="650614" y="10005"/>
                  </a:lnTo>
                  <a:lnTo>
                    <a:pt x="653746" y="17342"/>
                  </a:lnTo>
                  <a:lnTo>
                    <a:pt x="651397" y="25346"/>
                  </a:lnTo>
                  <a:lnTo>
                    <a:pt x="644351" y="28681"/>
                  </a:lnTo>
                  <a:close/>
                </a:path>
                <a:path w="654050" h="334645">
                  <a:moveTo>
                    <a:pt x="94995" y="281536"/>
                  </a:moveTo>
                  <a:lnTo>
                    <a:pt x="175115" y="334258"/>
                  </a:lnTo>
                  <a:lnTo>
                    <a:pt x="0" y="327588"/>
                  </a:lnTo>
                  <a:lnTo>
                    <a:pt x="109349" y="182123"/>
                  </a:lnTo>
                  <a:lnTo>
                    <a:pt x="94995" y="281536"/>
                  </a:lnTo>
                  <a:close/>
                </a:path>
              </a:pathLst>
            </a:custGeom>
            <a:ln w="3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2948513" y="6316917"/>
            <a:ext cx="5368925" cy="278130"/>
          </a:xfrm>
          <a:custGeom>
            <a:avLst/>
            <a:gdLst/>
            <a:ahLst/>
            <a:cxnLst/>
            <a:rect l="l" t="t" r="r" b="b"/>
            <a:pathLst>
              <a:path w="5368925" h="278129">
                <a:moveTo>
                  <a:pt x="5368810" y="0"/>
                </a:moveTo>
                <a:lnTo>
                  <a:pt x="0" y="0"/>
                </a:lnTo>
                <a:lnTo>
                  <a:pt x="0" y="277545"/>
                </a:lnTo>
                <a:lnTo>
                  <a:pt x="5368810" y="277545"/>
                </a:lnTo>
                <a:lnTo>
                  <a:pt x="53688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948513" y="6316917"/>
            <a:ext cx="5368925" cy="278130"/>
          </a:xfrm>
          <a:prstGeom prst="rect">
            <a:avLst/>
          </a:prstGeom>
          <a:ln w="206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94025">
              <a:lnSpc>
                <a:spcPts val="2185"/>
              </a:lnSpc>
              <a:tabLst>
                <a:tab pos="3402965" algn="l"/>
              </a:tabLst>
            </a:pPr>
            <a:r>
              <a:rPr sz="1950" spc="-60" dirty="0">
                <a:latin typeface="Times New Roman"/>
                <a:cs typeface="Times New Roman"/>
              </a:rPr>
              <a:t>59	</a:t>
            </a:r>
            <a:r>
              <a:rPr sz="1950" spc="-50" dirty="0">
                <a:latin typeface="Times New Roman"/>
                <a:cs typeface="Times New Roman"/>
              </a:rPr>
              <a:t>60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5300" y="179323"/>
            <a:ext cx="2920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825" y="934211"/>
            <a:ext cx="7949565" cy="4883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9610">
              <a:lnSpc>
                <a:spcPct val="110000"/>
              </a:lnSpc>
              <a:spcBef>
                <a:spcPts val="100"/>
              </a:spcBef>
            </a:pPr>
            <a:r>
              <a:rPr sz="1800" spc="-5" dirty="0">
                <a:solidFill>
                  <a:srgbClr val="FF3300"/>
                </a:solidFill>
                <a:latin typeface="Courier New"/>
                <a:cs typeface="Courier New"/>
              </a:rPr>
              <a:t>/**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Use binary search </a:t>
            </a:r>
            <a:r>
              <a:rPr sz="1800" spc="-5" dirty="0">
                <a:solidFill>
                  <a:srgbClr val="FF3300"/>
                </a:solidFill>
                <a:latin typeface="Courier New"/>
                <a:cs typeface="Courier New"/>
              </a:rPr>
              <a:t>to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find </a:t>
            </a:r>
            <a:r>
              <a:rPr sz="1800" spc="-5" dirty="0">
                <a:solidFill>
                  <a:srgbClr val="FF3300"/>
                </a:solidFill>
                <a:latin typeface="Courier New"/>
                <a:cs typeface="Courier New"/>
              </a:rPr>
              <a:t>the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key </a:t>
            </a:r>
            <a:r>
              <a:rPr sz="1800" spc="-5" dirty="0">
                <a:solidFill>
                  <a:srgbClr val="FF3300"/>
                </a:solidFill>
                <a:latin typeface="Courier New"/>
                <a:cs typeface="Courier New"/>
              </a:rPr>
              <a:t>in the </a:t>
            </a:r>
            <a:r>
              <a:rPr sz="1800" spc="-10" dirty="0">
                <a:solidFill>
                  <a:srgbClr val="FF3300"/>
                </a:solidFill>
                <a:latin typeface="Courier New"/>
                <a:cs typeface="Courier New"/>
              </a:rPr>
              <a:t>list </a:t>
            </a:r>
            <a:r>
              <a:rPr sz="1800" spc="-5" dirty="0">
                <a:solidFill>
                  <a:srgbClr val="FF3300"/>
                </a:solidFill>
                <a:latin typeface="Courier New"/>
                <a:cs typeface="Courier New"/>
              </a:rPr>
              <a:t>*/ </a:t>
            </a:r>
            <a:r>
              <a:rPr sz="180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static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int binarySearch(</a:t>
            </a:r>
            <a:r>
              <a:rPr sz="1800" b="1" spc="-10" dirty="0">
                <a:latin typeface="Courier New"/>
                <a:cs typeface="Courier New"/>
              </a:rPr>
              <a:t>int[]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list</a:t>
            </a:r>
            <a:r>
              <a:rPr sz="1800" spc="-10" dirty="0">
                <a:latin typeface="Courier New"/>
                <a:cs typeface="Courier New"/>
              </a:rPr>
              <a:t>, </a:t>
            </a:r>
            <a:r>
              <a:rPr sz="1800" b="1" spc="-10" dirty="0">
                <a:latin typeface="Courier New"/>
                <a:cs typeface="Courier New"/>
              </a:rPr>
              <a:t>int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key</a:t>
            </a:r>
            <a:r>
              <a:rPr sz="1800" spc="-10" dirty="0">
                <a:latin typeface="Courier New"/>
                <a:cs typeface="Courier New"/>
              </a:rPr>
              <a:t>)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ct val="100000"/>
              </a:lnSpc>
              <a:spcBef>
                <a:spcPts val="215"/>
              </a:spcBef>
            </a:pPr>
            <a:r>
              <a:rPr sz="1800" spc="-10" dirty="0">
                <a:latin typeface="Courier New"/>
                <a:cs typeface="Courier New"/>
              </a:rPr>
              <a:t>int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low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0;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ct val="100000"/>
              </a:lnSpc>
              <a:spcBef>
                <a:spcPts val="215"/>
              </a:spcBef>
            </a:pPr>
            <a:r>
              <a:rPr sz="1800" spc="-10" dirty="0">
                <a:latin typeface="Courier New"/>
                <a:cs typeface="Courier New"/>
              </a:rPr>
              <a:t>int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high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list.length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ct val="100000"/>
              </a:lnSpc>
              <a:spcBef>
                <a:spcPts val="1535"/>
              </a:spcBef>
            </a:pPr>
            <a:r>
              <a:rPr sz="1800" spc="-10" dirty="0">
                <a:latin typeface="Courier New"/>
                <a:cs typeface="Courier New"/>
              </a:rPr>
              <a:t>while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(high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&gt;=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low)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215"/>
              </a:spcBef>
              <a:tabLst>
                <a:tab pos="4245610" algn="l"/>
              </a:tabLst>
            </a:pPr>
            <a:r>
              <a:rPr sz="1800" spc="-10" dirty="0">
                <a:latin typeface="Courier New"/>
                <a:cs typeface="Courier New"/>
              </a:rPr>
              <a:t>int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mid</a:t>
            </a:r>
            <a:r>
              <a:rPr sz="1800" dirty="0">
                <a:latin typeface="Courier New"/>
                <a:cs typeface="Courier New"/>
              </a:rPr>
              <a:t> =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(low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high)/2;	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//middle</a:t>
            </a:r>
            <a:r>
              <a:rPr sz="1800" b="1" spc="-6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element</a:t>
            </a:r>
            <a:endParaRPr sz="1800">
              <a:latin typeface="Courier New"/>
              <a:cs typeface="Courier New"/>
            </a:endParaRPr>
          </a:p>
          <a:p>
            <a:pPr marL="831850" marR="4648835" indent="-273050">
              <a:lnSpc>
                <a:spcPts val="2380"/>
              </a:lnSpc>
              <a:spcBef>
                <a:spcPts val="114"/>
              </a:spcBef>
            </a:pPr>
            <a:r>
              <a:rPr sz="1800" spc="-5" dirty="0">
                <a:latin typeface="Courier New"/>
                <a:cs typeface="Courier New"/>
              </a:rPr>
              <a:t>if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(key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&lt;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list[mid]) </a:t>
            </a:r>
            <a:r>
              <a:rPr sz="1800" spc="-10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high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mid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else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if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(key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==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list[mid])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215"/>
              </a:spcBef>
              <a:tabLst>
                <a:tab pos="2607310" algn="l"/>
              </a:tabLst>
            </a:pPr>
            <a:r>
              <a:rPr sz="1800" spc="-10" dirty="0">
                <a:latin typeface="Courier New"/>
                <a:cs typeface="Courier New"/>
              </a:rPr>
              <a:t>return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mid;	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//target</a:t>
            </a:r>
            <a:r>
              <a:rPr sz="1800" b="1" spc="-1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is</a:t>
            </a:r>
            <a:r>
              <a:rPr sz="1800" b="1" spc="-2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found,</a:t>
            </a:r>
            <a:r>
              <a:rPr sz="1800" b="1" spc="-1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return</a:t>
            </a:r>
            <a:r>
              <a:rPr sz="1800" b="1" spc="-2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its</a:t>
            </a:r>
            <a:r>
              <a:rPr sz="1800" b="1" spc="-20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index</a:t>
            </a:r>
            <a:endParaRPr sz="18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215"/>
              </a:spcBef>
            </a:pPr>
            <a:r>
              <a:rPr sz="1800" spc="-10" dirty="0">
                <a:latin typeface="Courier New"/>
                <a:cs typeface="Courier New"/>
              </a:rPr>
              <a:t>else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215"/>
              </a:spcBef>
            </a:pPr>
            <a:r>
              <a:rPr sz="1800" spc="-5" dirty="0">
                <a:latin typeface="Courier New"/>
                <a:cs typeface="Courier New"/>
              </a:rPr>
              <a:t>low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mid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ct val="100000"/>
              </a:lnSpc>
              <a:spcBef>
                <a:spcPts val="1535"/>
              </a:spcBef>
            </a:pPr>
            <a:r>
              <a:rPr sz="1800" spc="-10" dirty="0">
                <a:latin typeface="Courier New"/>
                <a:cs typeface="Courier New"/>
              </a:rPr>
              <a:t>return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-1-low;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//target</a:t>
            </a:r>
            <a:r>
              <a:rPr sz="1800" b="1" spc="-1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FF3300"/>
                </a:solidFill>
                <a:latin typeface="Courier New"/>
                <a:cs typeface="Courier New"/>
              </a:rPr>
              <a:t>not</a:t>
            </a:r>
            <a:r>
              <a:rPr sz="1800" b="1" spc="-1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found, return</a:t>
            </a:r>
            <a:r>
              <a:rPr sz="1800" b="1" spc="-15" dirty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00"/>
                </a:solidFill>
                <a:latin typeface="Courier New"/>
                <a:cs typeface="Courier New"/>
              </a:rPr>
              <a:t>negative value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7173" y="179323"/>
            <a:ext cx="4937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Time</a:t>
            </a:r>
            <a:r>
              <a:rPr spc="-25" dirty="0"/>
              <a:t> </a:t>
            </a:r>
            <a:r>
              <a:rPr dirty="0"/>
              <a:t>Complexity</a:t>
            </a:r>
            <a:r>
              <a:rPr spc="-225" dirty="0"/>
              <a:t> </a:t>
            </a:r>
            <a:r>
              <a:rPr spc="-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825" y="1013968"/>
            <a:ext cx="8288020" cy="459613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 marR="1127760">
              <a:lnSpc>
                <a:spcPts val="2480"/>
              </a:lnSpc>
              <a:spcBef>
                <a:spcPts val="414"/>
              </a:spcBef>
            </a:pP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analysis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for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best,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worst,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and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average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case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(for</a:t>
            </a:r>
            <a:r>
              <a:rPr sz="2300" spc="-5" dirty="0">
                <a:latin typeface="Times New Roman"/>
                <a:cs typeface="Times New Roman"/>
              </a:rPr>
              <a:t> number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of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comparisons)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dependent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upon</a:t>
            </a:r>
            <a:r>
              <a:rPr sz="2300" spc="-5" dirty="0">
                <a:latin typeface="Times New Roman"/>
                <a:cs typeface="Times New Roman"/>
              </a:rPr>
              <a:t> the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size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of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list,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say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300" spc="-5" dirty="0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300" spc="-5" dirty="0">
                <a:solidFill>
                  <a:srgbClr val="0000FF"/>
                </a:solidFill>
                <a:latin typeface="Times New Roman"/>
                <a:cs typeface="Times New Roman"/>
              </a:rPr>
              <a:t>Best</a:t>
            </a:r>
            <a:r>
              <a:rPr sz="2300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Times New Roman"/>
                <a:cs typeface="Times New Roman"/>
              </a:rPr>
              <a:t>case</a:t>
            </a:r>
            <a:r>
              <a:rPr sz="23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scenario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One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comparison.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O(1)</a:t>
            </a:r>
            <a:endParaRPr sz="2300">
              <a:latin typeface="Times New Roman"/>
              <a:cs typeface="Times New Roman"/>
            </a:endParaRPr>
          </a:p>
          <a:p>
            <a:pPr marL="12700" marR="149225">
              <a:lnSpc>
                <a:spcPts val="2480"/>
              </a:lnSpc>
              <a:spcBef>
                <a:spcPts val="1520"/>
              </a:spcBef>
            </a:pPr>
            <a:r>
              <a:rPr sz="2300" spc="-40" dirty="0">
                <a:solidFill>
                  <a:srgbClr val="0000FF"/>
                </a:solidFill>
                <a:latin typeface="Times New Roman"/>
                <a:cs typeface="Times New Roman"/>
              </a:rPr>
              <a:t>Worst</a:t>
            </a:r>
            <a:r>
              <a:rPr sz="2300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Times New Roman"/>
                <a:cs typeface="Times New Roman"/>
              </a:rPr>
              <a:t>case</a:t>
            </a:r>
            <a:r>
              <a:rPr sz="23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scenario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key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may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not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exist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list.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Through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each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recursive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call,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size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of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admissible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range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halved.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This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halving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process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be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done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latin typeface="Times New Roman"/>
                <a:cs typeface="Times New Roman"/>
              </a:rPr>
              <a:t>log n</a:t>
            </a:r>
            <a:r>
              <a:rPr sz="2300" i="1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comparisons.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O(log</a:t>
            </a:r>
            <a:r>
              <a:rPr sz="230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300" spc="-25" dirty="0">
                <a:solidFill>
                  <a:srgbClr val="0000FF"/>
                </a:solidFill>
                <a:latin typeface="Times New Roman"/>
                <a:cs typeface="Times New Roman"/>
              </a:rPr>
              <a:t>Average</a:t>
            </a:r>
            <a:r>
              <a:rPr sz="2300" spc="-5" dirty="0">
                <a:solidFill>
                  <a:srgbClr val="0000FF"/>
                </a:solidFill>
                <a:latin typeface="Times New Roman"/>
                <a:cs typeface="Times New Roman"/>
              </a:rPr>
              <a:t> case</a:t>
            </a:r>
            <a:r>
              <a:rPr sz="23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FF"/>
                </a:solidFill>
                <a:latin typeface="Times New Roman"/>
                <a:cs typeface="Times New Roman"/>
              </a:rPr>
              <a:t>scenario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O(log</a:t>
            </a:r>
            <a:r>
              <a:rPr sz="230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n)</a:t>
            </a:r>
            <a:r>
              <a:rPr sz="230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comparisons.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ct val="90000"/>
              </a:lnSpc>
              <a:spcBef>
                <a:spcPts val="1475"/>
              </a:spcBef>
            </a:pP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Note: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difference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between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O(log</a:t>
            </a:r>
            <a:r>
              <a:rPr sz="2300" i="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n)</a:t>
            </a:r>
            <a:r>
              <a:rPr sz="230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and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O(n) </a:t>
            </a:r>
            <a:r>
              <a:rPr sz="2300" spc="-5" dirty="0">
                <a:latin typeface="Times New Roman"/>
                <a:cs typeface="Times New Roman"/>
              </a:rPr>
              <a:t>(linear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search)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extremely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significant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when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300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large.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For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practical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problem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we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should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avoid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linear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search.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3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example,</a:t>
            </a:r>
            <a:r>
              <a:rPr sz="2300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 a</a:t>
            </a:r>
            <a:r>
              <a:rPr sz="2300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list</a:t>
            </a:r>
            <a:r>
              <a:rPr sz="23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3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size</a:t>
            </a:r>
            <a:r>
              <a:rPr sz="2300" u="heavy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3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billion</a:t>
            </a:r>
            <a:r>
              <a:rPr sz="23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elements,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linear</a:t>
            </a:r>
            <a:r>
              <a:rPr sz="23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search</a:t>
            </a:r>
            <a:r>
              <a:rPr sz="2300" u="heavy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would</a:t>
            </a:r>
            <a:r>
              <a:rPr sz="23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involve</a:t>
            </a:r>
            <a:r>
              <a:rPr sz="23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about</a:t>
            </a:r>
            <a:r>
              <a:rPr sz="23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300" u="heavy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billion</a:t>
            </a:r>
            <a:r>
              <a:rPr sz="2300" u="heavy" spc="10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comparisons</a:t>
            </a:r>
            <a:r>
              <a:rPr sz="23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;</a:t>
            </a:r>
            <a:r>
              <a:rPr sz="2300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while</a:t>
            </a:r>
            <a:r>
              <a:rPr sz="23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binary 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search</a:t>
            </a:r>
            <a:r>
              <a:rPr sz="2300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would require </a:t>
            </a:r>
            <a:r>
              <a:rPr sz="23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only</a:t>
            </a:r>
            <a:r>
              <a:rPr sz="23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300" u="heavy" spc="-5" dirty="0">
                <a:solidFill>
                  <a:srgbClr val="0000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32 comparisons!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4895" y="3023870"/>
            <a:ext cx="30372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7350" algn="l"/>
              </a:tabLst>
            </a:pPr>
            <a:r>
              <a:rPr sz="4400" dirty="0"/>
              <a:t>End of	</a:t>
            </a:r>
            <a:r>
              <a:rPr sz="4400" spc="-5" dirty="0"/>
              <a:t>Slides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3076</Words>
  <Application>Microsoft Office PowerPoint</Application>
  <PresentationFormat>On-screen Show (4:3)</PresentationFormat>
  <Paragraphs>480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Courier New</vt:lpstr>
      <vt:lpstr>Symbol</vt:lpstr>
      <vt:lpstr>Times New Roman</vt:lpstr>
      <vt:lpstr>Office Theme</vt:lpstr>
      <vt:lpstr>PowerPoint Presentation</vt:lpstr>
      <vt:lpstr>Algorithm Classification</vt:lpstr>
      <vt:lpstr>Merge Sort</vt:lpstr>
      <vt:lpstr>Merge Sort</vt:lpstr>
      <vt:lpstr>Merge Two Sorted Lists</vt:lpstr>
      <vt:lpstr>Merge Sort Time</vt:lpstr>
      <vt:lpstr>Merge Sort Time</vt:lpstr>
      <vt:lpstr>Quick Sort</vt:lpstr>
      <vt:lpstr>Quick Sort</vt:lpstr>
      <vt:lpstr>Quick  Sort  Example</vt:lpstr>
      <vt:lpstr>pivot</vt:lpstr>
      <vt:lpstr>Quick Sort Time</vt:lpstr>
      <vt:lpstr>Bucket (Radix) Sort</vt:lpstr>
      <vt:lpstr>Radix Sort Using Stacks</vt:lpstr>
      <vt:lpstr>Example: Radix Sort (using stacks)</vt:lpstr>
      <vt:lpstr>Radix Sort Using Queues</vt:lpstr>
      <vt:lpstr>Radix  Sort  (using  queue)</vt:lpstr>
      <vt:lpstr>Digit  Extraction</vt:lpstr>
      <vt:lpstr>External Sort Concept</vt:lpstr>
      <vt:lpstr>Two-Phase Process</vt:lpstr>
      <vt:lpstr>Two-Phase Process</vt:lpstr>
      <vt:lpstr>Search Algorithms</vt:lpstr>
      <vt:lpstr>Linear Search</vt:lpstr>
      <vt:lpstr>Binary Search</vt:lpstr>
      <vt:lpstr>Example</vt:lpstr>
      <vt:lpstr>Example</vt:lpstr>
      <vt:lpstr>Implementation</vt:lpstr>
      <vt:lpstr>Time Complexity Analysis</vt:lpstr>
      <vt:lpstr>End of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 Multithreading</dc:title>
  <dc:creator>Y. Daniel Liang</dc:creator>
  <cp:lastModifiedBy>Mousumi Tasnim</cp:lastModifiedBy>
  <cp:revision>4</cp:revision>
  <dcterms:created xsi:type="dcterms:W3CDTF">2023-10-04T01:27:40Z</dcterms:created>
  <dcterms:modified xsi:type="dcterms:W3CDTF">2026-10-07T16:36:42Z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2018-10-07T00:00:00Z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2023-10-04T00:00:00Z</vt:filetime>
  </property>
</Properties>
</file>