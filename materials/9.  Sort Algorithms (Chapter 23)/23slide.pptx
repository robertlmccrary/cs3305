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 id="2147483744" r:id="rId2"/>
  </p:sldMasterIdLst>
  <p:notesMasterIdLst>
    <p:notesMasterId r:id="rId46"/>
  </p:notesMasterIdLst>
  <p:handoutMasterIdLst>
    <p:handoutMasterId r:id="rId47"/>
  </p:handoutMasterIdLst>
  <p:sldIdLst>
    <p:sldId id="551" r:id="rId3"/>
    <p:sldId id="555" r:id="rId4"/>
    <p:sldId id="556" r:id="rId5"/>
    <p:sldId id="558" r:id="rId6"/>
    <p:sldId id="553" r:id="rId7"/>
    <p:sldId id="554" r:id="rId8"/>
    <p:sldId id="500" r:id="rId9"/>
    <p:sldId id="546" r:id="rId10"/>
    <p:sldId id="501" r:id="rId11"/>
    <p:sldId id="548" r:id="rId12"/>
    <p:sldId id="530" r:id="rId13"/>
    <p:sldId id="502" r:id="rId14"/>
    <p:sldId id="503" r:id="rId15"/>
    <p:sldId id="506" r:id="rId16"/>
    <p:sldId id="508" r:id="rId17"/>
    <p:sldId id="507" r:id="rId18"/>
    <p:sldId id="509" r:id="rId19"/>
    <p:sldId id="511" r:id="rId20"/>
    <p:sldId id="510" r:id="rId21"/>
    <p:sldId id="512" r:id="rId22"/>
    <p:sldId id="534" r:id="rId23"/>
    <p:sldId id="535" r:id="rId24"/>
    <p:sldId id="536" r:id="rId25"/>
    <p:sldId id="537" r:id="rId26"/>
    <p:sldId id="538" r:id="rId27"/>
    <p:sldId id="539" r:id="rId28"/>
    <p:sldId id="540" r:id="rId29"/>
    <p:sldId id="541" r:id="rId30"/>
    <p:sldId id="542" r:id="rId31"/>
    <p:sldId id="543" r:id="rId32"/>
    <p:sldId id="544" r:id="rId33"/>
    <p:sldId id="545" r:id="rId34"/>
    <p:sldId id="513" r:id="rId35"/>
    <p:sldId id="516" r:id="rId36"/>
    <p:sldId id="531" r:id="rId37"/>
    <p:sldId id="532" r:id="rId38"/>
    <p:sldId id="533" r:id="rId39"/>
    <p:sldId id="547" r:id="rId40"/>
    <p:sldId id="517" r:id="rId41"/>
    <p:sldId id="518" r:id="rId42"/>
    <p:sldId id="519" r:id="rId43"/>
    <p:sldId id="520" r:id="rId44"/>
    <p:sldId id="521" r:id="rId45"/>
  </p:sldIdLst>
  <p:sldSz cx="9144000" cy="6858000" type="screen4x3"/>
  <p:notesSz cx="6858000" cy="9144000"/>
  <p:defaultTextStyle>
    <a:defPPr>
      <a:defRPr lang="en-US"/>
    </a:defPPr>
    <a:lvl1pPr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1728">
          <p15:clr>
            <a:srgbClr val="A4A3A4"/>
          </p15:clr>
        </p15:guide>
        <p15:guide id="2" pos="576">
          <p15:clr>
            <a:srgbClr val="A4A3A4"/>
          </p15:clr>
        </p15:guide>
      </p15:sldGuideLst>
    </p:ext>
    <p:ext uri="{2D200454-40CA-4A62-9FC3-DE9A4176ACB9}">
      <p15:notesGuideLst xmlns:p15="http://schemas.microsoft.com/office/powerpoint/2012/main">
        <p15:guide id="1" orient="horz" pos="2160">
          <p15:clr>
            <a:srgbClr val="A4A3A4"/>
          </p15:clr>
        </p15:guide>
        <p15:guide id="2" pos="288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89" autoAdjust="0"/>
  </p:normalViewPr>
  <p:slideViewPr>
    <p:cSldViewPr>
      <p:cViewPr varScale="1">
        <p:scale>
          <a:sx n="77" d="100"/>
          <a:sy n="77" d="100"/>
        </p:scale>
        <p:origin x="1085" y="58"/>
      </p:cViewPr>
      <p:guideLst>
        <p:guide orient="horz" pos="1728"/>
        <p:guide pos="576"/>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43" d="100"/>
          <a:sy n="43" d="100"/>
        </p:scale>
        <p:origin x="-1422" y="-84"/>
      </p:cViewPr>
      <p:guideLst>
        <p:guide orient="horz" pos="2160"/>
        <p:guide pos="288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handoutMaster" Target="handoutMasters/handoutMaster1.xml"/><Relationship Id="rId50"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tableStyles" Target="tableStyle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notesMaster" Target="notesMasters/notesMaster1.xml"/><Relationship Id="rId20" Type="http://schemas.openxmlformats.org/officeDocument/2006/relationships/slide" Target="slides/slide18.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06FE347D-AE3A-D3D3-7744-F7AE39FFFCB3}"/>
              </a:ext>
            </a:extLst>
          </p:cNvPr>
          <p:cNvSpPr>
            <a:spLocks noGrp="1" noChangeArrowheads="1"/>
          </p:cNvSpPr>
          <p:nvPr>
            <p:ph type="hdr" sz="quarter"/>
          </p:nvPr>
        </p:nvSpPr>
        <p:spPr bwMode="auto">
          <a:xfrm>
            <a:off x="0" y="0"/>
            <a:ext cx="2971800" cy="457200"/>
          </a:xfrm>
          <a:prstGeom prst="rect">
            <a:avLst/>
          </a:prstGeom>
          <a:noFill/>
          <a:ln>
            <a:noFill/>
          </a:ln>
          <a:effectLst/>
        </p:spPr>
        <p:txBody>
          <a:bodyPr vert="horz" wrap="square" lIns="19050" tIns="0" rIns="19050" bIns="0" numCol="1" anchor="t" anchorCtr="0" compatLnSpc="1">
            <a:prstTxWarp prst="textNoShape">
              <a:avLst/>
            </a:prstTxWarp>
          </a:bodyPr>
          <a:lstStyle>
            <a:lvl1pPr>
              <a:defRPr sz="1000" i="1"/>
            </a:lvl1pPr>
          </a:lstStyle>
          <a:p>
            <a:pPr>
              <a:defRPr/>
            </a:pPr>
            <a:endParaRPr lang="en-US"/>
          </a:p>
        </p:txBody>
      </p:sp>
      <p:sp>
        <p:nvSpPr>
          <p:cNvPr id="2051" name="Rectangle 3">
            <a:extLst>
              <a:ext uri="{FF2B5EF4-FFF2-40B4-BE49-F238E27FC236}">
                <a16:creationId xmlns:a16="http://schemas.microsoft.com/office/drawing/2014/main" id="{99B8209B-D3EA-1C3A-0898-F0671F49CC62}"/>
              </a:ext>
            </a:extLst>
          </p:cNvPr>
          <p:cNvSpPr>
            <a:spLocks noGrp="1" noChangeArrowheads="1"/>
          </p:cNvSpPr>
          <p:nvPr>
            <p:ph type="dt" idx="1"/>
          </p:nvPr>
        </p:nvSpPr>
        <p:spPr bwMode="auto">
          <a:xfrm>
            <a:off x="3886200" y="0"/>
            <a:ext cx="2971800" cy="457200"/>
          </a:xfrm>
          <a:prstGeom prst="rect">
            <a:avLst/>
          </a:prstGeom>
          <a:noFill/>
          <a:ln>
            <a:noFill/>
          </a:ln>
          <a:effectLst/>
        </p:spPr>
        <p:txBody>
          <a:bodyPr vert="horz" wrap="square" lIns="19050" tIns="0" rIns="19050" bIns="0" numCol="1" anchor="t" anchorCtr="0" compatLnSpc="1">
            <a:prstTxWarp prst="textNoShape">
              <a:avLst/>
            </a:prstTxWarp>
          </a:bodyPr>
          <a:lstStyle>
            <a:lvl1pPr algn="r">
              <a:defRPr sz="1000" i="1"/>
            </a:lvl1pPr>
          </a:lstStyle>
          <a:p>
            <a:pPr>
              <a:defRPr/>
            </a:pPr>
            <a:endParaRPr lang="en-US"/>
          </a:p>
        </p:txBody>
      </p:sp>
      <p:sp>
        <p:nvSpPr>
          <p:cNvPr id="14340" name="Rectangle 4">
            <a:extLst>
              <a:ext uri="{FF2B5EF4-FFF2-40B4-BE49-F238E27FC236}">
                <a16:creationId xmlns:a16="http://schemas.microsoft.com/office/drawing/2014/main" id="{D5100F83-840B-452A-4AC0-CA4E5019DDC6}"/>
              </a:ext>
            </a:extLst>
          </p:cNvPr>
          <p:cNvSpPr>
            <a:spLocks noGrp="1" noRot="1" noChangeAspect="1" noChangeArrowheads="1" noTextEdit="1"/>
          </p:cNvSpPr>
          <p:nvPr>
            <p:ph type="sldImg" idx="2"/>
          </p:nvPr>
        </p:nvSpPr>
        <p:spPr bwMode="auto">
          <a:xfrm>
            <a:off x="1149350" y="692150"/>
            <a:ext cx="4559300" cy="34163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2053" name="Rectangle 5">
            <a:extLst>
              <a:ext uri="{FF2B5EF4-FFF2-40B4-BE49-F238E27FC236}">
                <a16:creationId xmlns:a16="http://schemas.microsoft.com/office/drawing/2014/main" id="{0BAF1577-D508-7294-59BC-64A9AA6CC613}"/>
              </a:ext>
            </a:extLst>
          </p:cNvPr>
          <p:cNvSpPr>
            <a:spLocks noGrp="1" noChangeArrowheads="1"/>
          </p:cNvSpPr>
          <p:nvPr>
            <p:ph type="body" sz="quarter" idx="3"/>
          </p:nvPr>
        </p:nvSpPr>
        <p:spPr bwMode="auto">
          <a:xfrm>
            <a:off x="914400" y="4343400"/>
            <a:ext cx="5029200" cy="4114800"/>
          </a:xfrm>
          <a:prstGeom prst="rect">
            <a:avLst/>
          </a:prstGeom>
          <a:noFill/>
          <a:ln>
            <a:noFill/>
          </a:ln>
          <a:effectLst/>
        </p:spPr>
        <p:txBody>
          <a:bodyPr vert="horz" wrap="square" lIns="92075" tIns="46038" rIns="92075" bIns="46038"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054" name="Rectangle 6">
            <a:extLst>
              <a:ext uri="{FF2B5EF4-FFF2-40B4-BE49-F238E27FC236}">
                <a16:creationId xmlns:a16="http://schemas.microsoft.com/office/drawing/2014/main" id="{580C3B4C-87EB-7C08-F830-CC43F8FAA5E8}"/>
              </a:ext>
            </a:extLst>
          </p:cNvPr>
          <p:cNvSpPr>
            <a:spLocks noGrp="1" noChangeArrowheads="1"/>
          </p:cNvSpPr>
          <p:nvPr>
            <p:ph type="ftr" sz="quarter" idx="4"/>
          </p:nvPr>
        </p:nvSpPr>
        <p:spPr bwMode="auto">
          <a:xfrm>
            <a:off x="0" y="8686800"/>
            <a:ext cx="2971800" cy="457200"/>
          </a:xfrm>
          <a:prstGeom prst="rect">
            <a:avLst/>
          </a:prstGeom>
          <a:noFill/>
          <a:ln>
            <a:noFill/>
          </a:ln>
          <a:effectLst/>
        </p:spPr>
        <p:txBody>
          <a:bodyPr vert="horz" wrap="square" lIns="19050" tIns="0" rIns="19050" bIns="0" numCol="1" anchor="b" anchorCtr="0" compatLnSpc="1">
            <a:prstTxWarp prst="textNoShape">
              <a:avLst/>
            </a:prstTxWarp>
          </a:bodyPr>
          <a:lstStyle>
            <a:lvl1pPr>
              <a:defRPr sz="1000" i="1"/>
            </a:lvl1pPr>
          </a:lstStyle>
          <a:p>
            <a:pPr>
              <a:defRPr/>
            </a:pPr>
            <a:endParaRPr lang="en-US"/>
          </a:p>
        </p:txBody>
      </p:sp>
      <p:sp>
        <p:nvSpPr>
          <p:cNvPr id="2055" name="Rectangle 7">
            <a:extLst>
              <a:ext uri="{FF2B5EF4-FFF2-40B4-BE49-F238E27FC236}">
                <a16:creationId xmlns:a16="http://schemas.microsoft.com/office/drawing/2014/main" id="{B41B8908-ED0E-DB27-FDDC-38245CD7F3D7}"/>
              </a:ext>
            </a:extLst>
          </p:cNvPr>
          <p:cNvSpPr>
            <a:spLocks noGrp="1" noChangeArrowheads="1"/>
          </p:cNvSpPr>
          <p:nvPr>
            <p:ph type="sldNum" sz="quarter" idx="5"/>
          </p:nvPr>
        </p:nvSpPr>
        <p:spPr bwMode="auto">
          <a:xfrm>
            <a:off x="3886200" y="8686800"/>
            <a:ext cx="2971800" cy="457200"/>
          </a:xfrm>
          <a:prstGeom prst="rect">
            <a:avLst/>
          </a:prstGeom>
          <a:noFill/>
          <a:ln>
            <a:noFill/>
          </a:ln>
          <a:effectLst/>
        </p:spPr>
        <p:txBody>
          <a:bodyPr vert="horz" wrap="square" lIns="19050" tIns="0" rIns="19050" bIns="0" numCol="1" anchor="b" anchorCtr="0" compatLnSpc="1">
            <a:prstTxWarp prst="textNoShape">
              <a:avLst/>
            </a:prstTxWarp>
          </a:bodyPr>
          <a:lstStyle>
            <a:lvl1pPr algn="r">
              <a:defRPr sz="1000" i="1"/>
            </a:lvl1pPr>
          </a:lstStyle>
          <a:p>
            <a:pPr>
              <a:defRPr/>
            </a:pPr>
            <a:fld id="{44ED2091-7538-4AFA-B7D9-DC4D8D436A06}"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2" name="Group 31">
            <a:extLst>
              <a:ext uri="{FF2B5EF4-FFF2-40B4-BE49-F238E27FC236}">
                <a16:creationId xmlns:a16="http://schemas.microsoft.com/office/drawing/2014/main" id="{C3DDB4AB-FCFC-8180-65A8-619A601B8FF2}"/>
              </a:ext>
            </a:extLst>
          </p:cNvPr>
          <p:cNvGrpSpPr>
            <a:grpSpLocks/>
          </p:cNvGrpSpPr>
          <p:nvPr/>
        </p:nvGrpSpPr>
        <p:grpSpPr bwMode="auto">
          <a:xfrm>
            <a:off x="0" y="114300"/>
            <a:ext cx="9142413" cy="6742113"/>
            <a:chOff x="0" y="72"/>
            <a:chExt cx="5759" cy="4247"/>
          </a:xfrm>
        </p:grpSpPr>
        <p:sp>
          <p:nvSpPr>
            <p:cNvPr id="3" name="Rectangle 2">
              <a:extLst>
                <a:ext uri="{FF2B5EF4-FFF2-40B4-BE49-F238E27FC236}">
                  <a16:creationId xmlns:a16="http://schemas.microsoft.com/office/drawing/2014/main" id="{8F1A4FEE-B762-1EDC-5B78-60772419941E}"/>
                </a:ext>
              </a:extLst>
            </p:cNvPr>
            <p:cNvSpPr>
              <a:spLocks noChangeArrowheads="1"/>
            </p:cNvSpPr>
            <p:nvPr/>
          </p:nvSpPr>
          <p:spPr bwMode="hidden">
            <a:xfrm>
              <a:off x="0" y="2112"/>
              <a:ext cx="5759" cy="2207"/>
            </a:xfrm>
            <a:prstGeom prst="rect">
              <a:avLst/>
            </a:prstGeom>
            <a:solidFill>
              <a:schemeClr val="bg1"/>
            </a:solidFill>
            <a:ln>
              <a:noFill/>
            </a:ln>
            <a:effec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defRPr/>
              </a:pPr>
              <a:endParaRPr lang="en-US" altLang="en-US"/>
            </a:p>
          </p:txBody>
        </p:sp>
        <p:grpSp>
          <p:nvGrpSpPr>
            <p:cNvPr id="4" name="Group 30">
              <a:extLst>
                <a:ext uri="{FF2B5EF4-FFF2-40B4-BE49-F238E27FC236}">
                  <a16:creationId xmlns:a16="http://schemas.microsoft.com/office/drawing/2014/main" id="{3BD39D9A-F0A4-5345-AD4E-B05040D90AE6}"/>
                </a:ext>
              </a:extLst>
            </p:cNvPr>
            <p:cNvGrpSpPr>
              <a:grpSpLocks/>
            </p:cNvGrpSpPr>
            <p:nvPr/>
          </p:nvGrpSpPr>
          <p:grpSpPr bwMode="auto">
            <a:xfrm>
              <a:off x="0" y="72"/>
              <a:ext cx="5759" cy="2040"/>
              <a:chOff x="0" y="72"/>
              <a:chExt cx="5759" cy="2040"/>
            </a:xfrm>
          </p:grpSpPr>
          <p:sp>
            <p:nvSpPr>
              <p:cNvPr id="5" name="Rectangle 3">
                <a:extLst>
                  <a:ext uri="{FF2B5EF4-FFF2-40B4-BE49-F238E27FC236}">
                    <a16:creationId xmlns:a16="http://schemas.microsoft.com/office/drawing/2014/main" id="{5E79DBF5-E3DE-5EE0-FB7C-841BED54023E}"/>
                  </a:ext>
                </a:extLst>
              </p:cNvPr>
              <p:cNvSpPr>
                <a:spLocks noChangeArrowheads="1"/>
              </p:cNvSpPr>
              <p:nvPr/>
            </p:nvSpPr>
            <p:spPr bwMode="hidden">
              <a:xfrm>
                <a:off x="0" y="1872"/>
                <a:ext cx="5759" cy="240"/>
              </a:xfrm>
              <a:prstGeom prst="rect">
                <a:avLst/>
              </a:prstGeom>
              <a:gradFill rotWithShape="0">
                <a:gsLst>
                  <a:gs pos="0">
                    <a:schemeClr val="bg1"/>
                  </a:gs>
                  <a:gs pos="100000">
                    <a:schemeClr val="hlink"/>
                  </a:gs>
                </a:gsLst>
                <a:lin ang="5400000" scaled="1"/>
              </a:gradFill>
              <a:ln>
                <a:noFill/>
              </a:ln>
              <a:effec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defRPr/>
                </a:pPr>
                <a:endParaRPr lang="en-US" altLang="en-US"/>
              </a:p>
            </p:txBody>
          </p:sp>
          <p:grpSp>
            <p:nvGrpSpPr>
              <p:cNvPr id="6" name="Group 9">
                <a:extLst>
                  <a:ext uri="{FF2B5EF4-FFF2-40B4-BE49-F238E27FC236}">
                    <a16:creationId xmlns:a16="http://schemas.microsoft.com/office/drawing/2014/main" id="{FFA6B5C7-831D-9987-2B24-76032134EC8F}"/>
                  </a:ext>
                </a:extLst>
              </p:cNvPr>
              <p:cNvGrpSpPr>
                <a:grpSpLocks/>
              </p:cNvGrpSpPr>
              <p:nvPr/>
            </p:nvGrpSpPr>
            <p:grpSpPr bwMode="auto">
              <a:xfrm>
                <a:off x="2289" y="72"/>
                <a:ext cx="1440" cy="1984"/>
                <a:chOff x="2289" y="72"/>
                <a:chExt cx="1440" cy="1984"/>
              </a:xfrm>
            </p:grpSpPr>
            <p:sp>
              <p:nvSpPr>
                <p:cNvPr id="27" name="Freeform 4">
                  <a:extLst>
                    <a:ext uri="{FF2B5EF4-FFF2-40B4-BE49-F238E27FC236}">
                      <a16:creationId xmlns:a16="http://schemas.microsoft.com/office/drawing/2014/main" id="{0CBA8FFF-A4ED-E57C-A141-903394423441}"/>
                    </a:ext>
                  </a:extLst>
                </p:cNvPr>
                <p:cNvSpPr>
                  <a:spLocks/>
                </p:cNvSpPr>
                <p:nvPr/>
              </p:nvSpPr>
              <p:spPr bwMode="ltGray">
                <a:xfrm>
                  <a:off x="2289" y="127"/>
                  <a:ext cx="1440" cy="1770"/>
                </a:xfrm>
                <a:custGeom>
                  <a:avLst/>
                  <a:gdLst>
                    <a:gd name="T0" fmla="*/ 901 w 1440"/>
                    <a:gd name="T1" fmla="*/ 33 h 1770"/>
                    <a:gd name="T2" fmla="*/ 1066 w 1440"/>
                    <a:gd name="T3" fmla="*/ 129 h 1770"/>
                    <a:gd name="T4" fmla="*/ 1207 w 1440"/>
                    <a:gd name="T5" fmla="*/ 256 h 1770"/>
                    <a:gd name="T6" fmla="*/ 1316 w 1440"/>
                    <a:gd name="T7" fmla="*/ 410 h 1770"/>
                    <a:gd name="T8" fmla="*/ 1394 w 1440"/>
                    <a:gd name="T9" fmla="*/ 581 h 1770"/>
                    <a:gd name="T10" fmla="*/ 1435 w 1440"/>
                    <a:gd name="T11" fmla="*/ 766 h 1770"/>
                    <a:gd name="T12" fmla="*/ 1435 w 1440"/>
                    <a:gd name="T13" fmla="*/ 958 h 1770"/>
                    <a:gd name="T14" fmla="*/ 1394 w 1440"/>
                    <a:gd name="T15" fmla="*/ 1143 h 1770"/>
                    <a:gd name="T16" fmla="*/ 1316 w 1440"/>
                    <a:gd name="T17" fmla="*/ 1314 h 1770"/>
                    <a:gd name="T18" fmla="*/ 1207 w 1440"/>
                    <a:gd name="T19" fmla="*/ 1468 h 1770"/>
                    <a:gd name="T20" fmla="*/ 1066 w 1440"/>
                    <a:gd name="T21" fmla="*/ 1597 h 1770"/>
                    <a:gd name="T22" fmla="*/ 901 w 1440"/>
                    <a:gd name="T23" fmla="*/ 1691 h 1770"/>
                    <a:gd name="T24" fmla="*/ 721 w 1440"/>
                    <a:gd name="T25" fmla="*/ 1749 h 1770"/>
                    <a:gd name="T26" fmla="*/ 533 w 1440"/>
                    <a:gd name="T27" fmla="*/ 1769 h 1770"/>
                    <a:gd name="T28" fmla="*/ 344 w 1440"/>
                    <a:gd name="T29" fmla="*/ 1749 h 1770"/>
                    <a:gd name="T30" fmla="*/ 165 w 1440"/>
                    <a:gd name="T31" fmla="*/ 1691 h 1770"/>
                    <a:gd name="T32" fmla="*/ 0 w 1440"/>
                    <a:gd name="T33" fmla="*/ 1597 h 1770"/>
                    <a:gd name="T34" fmla="*/ 125 w 1440"/>
                    <a:gd name="T35" fmla="*/ 1571 h 1770"/>
                    <a:gd name="T36" fmla="*/ 281 w 1440"/>
                    <a:gd name="T37" fmla="*/ 1640 h 1770"/>
                    <a:gd name="T38" fmla="*/ 446 w 1440"/>
                    <a:gd name="T39" fmla="*/ 1675 h 1770"/>
                    <a:gd name="T40" fmla="*/ 618 w 1440"/>
                    <a:gd name="T41" fmla="*/ 1675 h 1770"/>
                    <a:gd name="T42" fmla="*/ 785 w 1440"/>
                    <a:gd name="T43" fmla="*/ 1640 h 1770"/>
                    <a:gd name="T44" fmla="*/ 941 w 1440"/>
                    <a:gd name="T45" fmla="*/ 1571 h 1770"/>
                    <a:gd name="T46" fmla="*/ 1080 w 1440"/>
                    <a:gd name="T47" fmla="*/ 1470 h 1770"/>
                    <a:gd name="T48" fmla="*/ 1194 w 1440"/>
                    <a:gd name="T49" fmla="*/ 1343 h 1770"/>
                    <a:gd name="T50" fmla="*/ 1281 w 1440"/>
                    <a:gd name="T51" fmla="*/ 1194 h 1770"/>
                    <a:gd name="T52" fmla="*/ 1332 w 1440"/>
                    <a:gd name="T53" fmla="*/ 1032 h 1770"/>
                    <a:gd name="T54" fmla="*/ 1350 w 1440"/>
                    <a:gd name="T55" fmla="*/ 862 h 1770"/>
                    <a:gd name="T56" fmla="*/ 1332 w 1440"/>
                    <a:gd name="T57" fmla="*/ 691 h 1770"/>
                    <a:gd name="T58" fmla="*/ 1281 w 1440"/>
                    <a:gd name="T59" fmla="*/ 530 h 1770"/>
                    <a:gd name="T60" fmla="*/ 1194 w 1440"/>
                    <a:gd name="T61" fmla="*/ 381 h 1770"/>
                    <a:gd name="T62" fmla="*/ 1080 w 1440"/>
                    <a:gd name="T63" fmla="*/ 254 h 1770"/>
                    <a:gd name="T64" fmla="*/ 941 w 1440"/>
                    <a:gd name="T65" fmla="*/ 154 h 1770"/>
                    <a:gd name="T66" fmla="*/ 785 w 1440"/>
                    <a:gd name="T67" fmla="*/ 85 h 1770"/>
                    <a:gd name="T68" fmla="*/ 812 w 1440"/>
                    <a:gd name="T69" fmla="*/ 0 h 1770"/>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1440" h="1770">
                      <a:moveTo>
                        <a:pt x="812" y="0"/>
                      </a:moveTo>
                      <a:lnTo>
                        <a:pt x="901" y="33"/>
                      </a:lnTo>
                      <a:lnTo>
                        <a:pt x="986" y="78"/>
                      </a:lnTo>
                      <a:lnTo>
                        <a:pt x="1066" y="129"/>
                      </a:lnTo>
                      <a:lnTo>
                        <a:pt x="1140" y="187"/>
                      </a:lnTo>
                      <a:lnTo>
                        <a:pt x="1207" y="256"/>
                      </a:lnTo>
                      <a:lnTo>
                        <a:pt x="1265" y="330"/>
                      </a:lnTo>
                      <a:lnTo>
                        <a:pt x="1316" y="410"/>
                      </a:lnTo>
                      <a:lnTo>
                        <a:pt x="1361" y="492"/>
                      </a:lnTo>
                      <a:lnTo>
                        <a:pt x="1394" y="581"/>
                      </a:lnTo>
                      <a:lnTo>
                        <a:pt x="1419" y="673"/>
                      </a:lnTo>
                      <a:lnTo>
                        <a:pt x="1435" y="766"/>
                      </a:lnTo>
                      <a:lnTo>
                        <a:pt x="1439" y="862"/>
                      </a:lnTo>
                      <a:lnTo>
                        <a:pt x="1435" y="958"/>
                      </a:lnTo>
                      <a:lnTo>
                        <a:pt x="1419" y="1052"/>
                      </a:lnTo>
                      <a:lnTo>
                        <a:pt x="1394" y="1143"/>
                      </a:lnTo>
                      <a:lnTo>
                        <a:pt x="1361" y="1230"/>
                      </a:lnTo>
                      <a:lnTo>
                        <a:pt x="1316" y="1314"/>
                      </a:lnTo>
                      <a:lnTo>
                        <a:pt x="1265" y="1395"/>
                      </a:lnTo>
                      <a:lnTo>
                        <a:pt x="1207" y="1468"/>
                      </a:lnTo>
                      <a:lnTo>
                        <a:pt x="1140" y="1537"/>
                      </a:lnTo>
                      <a:lnTo>
                        <a:pt x="1066" y="1597"/>
                      </a:lnTo>
                      <a:lnTo>
                        <a:pt x="986" y="1646"/>
                      </a:lnTo>
                      <a:lnTo>
                        <a:pt x="901" y="1691"/>
                      </a:lnTo>
                      <a:lnTo>
                        <a:pt x="812" y="1724"/>
                      </a:lnTo>
                      <a:lnTo>
                        <a:pt x="721" y="1749"/>
                      </a:lnTo>
                      <a:lnTo>
                        <a:pt x="627" y="1765"/>
                      </a:lnTo>
                      <a:lnTo>
                        <a:pt x="533" y="1769"/>
                      </a:lnTo>
                      <a:lnTo>
                        <a:pt x="437" y="1765"/>
                      </a:lnTo>
                      <a:lnTo>
                        <a:pt x="344" y="1749"/>
                      </a:lnTo>
                      <a:lnTo>
                        <a:pt x="252" y="1724"/>
                      </a:lnTo>
                      <a:lnTo>
                        <a:pt x="165" y="1691"/>
                      </a:lnTo>
                      <a:lnTo>
                        <a:pt x="80" y="1646"/>
                      </a:lnTo>
                      <a:lnTo>
                        <a:pt x="0" y="1597"/>
                      </a:lnTo>
                      <a:lnTo>
                        <a:pt x="51" y="1524"/>
                      </a:lnTo>
                      <a:lnTo>
                        <a:pt x="125" y="1571"/>
                      </a:lnTo>
                      <a:lnTo>
                        <a:pt x="201" y="1609"/>
                      </a:lnTo>
                      <a:lnTo>
                        <a:pt x="281" y="1640"/>
                      </a:lnTo>
                      <a:lnTo>
                        <a:pt x="364" y="1662"/>
                      </a:lnTo>
                      <a:lnTo>
                        <a:pt x="446" y="1675"/>
                      </a:lnTo>
                      <a:lnTo>
                        <a:pt x="533" y="1680"/>
                      </a:lnTo>
                      <a:lnTo>
                        <a:pt x="618" y="1675"/>
                      </a:lnTo>
                      <a:lnTo>
                        <a:pt x="703" y="1662"/>
                      </a:lnTo>
                      <a:lnTo>
                        <a:pt x="785" y="1640"/>
                      </a:lnTo>
                      <a:lnTo>
                        <a:pt x="866" y="1609"/>
                      </a:lnTo>
                      <a:lnTo>
                        <a:pt x="941" y="1571"/>
                      </a:lnTo>
                      <a:lnTo>
                        <a:pt x="1013" y="1524"/>
                      </a:lnTo>
                      <a:lnTo>
                        <a:pt x="1080" y="1470"/>
                      </a:lnTo>
                      <a:lnTo>
                        <a:pt x="1140" y="1410"/>
                      </a:lnTo>
                      <a:lnTo>
                        <a:pt x="1194" y="1343"/>
                      </a:lnTo>
                      <a:lnTo>
                        <a:pt x="1240" y="1270"/>
                      </a:lnTo>
                      <a:lnTo>
                        <a:pt x="1281" y="1194"/>
                      </a:lnTo>
                      <a:lnTo>
                        <a:pt x="1312" y="1116"/>
                      </a:lnTo>
                      <a:lnTo>
                        <a:pt x="1332" y="1032"/>
                      </a:lnTo>
                      <a:lnTo>
                        <a:pt x="1345" y="947"/>
                      </a:lnTo>
                      <a:lnTo>
                        <a:pt x="1350" y="862"/>
                      </a:lnTo>
                      <a:lnTo>
                        <a:pt x="1345" y="775"/>
                      </a:lnTo>
                      <a:lnTo>
                        <a:pt x="1332" y="691"/>
                      </a:lnTo>
                      <a:lnTo>
                        <a:pt x="1312" y="608"/>
                      </a:lnTo>
                      <a:lnTo>
                        <a:pt x="1281" y="530"/>
                      </a:lnTo>
                      <a:lnTo>
                        <a:pt x="1240" y="452"/>
                      </a:lnTo>
                      <a:lnTo>
                        <a:pt x="1194" y="381"/>
                      </a:lnTo>
                      <a:lnTo>
                        <a:pt x="1140" y="314"/>
                      </a:lnTo>
                      <a:lnTo>
                        <a:pt x="1080" y="254"/>
                      </a:lnTo>
                      <a:lnTo>
                        <a:pt x="1013" y="201"/>
                      </a:lnTo>
                      <a:lnTo>
                        <a:pt x="941" y="154"/>
                      </a:lnTo>
                      <a:lnTo>
                        <a:pt x="866" y="114"/>
                      </a:lnTo>
                      <a:lnTo>
                        <a:pt x="785" y="85"/>
                      </a:lnTo>
                      <a:lnTo>
                        <a:pt x="788" y="78"/>
                      </a:lnTo>
                      <a:lnTo>
                        <a:pt x="812" y="0"/>
                      </a:lnTo>
                    </a:path>
                  </a:pathLst>
                </a:custGeom>
                <a:gradFill rotWithShape="0">
                  <a:gsLst>
                    <a:gs pos="0">
                      <a:schemeClr val="bg2"/>
                    </a:gs>
                    <a:gs pos="100000">
                      <a:schemeClr val="bg1"/>
                    </a:gs>
                  </a:gsLst>
                  <a:lin ang="5400000" scaled="1"/>
                </a:gra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 name="Line 5">
                  <a:extLst>
                    <a:ext uri="{FF2B5EF4-FFF2-40B4-BE49-F238E27FC236}">
                      <a16:creationId xmlns:a16="http://schemas.microsoft.com/office/drawing/2014/main" id="{1982C173-A162-F6B0-F88C-AC28C63FA7E3}"/>
                    </a:ext>
                  </a:extLst>
                </p:cNvPr>
                <p:cNvSpPr>
                  <a:spLocks noChangeShapeType="1"/>
                </p:cNvSpPr>
                <p:nvPr/>
              </p:nvSpPr>
              <p:spPr bwMode="ltGray">
                <a:xfrm flipV="1">
                  <a:off x="2324" y="1620"/>
                  <a:ext cx="143" cy="258"/>
                </a:xfrm>
                <a:prstGeom prst="line">
                  <a:avLst/>
                </a:prstGeom>
                <a:noFill/>
                <a:ln w="25400">
                  <a:solidFill>
                    <a:schemeClr val="bg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 name="Line 6">
                  <a:extLst>
                    <a:ext uri="{FF2B5EF4-FFF2-40B4-BE49-F238E27FC236}">
                      <a16:creationId xmlns:a16="http://schemas.microsoft.com/office/drawing/2014/main" id="{EE5C0A86-B50F-EC06-FB89-26E725D44B2E}"/>
                    </a:ext>
                  </a:extLst>
                </p:cNvPr>
                <p:cNvSpPr>
                  <a:spLocks noChangeShapeType="1"/>
                </p:cNvSpPr>
                <p:nvPr/>
              </p:nvSpPr>
              <p:spPr bwMode="ltGray">
                <a:xfrm flipV="1">
                  <a:off x="3119" y="243"/>
                  <a:ext cx="50" cy="99"/>
                </a:xfrm>
                <a:prstGeom prst="line">
                  <a:avLst/>
                </a:prstGeom>
                <a:noFill/>
                <a:ln w="25400">
                  <a:solidFill>
                    <a:schemeClr val="bg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0" name="Line 7">
                  <a:extLst>
                    <a:ext uri="{FF2B5EF4-FFF2-40B4-BE49-F238E27FC236}">
                      <a16:creationId xmlns:a16="http://schemas.microsoft.com/office/drawing/2014/main" id="{F55F75A7-38CA-19A7-3AF2-11D3CF5E508B}"/>
                    </a:ext>
                  </a:extLst>
                </p:cNvPr>
                <p:cNvSpPr>
                  <a:spLocks noChangeShapeType="1"/>
                </p:cNvSpPr>
                <p:nvPr/>
              </p:nvSpPr>
              <p:spPr bwMode="ltGray">
                <a:xfrm flipV="1">
                  <a:off x="3203" y="72"/>
                  <a:ext cx="50" cy="99"/>
                </a:xfrm>
                <a:prstGeom prst="line">
                  <a:avLst/>
                </a:prstGeom>
                <a:noFill/>
                <a:ln w="25400">
                  <a:solidFill>
                    <a:schemeClr val="bg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1" name="Freeform 8">
                  <a:extLst>
                    <a:ext uri="{FF2B5EF4-FFF2-40B4-BE49-F238E27FC236}">
                      <a16:creationId xmlns:a16="http://schemas.microsoft.com/office/drawing/2014/main" id="{3D2E55E8-9D9E-AE88-B721-7FCC270C3FE2}"/>
                    </a:ext>
                  </a:extLst>
                </p:cNvPr>
                <p:cNvSpPr>
                  <a:spLocks/>
                </p:cNvSpPr>
                <p:nvPr/>
              </p:nvSpPr>
              <p:spPr bwMode="ltGray">
                <a:xfrm>
                  <a:off x="2483" y="1903"/>
                  <a:ext cx="841" cy="153"/>
                </a:xfrm>
                <a:custGeom>
                  <a:avLst/>
                  <a:gdLst>
                    <a:gd name="T0" fmla="*/ 3 w 841"/>
                    <a:gd name="T1" fmla="*/ 98 h 153"/>
                    <a:gd name="T2" fmla="*/ 20 w 841"/>
                    <a:gd name="T3" fmla="*/ 80 h 153"/>
                    <a:gd name="T4" fmla="*/ 44 w 841"/>
                    <a:gd name="T5" fmla="*/ 65 h 153"/>
                    <a:gd name="T6" fmla="*/ 89 w 841"/>
                    <a:gd name="T7" fmla="*/ 43 h 153"/>
                    <a:gd name="T8" fmla="*/ 140 w 841"/>
                    <a:gd name="T9" fmla="*/ 30 h 153"/>
                    <a:gd name="T10" fmla="*/ 188 w 841"/>
                    <a:gd name="T11" fmla="*/ 19 h 153"/>
                    <a:gd name="T12" fmla="*/ 253 w 841"/>
                    <a:gd name="T13" fmla="*/ 9 h 153"/>
                    <a:gd name="T14" fmla="*/ 314 w 841"/>
                    <a:gd name="T15" fmla="*/ 3 h 153"/>
                    <a:gd name="T16" fmla="*/ 386 w 841"/>
                    <a:gd name="T17" fmla="*/ 0 h 153"/>
                    <a:gd name="T18" fmla="*/ 475 w 841"/>
                    <a:gd name="T19" fmla="*/ 1 h 153"/>
                    <a:gd name="T20" fmla="*/ 567 w 841"/>
                    <a:gd name="T21" fmla="*/ 6 h 153"/>
                    <a:gd name="T22" fmla="*/ 632 w 841"/>
                    <a:gd name="T23" fmla="*/ 14 h 153"/>
                    <a:gd name="T24" fmla="*/ 700 w 841"/>
                    <a:gd name="T25" fmla="*/ 27 h 153"/>
                    <a:gd name="T26" fmla="*/ 765 w 841"/>
                    <a:gd name="T27" fmla="*/ 47 h 153"/>
                    <a:gd name="T28" fmla="*/ 799 w 841"/>
                    <a:gd name="T29" fmla="*/ 66 h 153"/>
                    <a:gd name="T30" fmla="*/ 820 w 841"/>
                    <a:gd name="T31" fmla="*/ 82 h 153"/>
                    <a:gd name="T32" fmla="*/ 840 w 841"/>
                    <a:gd name="T33" fmla="*/ 108 h 153"/>
                    <a:gd name="T34" fmla="*/ 806 w 841"/>
                    <a:gd name="T35" fmla="*/ 122 h 153"/>
                    <a:gd name="T36" fmla="*/ 748 w 841"/>
                    <a:gd name="T37" fmla="*/ 133 h 153"/>
                    <a:gd name="T38" fmla="*/ 676 w 841"/>
                    <a:gd name="T39" fmla="*/ 141 h 153"/>
                    <a:gd name="T40" fmla="*/ 608 w 841"/>
                    <a:gd name="T41" fmla="*/ 148 h 153"/>
                    <a:gd name="T42" fmla="*/ 526 w 841"/>
                    <a:gd name="T43" fmla="*/ 151 h 153"/>
                    <a:gd name="T44" fmla="*/ 437 w 841"/>
                    <a:gd name="T45" fmla="*/ 152 h 153"/>
                    <a:gd name="T46" fmla="*/ 352 w 841"/>
                    <a:gd name="T47" fmla="*/ 152 h 153"/>
                    <a:gd name="T48" fmla="*/ 263 w 841"/>
                    <a:gd name="T49" fmla="*/ 151 h 153"/>
                    <a:gd name="T50" fmla="*/ 164 w 841"/>
                    <a:gd name="T51" fmla="*/ 143 h 153"/>
                    <a:gd name="T52" fmla="*/ 85 w 841"/>
                    <a:gd name="T53" fmla="*/ 135 h 153"/>
                    <a:gd name="T54" fmla="*/ 20 w 841"/>
                    <a:gd name="T55" fmla="*/ 120 h 153"/>
                    <a:gd name="T56" fmla="*/ 0 w 841"/>
                    <a:gd name="T57" fmla="*/ 109 h 153"/>
                    <a:gd name="T58" fmla="*/ 3 w 841"/>
                    <a:gd name="T59" fmla="*/ 98 h 153"/>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841" h="153">
                      <a:moveTo>
                        <a:pt x="3" y="98"/>
                      </a:moveTo>
                      <a:lnTo>
                        <a:pt x="20" y="80"/>
                      </a:lnTo>
                      <a:lnTo>
                        <a:pt x="44" y="65"/>
                      </a:lnTo>
                      <a:lnTo>
                        <a:pt x="89" y="43"/>
                      </a:lnTo>
                      <a:lnTo>
                        <a:pt x="140" y="30"/>
                      </a:lnTo>
                      <a:lnTo>
                        <a:pt x="188" y="19"/>
                      </a:lnTo>
                      <a:lnTo>
                        <a:pt x="253" y="9"/>
                      </a:lnTo>
                      <a:lnTo>
                        <a:pt x="314" y="3"/>
                      </a:lnTo>
                      <a:lnTo>
                        <a:pt x="386" y="0"/>
                      </a:lnTo>
                      <a:lnTo>
                        <a:pt x="475" y="1"/>
                      </a:lnTo>
                      <a:lnTo>
                        <a:pt x="567" y="6"/>
                      </a:lnTo>
                      <a:lnTo>
                        <a:pt x="632" y="14"/>
                      </a:lnTo>
                      <a:lnTo>
                        <a:pt x="700" y="27"/>
                      </a:lnTo>
                      <a:lnTo>
                        <a:pt x="765" y="47"/>
                      </a:lnTo>
                      <a:lnTo>
                        <a:pt x="799" y="66"/>
                      </a:lnTo>
                      <a:lnTo>
                        <a:pt x="820" y="82"/>
                      </a:lnTo>
                      <a:lnTo>
                        <a:pt x="840" y="108"/>
                      </a:lnTo>
                      <a:lnTo>
                        <a:pt x="806" y="122"/>
                      </a:lnTo>
                      <a:lnTo>
                        <a:pt x="748" y="133"/>
                      </a:lnTo>
                      <a:lnTo>
                        <a:pt x="676" y="141"/>
                      </a:lnTo>
                      <a:lnTo>
                        <a:pt x="608" y="148"/>
                      </a:lnTo>
                      <a:lnTo>
                        <a:pt x="526" y="151"/>
                      </a:lnTo>
                      <a:lnTo>
                        <a:pt x="437" y="152"/>
                      </a:lnTo>
                      <a:lnTo>
                        <a:pt x="352" y="152"/>
                      </a:lnTo>
                      <a:lnTo>
                        <a:pt x="263" y="151"/>
                      </a:lnTo>
                      <a:lnTo>
                        <a:pt x="164" y="143"/>
                      </a:lnTo>
                      <a:lnTo>
                        <a:pt x="85" y="135"/>
                      </a:lnTo>
                      <a:lnTo>
                        <a:pt x="20" y="120"/>
                      </a:lnTo>
                      <a:lnTo>
                        <a:pt x="0" y="109"/>
                      </a:lnTo>
                      <a:lnTo>
                        <a:pt x="3" y="98"/>
                      </a:lnTo>
                    </a:path>
                  </a:pathLst>
                </a:custGeom>
                <a:gradFill rotWithShape="0">
                  <a:gsLst>
                    <a:gs pos="0">
                      <a:schemeClr val="bg1"/>
                    </a:gs>
                    <a:gs pos="100000">
                      <a:schemeClr val="bg2"/>
                    </a:gs>
                  </a:gsLst>
                  <a:lin ang="0" scaled="1"/>
                </a:gra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7" name="Oval 10">
                <a:extLst>
                  <a:ext uri="{FF2B5EF4-FFF2-40B4-BE49-F238E27FC236}">
                    <a16:creationId xmlns:a16="http://schemas.microsoft.com/office/drawing/2014/main" id="{7D22FC57-D71C-EA68-6447-1F660579D52C}"/>
                  </a:ext>
                </a:extLst>
              </p:cNvPr>
              <p:cNvSpPr>
                <a:spLocks noChangeArrowheads="1"/>
              </p:cNvSpPr>
              <p:nvPr/>
            </p:nvSpPr>
            <p:spPr bwMode="blackWhite">
              <a:xfrm>
                <a:off x="2071" y="250"/>
                <a:ext cx="1497" cy="1494"/>
              </a:xfrm>
              <a:prstGeom prst="ellipse">
                <a:avLst/>
              </a:prstGeom>
              <a:gradFill rotWithShape="0">
                <a:gsLst>
                  <a:gs pos="0">
                    <a:schemeClr val="bg1"/>
                  </a:gs>
                  <a:gs pos="100000">
                    <a:schemeClr val="bg2"/>
                  </a:gs>
                </a:gsLst>
                <a:lin ang="0" scaled="1"/>
              </a:gradFill>
              <a:ln>
                <a:noFill/>
              </a:ln>
              <a:effec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defRPr/>
                </a:pPr>
                <a:endParaRPr lang="en-US" altLang="en-US"/>
              </a:p>
            </p:txBody>
          </p:sp>
          <p:grpSp>
            <p:nvGrpSpPr>
              <p:cNvPr id="8" name="Group 29">
                <a:extLst>
                  <a:ext uri="{FF2B5EF4-FFF2-40B4-BE49-F238E27FC236}">
                    <a16:creationId xmlns:a16="http://schemas.microsoft.com/office/drawing/2014/main" id="{2402F485-698E-F23D-280F-BF006540CD99}"/>
                  </a:ext>
                </a:extLst>
              </p:cNvPr>
              <p:cNvGrpSpPr>
                <a:grpSpLocks/>
              </p:cNvGrpSpPr>
              <p:nvPr/>
            </p:nvGrpSpPr>
            <p:grpSpPr bwMode="auto">
              <a:xfrm>
                <a:off x="2071" y="406"/>
                <a:ext cx="1392" cy="1109"/>
                <a:chOff x="2071" y="406"/>
                <a:chExt cx="1392" cy="1109"/>
              </a:xfrm>
            </p:grpSpPr>
            <p:sp>
              <p:nvSpPr>
                <p:cNvPr id="9" name="Freeform 11">
                  <a:extLst>
                    <a:ext uri="{FF2B5EF4-FFF2-40B4-BE49-F238E27FC236}">
                      <a16:creationId xmlns:a16="http://schemas.microsoft.com/office/drawing/2014/main" id="{9B4E784B-1986-B087-1A6A-819E37FC2F78}"/>
                    </a:ext>
                  </a:extLst>
                </p:cNvPr>
                <p:cNvSpPr>
                  <a:spLocks/>
                </p:cNvSpPr>
                <p:nvPr/>
              </p:nvSpPr>
              <p:spPr bwMode="grayWhite">
                <a:xfrm>
                  <a:off x="2268" y="812"/>
                  <a:ext cx="1" cy="17"/>
                </a:xfrm>
                <a:custGeom>
                  <a:avLst/>
                  <a:gdLst>
                    <a:gd name="T0" fmla="*/ 0 w 1"/>
                    <a:gd name="T1" fmla="*/ 0 h 17"/>
                    <a:gd name="T2" fmla="*/ 0 w 1"/>
                    <a:gd name="T3" fmla="*/ 16 h 17"/>
                    <a:gd name="T4" fmla="*/ 0 w 1"/>
                    <a:gd name="T5" fmla="*/ 16 h 17"/>
                    <a:gd name="T6" fmla="*/ 0 w 1"/>
                    <a:gd name="T7" fmla="*/ 6 h 17"/>
                    <a:gd name="T8" fmla="*/ 0 w 1"/>
                    <a:gd name="T9" fmla="*/ 0 h 1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 h="17">
                      <a:moveTo>
                        <a:pt x="0" y="0"/>
                      </a:moveTo>
                      <a:lnTo>
                        <a:pt x="0" y="16"/>
                      </a:lnTo>
                      <a:lnTo>
                        <a:pt x="0" y="6"/>
                      </a:lnTo>
                      <a:lnTo>
                        <a:pt x="0"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 name="Freeform 12">
                  <a:extLst>
                    <a:ext uri="{FF2B5EF4-FFF2-40B4-BE49-F238E27FC236}">
                      <a16:creationId xmlns:a16="http://schemas.microsoft.com/office/drawing/2014/main" id="{797E3DBD-2353-C2E6-6DFE-008FF874F293}"/>
                    </a:ext>
                  </a:extLst>
                </p:cNvPr>
                <p:cNvSpPr>
                  <a:spLocks/>
                </p:cNvSpPr>
                <p:nvPr/>
              </p:nvSpPr>
              <p:spPr bwMode="grayWhite">
                <a:xfrm>
                  <a:off x="2292" y="843"/>
                  <a:ext cx="17" cy="17"/>
                </a:xfrm>
                <a:custGeom>
                  <a:avLst/>
                  <a:gdLst>
                    <a:gd name="T0" fmla="*/ 0 w 17"/>
                    <a:gd name="T1" fmla="*/ 0 h 17"/>
                    <a:gd name="T2" fmla="*/ 16 w 17"/>
                    <a:gd name="T3" fmla="*/ 0 h 17"/>
                    <a:gd name="T4" fmla="*/ 16 w 17"/>
                    <a:gd name="T5" fmla="*/ 16 h 17"/>
                    <a:gd name="T6" fmla="*/ 0 w 17"/>
                    <a:gd name="T7" fmla="*/ 0 h 1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7" h="17">
                      <a:moveTo>
                        <a:pt x="0" y="0"/>
                      </a:moveTo>
                      <a:lnTo>
                        <a:pt x="16" y="0"/>
                      </a:lnTo>
                      <a:lnTo>
                        <a:pt x="16" y="16"/>
                      </a:lnTo>
                      <a:lnTo>
                        <a:pt x="0"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 name="Freeform 13">
                  <a:extLst>
                    <a:ext uri="{FF2B5EF4-FFF2-40B4-BE49-F238E27FC236}">
                      <a16:creationId xmlns:a16="http://schemas.microsoft.com/office/drawing/2014/main" id="{30EF9153-78DB-781C-7D0E-C954D2030949}"/>
                    </a:ext>
                  </a:extLst>
                </p:cNvPr>
                <p:cNvSpPr>
                  <a:spLocks/>
                </p:cNvSpPr>
                <p:nvPr/>
              </p:nvSpPr>
              <p:spPr bwMode="grayWhite">
                <a:xfrm>
                  <a:off x="2372" y="802"/>
                  <a:ext cx="51" cy="48"/>
                </a:xfrm>
                <a:custGeom>
                  <a:avLst/>
                  <a:gdLst>
                    <a:gd name="T0" fmla="*/ 50 w 51"/>
                    <a:gd name="T1" fmla="*/ 0 h 48"/>
                    <a:gd name="T2" fmla="*/ 31 w 51"/>
                    <a:gd name="T3" fmla="*/ 0 h 48"/>
                    <a:gd name="T4" fmla="*/ 20 w 51"/>
                    <a:gd name="T5" fmla="*/ 13 h 48"/>
                    <a:gd name="T6" fmla="*/ 13 w 51"/>
                    <a:gd name="T7" fmla="*/ 13 h 48"/>
                    <a:gd name="T8" fmla="*/ 7 w 51"/>
                    <a:gd name="T9" fmla="*/ 19 h 48"/>
                    <a:gd name="T10" fmla="*/ 0 w 51"/>
                    <a:gd name="T11" fmla="*/ 19 h 48"/>
                    <a:gd name="T12" fmla="*/ 0 w 51"/>
                    <a:gd name="T13" fmla="*/ 35 h 48"/>
                    <a:gd name="T14" fmla="*/ 12 w 51"/>
                    <a:gd name="T15" fmla="*/ 47 h 48"/>
                    <a:gd name="T16" fmla="*/ 41 w 51"/>
                    <a:gd name="T17" fmla="*/ 47 h 48"/>
                    <a:gd name="T18" fmla="*/ 50 w 51"/>
                    <a:gd name="T19" fmla="*/ 35 h 48"/>
                    <a:gd name="T20" fmla="*/ 50 w 51"/>
                    <a:gd name="T21" fmla="*/ 0 h 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51" h="48">
                      <a:moveTo>
                        <a:pt x="50" y="0"/>
                      </a:moveTo>
                      <a:lnTo>
                        <a:pt x="31" y="0"/>
                      </a:lnTo>
                      <a:lnTo>
                        <a:pt x="20" y="13"/>
                      </a:lnTo>
                      <a:lnTo>
                        <a:pt x="13" y="13"/>
                      </a:lnTo>
                      <a:lnTo>
                        <a:pt x="7" y="19"/>
                      </a:lnTo>
                      <a:lnTo>
                        <a:pt x="0" y="19"/>
                      </a:lnTo>
                      <a:lnTo>
                        <a:pt x="0" y="35"/>
                      </a:lnTo>
                      <a:lnTo>
                        <a:pt x="12" y="47"/>
                      </a:lnTo>
                      <a:lnTo>
                        <a:pt x="41" y="47"/>
                      </a:lnTo>
                      <a:lnTo>
                        <a:pt x="50" y="35"/>
                      </a:lnTo>
                      <a:lnTo>
                        <a:pt x="50"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 name="Freeform 14">
                  <a:extLst>
                    <a:ext uri="{FF2B5EF4-FFF2-40B4-BE49-F238E27FC236}">
                      <a16:creationId xmlns:a16="http://schemas.microsoft.com/office/drawing/2014/main" id="{BDB3C76C-C3F2-EBDB-ED84-86807AB1D93C}"/>
                    </a:ext>
                  </a:extLst>
                </p:cNvPr>
                <p:cNvSpPr>
                  <a:spLocks/>
                </p:cNvSpPr>
                <p:nvPr/>
              </p:nvSpPr>
              <p:spPr bwMode="grayWhite">
                <a:xfrm>
                  <a:off x="2071" y="840"/>
                  <a:ext cx="451" cy="587"/>
                </a:xfrm>
                <a:custGeom>
                  <a:avLst/>
                  <a:gdLst>
                    <a:gd name="T0" fmla="*/ 107 w 451"/>
                    <a:gd name="T1" fmla="*/ 0 h 587"/>
                    <a:gd name="T2" fmla="*/ 99 w 451"/>
                    <a:gd name="T3" fmla="*/ 16 h 587"/>
                    <a:gd name="T4" fmla="*/ 64 w 451"/>
                    <a:gd name="T5" fmla="*/ 47 h 587"/>
                    <a:gd name="T6" fmla="*/ 56 w 451"/>
                    <a:gd name="T7" fmla="*/ 75 h 587"/>
                    <a:gd name="T8" fmla="*/ 30 w 451"/>
                    <a:gd name="T9" fmla="*/ 95 h 587"/>
                    <a:gd name="T10" fmla="*/ 12 w 451"/>
                    <a:gd name="T11" fmla="*/ 135 h 587"/>
                    <a:gd name="T12" fmla="*/ 12 w 451"/>
                    <a:gd name="T13" fmla="*/ 159 h 587"/>
                    <a:gd name="T14" fmla="*/ 0 w 451"/>
                    <a:gd name="T15" fmla="*/ 201 h 587"/>
                    <a:gd name="T16" fmla="*/ 16 w 451"/>
                    <a:gd name="T17" fmla="*/ 219 h 587"/>
                    <a:gd name="T18" fmla="*/ 56 w 451"/>
                    <a:gd name="T19" fmla="*/ 272 h 587"/>
                    <a:gd name="T20" fmla="*/ 68 w 451"/>
                    <a:gd name="T21" fmla="*/ 265 h 587"/>
                    <a:gd name="T22" fmla="*/ 139 w 451"/>
                    <a:gd name="T23" fmla="*/ 265 h 587"/>
                    <a:gd name="T24" fmla="*/ 172 w 451"/>
                    <a:gd name="T25" fmla="*/ 278 h 587"/>
                    <a:gd name="T26" fmla="*/ 169 w 451"/>
                    <a:gd name="T27" fmla="*/ 319 h 587"/>
                    <a:gd name="T28" fmla="*/ 193 w 451"/>
                    <a:gd name="T29" fmla="*/ 374 h 587"/>
                    <a:gd name="T30" fmla="*/ 191 w 451"/>
                    <a:gd name="T31" fmla="*/ 389 h 587"/>
                    <a:gd name="T32" fmla="*/ 201 w 451"/>
                    <a:gd name="T33" fmla="*/ 406 h 587"/>
                    <a:gd name="T34" fmla="*/ 186 w 451"/>
                    <a:gd name="T35" fmla="*/ 445 h 587"/>
                    <a:gd name="T36" fmla="*/ 204 w 451"/>
                    <a:gd name="T37" fmla="*/ 494 h 587"/>
                    <a:gd name="T38" fmla="*/ 214 w 451"/>
                    <a:gd name="T39" fmla="*/ 532 h 587"/>
                    <a:gd name="T40" fmla="*/ 226 w 451"/>
                    <a:gd name="T41" fmla="*/ 556 h 587"/>
                    <a:gd name="T42" fmla="*/ 239 w 451"/>
                    <a:gd name="T43" fmla="*/ 586 h 587"/>
                    <a:gd name="T44" fmla="*/ 263 w 451"/>
                    <a:gd name="T45" fmla="*/ 582 h 587"/>
                    <a:gd name="T46" fmla="*/ 302 w 451"/>
                    <a:gd name="T47" fmla="*/ 560 h 587"/>
                    <a:gd name="T48" fmla="*/ 320 w 451"/>
                    <a:gd name="T49" fmla="*/ 533 h 587"/>
                    <a:gd name="T50" fmla="*/ 319 w 451"/>
                    <a:gd name="T51" fmla="*/ 515 h 587"/>
                    <a:gd name="T52" fmla="*/ 342 w 451"/>
                    <a:gd name="T53" fmla="*/ 500 h 587"/>
                    <a:gd name="T54" fmla="*/ 338 w 451"/>
                    <a:gd name="T55" fmla="*/ 474 h 587"/>
                    <a:gd name="T56" fmla="*/ 373 w 451"/>
                    <a:gd name="T57" fmla="*/ 432 h 587"/>
                    <a:gd name="T58" fmla="*/ 378 w 451"/>
                    <a:gd name="T59" fmla="*/ 398 h 587"/>
                    <a:gd name="T60" fmla="*/ 369 w 451"/>
                    <a:gd name="T61" fmla="*/ 386 h 587"/>
                    <a:gd name="T62" fmla="*/ 373 w 451"/>
                    <a:gd name="T63" fmla="*/ 372 h 587"/>
                    <a:gd name="T64" fmla="*/ 365 w 451"/>
                    <a:gd name="T65" fmla="*/ 360 h 587"/>
                    <a:gd name="T66" fmla="*/ 391 w 451"/>
                    <a:gd name="T67" fmla="*/ 327 h 587"/>
                    <a:gd name="T68" fmla="*/ 391 w 451"/>
                    <a:gd name="T69" fmla="*/ 310 h 587"/>
                    <a:gd name="T70" fmla="*/ 427 w 451"/>
                    <a:gd name="T71" fmla="*/ 282 h 587"/>
                    <a:gd name="T72" fmla="*/ 450 w 451"/>
                    <a:gd name="T73" fmla="*/ 207 h 587"/>
                    <a:gd name="T74" fmla="*/ 417 w 451"/>
                    <a:gd name="T75" fmla="*/ 226 h 587"/>
                    <a:gd name="T76" fmla="*/ 388 w 451"/>
                    <a:gd name="T77" fmla="*/ 218 h 587"/>
                    <a:gd name="T78" fmla="*/ 392 w 451"/>
                    <a:gd name="T79" fmla="*/ 200 h 587"/>
                    <a:gd name="T80" fmla="*/ 363 w 451"/>
                    <a:gd name="T81" fmla="*/ 180 h 587"/>
                    <a:gd name="T82" fmla="*/ 349 w 451"/>
                    <a:gd name="T83" fmla="*/ 132 h 587"/>
                    <a:gd name="T84" fmla="*/ 321 w 451"/>
                    <a:gd name="T85" fmla="*/ 93 h 587"/>
                    <a:gd name="T86" fmla="*/ 321 w 451"/>
                    <a:gd name="T87" fmla="*/ 66 h 587"/>
                    <a:gd name="T88" fmla="*/ 306 w 451"/>
                    <a:gd name="T89" fmla="*/ 65 h 587"/>
                    <a:gd name="T90" fmla="*/ 296 w 451"/>
                    <a:gd name="T91" fmla="*/ 69 h 587"/>
                    <a:gd name="T92" fmla="*/ 254 w 451"/>
                    <a:gd name="T93" fmla="*/ 54 h 587"/>
                    <a:gd name="T94" fmla="*/ 243 w 451"/>
                    <a:gd name="T95" fmla="*/ 65 h 587"/>
                    <a:gd name="T96" fmla="*/ 234 w 451"/>
                    <a:gd name="T97" fmla="*/ 78 h 587"/>
                    <a:gd name="T98" fmla="*/ 211 w 451"/>
                    <a:gd name="T99" fmla="*/ 53 h 587"/>
                    <a:gd name="T100" fmla="*/ 189 w 451"/>
                    <a:gd name="T101" fmla="*/ 47 h 587"/>
                    <a:gd name="T102" fmla="*/ 187 w 451"/>
                    <a:gd name="T103" fmla="*/ 15 h 587"/>
                    <a:gd name="T104" fmla="*/ 155 w 451"/>
                    <a:gd name="T105" fmla="*/ 20 h 587"/>
                    <a:gd name="T106" fmla="*/ 135 w 451"/>
                    <a:gd name="T107" fmla="*/ 13 h 587"/>
                    <a:gd name="T108" fmla="*/ 107 w 451"/>
                    <a:gd name="T109" fmla="*/ 0 h 587"/>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451" h="587">
                      <a:moveTo>
                        <a:pt x="107" y="0"/>
                      </a:moveTo>
                      <a:lnTo>
                        <a:pt x="99" y="16"/>
                      </a:lnTo>
                      <a:lnTo>
                        <a:pt x="64" y="47"/>
                      </a:lnTo>
                      <a:lnTo>
                        <a:pt x="56" y="75"/>
                      </a:lnTo>
                      <a:lnTo>
                        <a:pt x="30" y="95"/>
                      </a:lnTo>
                      <a:lnTo>
                        <a:pt x="12" y="135"/>
                      </a:lnTo>
                      <a:lnTo>
                        <a:pt x="12" y="159"/>
                      </a:lnTo>
                      <a:lnTo>
                        <a:pt x="0" y="201"/>
                      </a:lnTo>
                      <a:lnTo>
                        <a:pt x="16" y="219"/>
                      </a:lnTo>
                      <a:lnTo>
                        <a:pt x="56" y="272"/>
                      </a:lnTo>
                      <a:lnTo>
                        <a:pt x="68" y="265"/>
                      </a:lnTo>
                      <a:lnTo>
                        <a:pt x="139" y="265"/>
                      </a:lnTo>
                      <a:lnTo>
                        <a:pt x="172" y="278"/>
                      </a:lnTo>
                      <a:lnTo>
                        <a:pt x="169" y="319"/>
                      </a:lnTo>
                      <a:lnTo>
                        <a:pt x="193" y="374"/>
                      </a:lnTo>
                      <a:lnTo>
                        <a:pt x="191" y="389"/>
                      </a:lnTo>
                      <a:lnTo>
                        <a:pt x="201" y="406"/>
                      </a:lnTo>
                      <a:lnTo>
                        <a:pt x="186" y="445"/>
                      </a:lnTo>
                      <a:lnTo>
                        <a:pt x="204" y="494"/>
                      </a:lnTo>
                      <a:lnTo>
                        <a:pt x="214" y="532"/>
                      </a:lnTo>
                      <a:lnTo>
                        <a:pt x="226" y="556"/>
                      </a:lnTo>
                      <a:lnTo>
                        <a:pt x="239" y="586"/>
                      </a:lnTo>
                      <a:lnTo>
                        <a:pt x="263" y="582"/>
                      </a:lnTo>
                      <a:lnTo>
                        <a:pt x="302" y="560"/>
                      </a:lnTo>
                      <a:lnTo>
                        <a:pt x="320" y="533"/>
                      </a:lnTo>
                      <a:lnTo>
                        <a:pt x="319" y="515"/>
                      </a:lnTo>
                      <a:lnTo>
                        <a:pt x="342" y="500"/>
                      </a:lnTo>
                      <a:lnTo>
                        <a:pt x="338" y="474"/>
                      </a:lnTo>
                      <a:lnTo>
                        <a:pt x="373" y="432"/>
                      </a:lnTo>
                      <a:lnTo>
                        <a:pt x="378" y="398"/>
                      </a:lnTo>
                      <a:lnTo>
                        <a:pt x="369" y="386"/>
                      </a:lnTo>
                      <a:lnTo>
                        <a:pt x="373" y="372"/>
                      </a:lnTo>
                      <a:lnTo>
                        <a:pt x="365" y="360"/>
                      </a:lnTo>
                      <a:lnTo>
                        <a:pt x="391" y="327"/>
                      </a:lnTo>
                      <a:lnTo>
                        <a:pt x="391" y="310"/>
                      </a:lnTo>
                      <a:lnTo>
                        <a:pt x="427" y="282"/>
                      </a:lnTo>
                      <a:lnTo>
                        <a:pt x="450" y="207"/>
                      </a:lnTo>
                      <a:lnTo>
                        <a:pt x="417" y="226"/>
                      </a:lnTo>
                      <a:lnTo>
                        <a:pt x="388" y="218"/>
                      </a:lnTo>
                      <a:lnTo>
                        <a:pt x="392" y="200"/>
                      </a:lnTo>
                      <a:lnTo>
                        <a:pt x="363" y="180"/>
                      </a:lnTo>
                      <a:lnTo>
                        <a:pt x="349" y="132"/>
                      </a:lnTo>
                      <a:lnTo>
                        <a:pt x="321" y="93"/>
                      </a:lnTo>
                      <a:lnTo>
                        <a:pt x="321" y="66"/>
                      </a:lnTo>
                      <a:lnTo>
                        <a:pt x="306" y="65"/>
                      </a:lnTo>
                      <a:lnTo>
                        <a:pt x="296" y="69"/>
                      </a:lnTo>
                      <a:lnTo>
                        <a:pt x="254" y="54"/>
                      </a:lnTo>
                      <a:lnTo>
                        <a:pt x="243" y="65"/>
                      </a:lnTo>
                      <a:lnTo>
                        <a:pt x="234" y="78"/>
                      </a:lnTo>
                      <a:lnTo>
                        <a:pt x="211" y="53"/>
                      </a:lnTo>
                      <a:lnTo>
                        <a:pt x="189" y="47"/>
                      </a:lnTo>
                      <a:lnTo>
                        <a:pt x="187" y="15"/>
                      </a:lnTo>
                      <a:lnTo>
                        <a:pt x="155" y="20"/>
                      </a:lnTo>
                      <a:lnTo>
                        <a:pt x="135" y="13"/>
                      </a:lnTo>
                      <a:lnTo>
                        <a:pt x="107"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 name="Freeform 15">
                  <a:extLst>
                    <a:ext uri="{FF2B5EF4-FFF2-40B4-BE49-F238E27FC236}">
                      <a16:creationId xmlns:a16="http://schemas.microsoft.com/office/drawing/2014/main" id="{0292E720-1402-8E41-8629-348C79992419}"/>
                    </a:ext>
                  </a:extLst>
                </p:cNvPr>
                <p:cNvSpPr>
                  <a:spLocks/>
                </p:cNvSpPr>
                <p:nvPr/>
              </p:nvSpPr>
              <p:spPr bwMode="grayWhite">
                <a:xfrm>
                  <a:off x="3112" y="987"/>
                  <a:ext cx="17" cy="28"/>
                </a:xfrm>
                <a:custGeom>
                  <a:avLst/>
                  <a:gdLst>
                    <a:gd name="T0" fmla="*/ 7 w 17"/>
                    <a:gd name="T1" fmla="*/ 0 h 28"/>
                    <a:gd name="T2" fmla="*/ 9 w 17"/>
                    <a:gd name="T3" fmla="*/ 8 h 28"/>
                    <a:gd name="T4" fmla="*/ 7 w 17"/>
                    <a:gd name="T5" fmla="*/ 14 h 28"/>
                    <a:gd name="T6" fmla="*/ 7 w 17"/>
                    <a:gd name="T7" fmla="*/ 19 h 28"/>
                    <a:gd name="T8" fmla="*/ 16 w 17"/>
                    <a:gd name="T9" fmla="*/ 23 h 28"/>
                    <a:gd name="T10" fmla="*/ 16 w 17"/>
                    <a:gd name="T11" fmla="*/ 27 h 28"/>
                    <a:gd name="T12" fmla="*/ 9 w 17"/>
                    <a:gd name="T13" fmla="*/ 23 h 28"/>
                    <a:gd name="T14" fmla="*/ 3 w 17"/>
                    <a:gd name="T15" fmla="*/ 27 h 28"/>
                    <a:gd name="T16" fmla="*/ 0 w 17"/>
                    <a:gd name="T17" fmla="*/ 23 h 28"/>
                    <a:gd name="T18" fmla="*/ 3 w 17"/>
                    <a:gd name="T19" fmla="*/ 19 h 28"/>
                    <a:gd name="T20" fmla="*/ 0 w 17"/>
                    <a:gd name="T21" fmla="*/ 14 h 28"/>
                    <a:gd name="T22" fmla="*/ 3 w 17"/>
                    <a:gd name="T23" fmla="*/ 4 h 28"/>
                    <a:gd name="T24" fmla="*/ 7 w 17"/>
                    <a:gd name="T25" fmla="*/ 0 h 2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7" h="28">
                      <a:moveTo>
                        <a:pt x="7" y="0"/>
                      </a:moveTo>
                      <a:lnTo>
                        <a:pt x="9" y="8"/>
                      </a:lnTo>
                      <a:lnTo>
                        <a:pt x="7" y="14"/>
                      </a:lnTo>
                      <a:lnTo>
                        <a:pt x="7" y="19"/>
                      </a:lnTo>
                      <a:lnTo>
                        <a:pt x="16" y="23"/>
                      </a:lnTo>
                      <a:lnTo>
                        <a:pt x="16" y="27"/>
                      </a:lnTo>
                      <a:lnTo>
                        <a:pt x="9" y="23"/>
                      </a:lnTo>
                      <a:lnTo>
                        <a:pt x="3" y="27"/>
                      </a:lnTo>
                      <a:lnTo>
                        <a:pt x="0" y="23"/>
                      </a:lnTo>
                      <a:lnTo>
                        <a:pt x="3" y="19"/>
                      </a:lnTo>
                      <a:lnTo>
                        <a:pt x="0" y="14"/>
                      </a:lnTo>
                      <a:lnTo>
                        <a:pt x="3" y="4"/>
                      </a:lnTo>
                      <a:lnTo>
                        <a:pt x="7"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 name="Freeform 16">
                  <a:extLst>
                    <a:ext uri="{FF2B5EF4-FFF2-40B4-BE49-F238E27FC236}">
                      <a16:creationId xmlns:a16="http://schemas.microsoft.com/office/drawing/2014/main" id="{524234F9-4E46-9923-64E2-E8BDE24B8D36}"/>
                    </a:ext>
                  </a:extLst>
                </p:cNvPr>
                <p:cNvSpPr>
                  <a:spLocks/>
                </p:cNvSpPr>
                <p:nvPr/>
              </p:nvSpPr>
              <p:spPr bwMode="grayWhite">
                <a:xfrm>
                  <a:off x="3027" y="1109"/>
                  <a:ext cx="68" cy="97"/>
                </a:xfrm>
                <a:custGeom>
                  <a:avLst/>
                  <a:gdLst>
                    <a:gd name="T0" fmla="*/ 0 w 68"/>
                    <a:gd name="T1" fmla="*/ 48 h 97"/>
                    <a:gd name="T2" fmla="*/ 24 w 68"/>
                    <a:gd name="T3" fmla="*/ 48 h 97"/>
                    <a:gd name="T4" fmla="*/ 52 w 68"/>
                    <a:gd name="T5" fmla="*/ 0 h 97"/>
                    <a:gd name="T6" fmla="*/ 67 w 68"/>
                    <a:gd name="T7" fmla="*/ 28 h 97"/>
                    <a:gd name="T8" fmla="*/ 55 w 68"/>
                    <a:gd name="T9" fmla="*/ 96 h 97"/>
                    <a:gd name="T10" fmla="*/ 5 w 68"/>
                    <a:gd name="T11" fmla="*/ 80 h 97"/>
                    <a:gd name="T12" fmla="*/ 0 w 68"/>
                    <a:gd name="T13" fmla="*/ 48 h 9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8" h="97">
                      <a:moveTo>
                        <a:pt x="0" y="48"/>
                      </a:moveTo>
                      <a:lnTo>
                        <a:pt x="24" y="48"/>
                      </a:lnTo>
                      <a:lnTo>
                        <a:pt x="52" y="0"/>
                      </a:lnTo>
                      <a:lnTo>
                        <a:pt x="67" y="28"/>
                      </a:lnTo>
                      <a:lnTo>
                        <a:pt x="55" y="96"/>
                      </a:lnTo>
                      <a:lnTo>
                        <a:pt x="5" y="80"/>
                      </a:lnTo>
                      <a:lnTo>
                        <a:pt x="0" y="48"/>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5" name="Freeform 17">
                  <a:extLst>
                    <a:ext uri="{FF2B5EF4-FFF2-40B4-BE49-F238E27FC236}">
                      <a16:creationId xmlns:a16="http://schemas.microsoft.com/office/drawing/2014/main" id="{B34607CC-33FF-91D1-7E40-042383C3A5BB}"/>
                    </a:ext>
                  </a:extLst>
                </p:cNvPr>
                <p:cNvSpPr>
                  <a:spLocks/>
                </p:cNvSpPr>
                <p:nvPr/>
              </p:nvSpPr>
              <p:spPr bwMode="grayWhite">
                <a:xfrm>
                  <a:off x="3162" y="1146"/>
                  <a:ext cx="117" cy="94"/>
                </a:xfrm>
                <a:custGeom>
                  <a:avLst/>
                  <a:gdLst>
                    <a:gd name="T0" fmla="*/ 7 w 117"/>
                    <a:gd name="T1" fmla="*/ 22 h 94"/>
                    <a:gd name="T2" fmla="*/ 0 w 117"/>
                    <a:gd name="T3" fmla="*/ 0 h 94"/>
                    <a:gd name="T4" fmla="*/ 39 w 117"/>
                    <a:gd name="T5" fmla="*/ 9 h 94"/>
                    <a:gd name="T6" fmla="*/ 95 w 117"/>
                    <a:gd name="T7" fmla="*/ 32 h 94"/>
                    <a:gd name="T8" fmla="*/ 95 w 117"/>
                    <a:gd name="T9" fmla="*/ 49 h 94"/>
                    <a:gd name="T10" fmla="*/ 116 w 117"/>
                    <a:gd name="T11" fmla="*/ 93 h 94"/>
                    <a:gd name="T12" fmla="*/ 73 w 117"/>
                    <a:gd name="T13" fmla="*/ 51 h 94"/>
                    <a:gd name="T14" fmla="*/ 44 w 117"/>
                    <a:gd name="T15" fmla="*/ 54 h 94"/>
                    <a:gd name="T16" fmla="*/ 7 w 117"/>
                    <a:gd name="T17" fmla="*/ 22 h 9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17" h="94">
                      <a:moveTo>
                        <a:pt x="7" y="22"/>
                      </a:moveTo>
                      <a:lnTo>
                        <a:pt x="0" y="0"/>
                      </a:lnTo>
                      <a:lnTo>
                        <a:pt x="39" y="9"/>
                      </a:lnTo>
                      <a:lnTo>
                        <a:pt x="95" y="32"/>
                      </a:lnTo>
                      <a:lnTo>
                        <a:pt x="95" y="49"/>
                      </a:lnTo>
                      <a:lnTo>
                        <a:pt x="116" y="93"/>
                      </a:lnTo>
                      <a:lnTo>
                        <a:pt x="73" y="51"/>
                      </a:lnTo>
                      <a:lnTo>
                        <a:pt x="44" y="54"/>
                      </a:lnTo>
                      <a:lnTo>
                        <a:pt x="7" y="22"/>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 name="Freeform 18">
                  <a:extLst>
                    <a:ext uri="{FF2B5EF4-FFF2-40B4-BE49-F238E27FC236}">
                      <a16:creationId xmlns:a16="http://schemas.microsoft.com/office/drawing/2014/main" id="{9D320719-0716-DBE9-492C-5360F844AEA8}"/>
                    </a:ext>
                  </a:extLst>
                </p:cNvPr>
                <p:cNvSpPr>
                  <a:spLocks/>
                </p:cNvSpPr>
                <p:nvPr/>
              </p:nvSpPr>
              <p:spPr bwMode="grayWhite">
                <a:xfrm>
                  <a:off x="3384" y="1337"/>
                  <a:ext cx="79" cy="101"/>
                </a:xfrm>
                <a:custGeom>
                  <a:avLst/>
                  <a:gdLst>
                    <a:gd name="T0" fmla="*/ 48 w 79"/>
                    <a:gd name="T1" fmla="*/ 0 h 101"/>
                    <a:gd name="T2" fmla="*/ 78 w 79"/>
                    <a:gd name="T3" fmla="*/ 30 h 101"/>
                    <a:gd name="T4" fmla="*/ 16 w 79"/>
                    <a:gd name="T5" fmla="*/ 100 h 101"/>
                    <a:gd name="T6" fmla="*/ 0 w 79"/>
                    <a:gd name="T7" fmla="*/ 84 h 101"/>
                    <a:gd name="T8" fmla="*/ 45 w 79"/>
                    <a:gd name="T9" fmla="*/ 39 h 101"/>
                    <a:gd name="T10" fmla="*/ 48 w 79"/>
                    <a:gd name="T11" fmla="*/ 0 h 10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9" h="101">
                      <a:moveTo>
                        <a:pt x="48" y="0"/>
                      </a:moveTo>
                      <a:lnTo>
                        <a:pt x="78" y="30"/>
                      </a:lnTo>
                      <a:lnTo>
                        <a:pt x="16" y="100"/>
                      </a:lnTo>
                      <a:lnTo>
                        <a:pt x="0" y="84"/>
                      </a:lnTo>
                      <a:lnTo>
                        <a:pt x="45" y="39"/>
                      </a:lnTo>
                      <a:lnTo>
                        <a:pt x="48"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7" name="Freeform 19">
                  <a:extLst>
                    <a:ext uri="{FF2B5EF4-FFF2-40B4-BE49-F238E27FC236}">
                      <a16:creationId xmlns:a16="http://schemas.microsoft.com/office/drawing/2014/main" id="{43DEDFE4-FD60-6035-54B3-A1A6CBFD8742}"/>
                    </a:ext>
                  </a:extLst>
                </p:cNvPr>
                <p:cNvSpPr>
                  <a:spLocks/>
                </p:cNvSpPr>
                <p:nvPr/>
              </p:nvSpPr>
              <p:spPr bwMode="grayWhite">
                <a:xfrm>
                  <a:off x="2211" y="651"/>
                  <a:ext cx="39" cy="66"/>
                </a:xfrm>
                <a:custGeom>
                  <a:avLst/>
                  <a:gdLst>
                    <a:gd name="T0" fmla="*/ 38 w 39"/>
                    <a:gd name="T1" fmla="*/ 51 h 66"/>
                    <a:gd name="T2" fmla="*/ 28 w 39"/>
                    <a:gd name="T3" fmla="*/ 43 h 66"/>
                    <a:gd name="T4" fmla="*/ 28 w 39"/>
                    <a:gd name="T5" fmla="*/ 14 h 66"/>
                    <a:gd name="T6" fmla="*/ 33 w 39"/>
                    <a:gd name="T7" fmla="*/ 8 h 66"/>
                    <a:gd name="T8" fmla="*/ 24 w 39"/>
                    <a:gd name="T9" fmla="*/ 8 h 66"/>
                    <a:gd name="T10" fmla="*/ 29 w 39"/>
                    <a:gd name="T11" fmla="*/ 0 h 66"/>
                    <a:gd name="T12" fmla="*/ 22 w 39"/>
                    <a:gd name="T13" fmla="*/ 0 h 66"/>
                    <a:gd name="T14" fmla="*/ 14 w 39"/>
                    <a:gd name="T15" fmla="*/ 9 h 66"/>
                    <a:gd name="T16" fmla="*/ 14 w 39"/>
                    <a:gd name="T17" fmla="*/ 27 h 66"/>
                    <a:gd name="T18" fmla="*/ 18 w 39"/>
                    <a:gd name="T19" fmla="*/ 31 h 66"/>
                    <a:gd name="T20" fmla="*/ 18 w 39"/>
                    <a:gd name="T21" fmla="*/ 39 h 66"/>
                    <a:gd name="T22" fmla="*/ 16 w 39"/>
                    <a:gd name="T23" fmla="*/ 39 h 66"/>
                    <a:gd name="T24" fmla="*/ 9 w 39"/>
                    <a:gd name="T25" fmla="*/ 46 h 66"/>
                    <a:gd name="T26" fmla="*/ 9 w 39"/>
                    <a:gd name="T27" fmla="*/ 53 h 66"/>
                    <a:gd name="T28" fmla="*/ 0 w 39"/>
                    <a:gd name="T29" fmla="*/ 65 h 66"/>
                    <a:gd name="T30" fmla="*/ 29 w 39"/>
                    <a:gd name="T31" fmla="*/ 65 h 66"/>
                    <a:gd name="T32" fmla="*/ 38 w 39"/>
                    <a:gd name="T33" fmla="*/ 51 h 6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39" h="66">
                      <a:moveTo>
                        <a:pt x="38" y="51"/>
                      </a:moveTo>
                      <a:lnTo>
                        <a:pt x="28" y="43"/>
                      </a:lnTo>
                      <a:lnTo>
                        <a:pt x="28" y="14"/>
                      </a:lnTo>
                      <a:lnTo>
                        <a:pt x="33" y="8"/>
                      </a:lnTo>
                      <a:lnTo>
                        <a:pt x="24" y="8"/>
                      </a:lnTo>
                      <a:lnTo>
                        <a:pt x="29" y="0"/>
                      </a:lnTo>
                      <a:lnTo>
                        <a:pt x="22" y="0"/>
                      </a:lnTo>
                      <a:lnTo>
                        <a:pt x="14" y="9"/>
                      </a:lnTo>
                      <a:lnTo>
                        <a:pt x="14" y="27"/>
                      </a:lnTo>
                      <a:lnTo>
                        <a:pt x="18" y="31"/>
                      </a:lnTo>
                      <a:lnTo>
                        <a:pt x="18" y="39"/>
                      </a:lnTo>
                      <a:lnTo>
                        <a:pt x="16" y="39"/>
                      </a:lnTo>
                      <a:lnTo>
                        <a:pt x="9" y="46"/>
                      </a:lnTo>
                      <a:lnTo>
                        <a:pt x="9" y="53"/>
                      </a:lnTo>
                      <a:lnTo>
                        <a:pt x="0" y="65"/>
                      </a:lnTo>
                      <a:lnTo>
                        <a:pt x="29" y="65"/>
                      </a:lnTo>
                      <a:lnTo>
                        <a:pt x="38" y="51"/>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 name="Freeform 20">
                  <a:extLst>
                    <a:ext uri="{FF2B5EF4-FFF2-40B4-BE49-F238E27FC236}">
                      <a16:creationId xmlns:a16="http://schemas.microsoft.com/office/drawing/2014/main" id="{10FF4584-E96D-CDD1-0DE7-22B54C9CA2E8}"/>
                    </a:ext>
                  </a:extLst>
                </p:cNvPr>
                <p:cNvSpPr>
                  <a:spLocks/>
                </p:cNvSpPr>
                <p:nvPr/>
              </p:nvSpPr>
              <p:spPr bwMode="grayWhite">
                <a:xfrm>
                  <a:off x="2198" y="673"/>
                  <a:ext cx="21" cy="24"/>
                </a:xfrm>
                <a:custGeom>
                  <a:avLst/>
                  <a:gdLst>
                    <a:gd name="T0" fmla="*/ 17 w 21"/>
                    <a:gd name="T1" fmla="*/ 8 h 24"/>
                    <a:gd name="T2" fmla="*/ 20 w 21"/>
                    <a:gd name="T3" fmla="*/ 8 h 24"/>
                    <a:gd name="T4" fmla="*/ 20 w 21"/>
                    <a:gd name="T5" fmla="*/ 0 h 24"/>
                    <a:gd name="T6" fmla="*/ 13 w 21"/>
                    <a:gd name="T7" fmla="*/ 0 h 24"/>
                    <a:gd name="T8" fmla="*/ 0 w 21"/>
                    <a:gd name="T9" fmla="*/ 15 h 24"/>
                    <a:gd name="T10" fmla="*/ 0 w 21"/>
                    <a:gd name="T11" fmla="*/ 23 h 24"/>
                    <a:gd name="T12" fmla="*/ 12 w 21"/>
                    <a:gd name="T13" fmla="*/ 23 h 24"/>
                    <a:gd name="T14" fmla="*/ 17 w 21"/>
                    <a:gd name="T15" fmla="*/ 17 h 24"/>
                    <a:gd name="T16" fmla="*/ 17 w 21"/>
                    <a:gd name="T17" fmla="*/ 8 h 2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1" h="24">
                      <a:moveTo>
                        <a:pt x="17" y="8"/>
                      </a:moveTo>
                      <a:lnTo>
                        <a:pt x="20" y="8"/>
                      </a:lnTo>
                      <a:lnTo>
                        <a:pt x="20" y="0"/>
                      </a:lnTo>
                      <a:lnTo>
                        <a:pt x="13" y="0"/>
                      </a:lnTo>
                      <a:lnTo>
                        <a:pt x="0" y="15"/>
                      </a:lnTo>
                      <a:lnTo>
                        <a:pt x="0" y="23"/>
                      </a:lnTo>
                      <a:lnTo>
                        <a:pt x="12" y="23"/>
                      </a:lnTo>
                      <a:lnTo>
                        <a:pt x="17" y="17"/>
                      </a:lnTo>
                      <a:lnTo>
                        <a:pt x="17" y="8"/>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 name="Freeform 21">
                  <a:extLst>
                    <a:ext uri="{FF2B5EF4-FFF2-40B4-BE49-F238E27FC236}">
                      <a16:creationId xmlns:a16="http://schemas.microsoft.com/office/drawing/2014/main" id="{88E18F43-605C-D023-194E-189AD1D8C930}"/>
                    </a:ext>
                  </a:extLst>
                </p:cNvPr>
                <p:cNvSpPr>
                  <a:spLocks/>
                </p:cNvSpPr>
                <p:nvPr/>
              </p:nvSpPr>
              <p:spPr bwMode="grayWhite">
                <a:xfrm>
                  <a:off x="2167" y="634"/>
                  <a:ext cx="256" cy="216"/>
                </a:xfrm>
                <a:custGeom>
                  <a:avLst/>
                  <a:gdLst>
                    <a:gd name="T0" fmla="*/ 168 w 256"/>
                    <a:gd name="T1" fmla="*/ 15 h 216"/>
                    <a:gd name="T2" fmla="*/ 201 w 256"/>
                    <a:gd name="T3" fmla="*/ 20 h 216"/>
                    <a:gd name="T4" fmla="*/ 181 w 256"/>
                    <a:gd name="T5" fmla="*/ 28 h 216"/>
                    <a:gd name="T6" fmla="*/ 172 w 256"/>
                    <a:gd name="T7" fmla="*/ 41 h 216"/>
                    <a:gd name="T8" fmla="*/ 160 w 256"/>
                    <a:gd name="T9" fmla="*/ 70 h 216"/>
                    <a:gd name="T10" fmla="*/ 140 w 256"/>
                    <a:gd name="T11" fmla="*/ 72 h 216"/>
                    <a:gd name="T12" fmla="*/ 123 w 256"/>
                    <a:gd name="T13" fmla="*/ 69 h 216"/>
                    <a:gd name="T14" fmla="*/ 131 w 256"/>
                    <a:gd name="T15" fmla="*/ 55 h 216"/>
                    <a:gd name="T16" fmla="*/ 124 w 256"/>
                    <a:gd name="T17" fmla="*/ 37 h 216"/>
                    <a:gd name="T18" fmla="*/ 114 w 256"/>
                    <a:gd name="T19" fmla="*/ 69 h 216"/>
                    <a:gd name="T20" fmla="*/ 87 w 256"/>
                    <a:gd name="T21" fmla="*/ 84 h 216"/>
                    <a:gd name="T22" fmla="*/ 73 w 256"/>
                    <a:gd name="T23" fmla="*/ 94 h 216"/>
                    <a:gd name="T24" fmla="*/ 53 w 256"/>
                    <a:gd name="T25" fmla="*/ 108 h 216"/>
                    <a:gd name="T26" fmla="*/ 43 w 256"/>
                    <a:gd name="T27" fmla="*/ 143 h 216"/>
                    <a:gd name="T28" fmla="*/ 8 w 256"/>
                    <a:gd name="T29" fmla="*/ 130 h 216"/>
                    <a:gd name="T30" fmla="*/ 0 w 256"/>
                    <a:gd name="T31" fmla="*/ 156 h 216"/>
                    <a:gd name="T32" fmla="*/ 15 w 256"/>
                    <a:gd name="T33" fmla="*/ 194 h 216"/>
                    <a:gd name="T34" fmla="*/ 71 w 256"/>
                    <a:gd name="T35" fmla="*/ 153 h 216"/>
                    <a:gd name="T36" fmla="*/ 105 w 256"/>
                    <a:gd name="T37" fmla="*/ 145 h 216"/>
                    <a:gd name="T38" fmla="*/ 111 w 256"/>
                    <a:gd name="T39" fmla="*/ 161 h 216"/>
                    <a:gd name="T40" fmla="*/ 139 w 256"/>
                    <a:gd name="T41" fmla="*/ 201 h 216"/>
                    <a:gd name="T42" fmla="*/ 142 w 256"/>
                    <a:gd name="T43" fmla="*/ 189 h 216"/>
                    <a:gd name="T44" fmla="*/ 150 w 256"/>
                    <a:gd name="T45" fmla="*/ 189 h 216"/>
                    <a:gd name="T46" fmla="*/ 123 w 256"/>
                    <a:gd name="T47" fmla="*/ 152 h 216"/>
                    <a:gd name="T48" fmla="*/ 131 w 256"/>
                    <a:gd name="T49" fmla="*/ 139 h 216"/>
                    <a:gd name="T50" fmla="*/ 160 w 256"/>
                    <a:gd name="T51" fmla="*/ 178 h 216"/>
                    <a:gd name="T52" fmla="*/ 172 w 256"/>
                    <a:gd name="T53" fmla="*/ 202 h 216"/>
                    <a:gd name="T54" fmla="*/ 178 w 256"/>
                    <a:gd name="T55" fmla="*/ 215 h 216"/>
                    <a:gd name="T56" fmla="*/ 183 w 256"/>
                    <a:gd name="T57" fmla="*/ 191 h 216"/>
                    <a:gd name="T58" fmla="*/ 202 w 256"/>
                    <a:gd name="T59" fmla="*/ 182 h 216"/>
                    <a:gd name="T60" fmla="*/ 214 w 256"/>
                    <a:gd name="T61" fmla="*/ 177 h 216"/>
                    <a:gd name="T62" fmla="*/ 210 w 256"/>
                    <a:gd name="T63" fmla="*/ 158 h 216"/>
                    <a:gd name="T64" fmla="*/ 219 w 256"/>
                    <a:gd name="T65" fmla="*/ 126 h 216"/>
                    <a:gd name="T66" fmla="*/ 232 w 256"/>
                    <a:gd name="T67" fmla="*/ 130 h 216"/>
                    <a:gd name="T68" fmla="*/ 236 w 256"/>
                    <a:gd name="T69" fmla="*/ 145 h 216"/>
                    <a:gd name="T70" fmla="*/ 247 w 256"/>
                    <a:gd name="T71" fmla="*/ 137 h 216"/>
                    <a:gd name="T72" fmla="*/ 244 w 256"/>
                    <a:gd name="T73" fmla="*/ 134 h 216"/>
                    <a:gd name="T74" fmla="*/ 252 w 256"/>
                    <a:gd name="T75" fmla="*/ 114 h 216"/>
                    <a:gd name="T76" fmla="*/ 255 w 256"/>
                    <a:gd name="T77" fmla="*/ 137 h 216"/>
                    <a:gd name="T78" fmla="*/ 168 w 256"/>
                    <a:gd name="T79" fmla="*/ 0 h 21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256" h="216">
                      <a:moveTo>
                        <a:pt x="168" y="0"/>
                      </a:moveTo>
                      <a:lnTo>
                        <a:pt x="168" y="15"/>
                      </a:lnTo>
                      <a:lnTo>
                        <a:pt x="173" y="20"/>
                      </a:lnTo>
                      <a:lnTo>
                        <a:pt x="201" y="20"/>
                      </a:lnTo>
                      <a:lnTo>
                        <a:pt x="201" y="28"/>
                      </a:lnTo>
                      <a:lnTo>
                        <a:pt x="181" y="28"/>
                      </a:lnTo>
                      <a:lnTo>
                        <a:pt x="181" y="52"/>
                      </a:lnTo>
                      <a:lnTo>
                        <a:pt x="172" y="41"/>
                      </a:lnTo>
                      <a:lnTo>
                        <a:pt x="172" y="56"/>
                      </a:lnTo>
                      <a:lnTo>
                        <a:pt x="160" y="70"/>
                      </a:lnTo>
                      <a:lnTo>
                        <a:pt x="152" y="62"/>
                      </a:lnTo>
                      <a:lnTo>
                        <a:pt x="140" y="72"/>
                      </a:lnTo>
                      <a:lnTo>
                        <a:pt x="138" y="69"/>
                      </a:lnTo>
                      <a:lnTo>
                        <a:pt x="123" y="69"/>
                      </a:lnTo>
                      <a:lnTo>
                        <a:pt x="131" y="59"/>
                      </a:lnTo>
                      <a:lnTo>
                        <a:pt x="131" y="55"/>
                      </a:lnTo>
                      <a:lnTo>
                        <a:pt x="124" y="48"/>
                      </a:lnTo>
                      <a:lnTo>
                        <a:pt x="124" y="37"/>
                      </a:lnTo>
                      <a:lnTo>
                        <a:pt x="114" y="48"/>
                      </a:lnTo>
                      <a:lnTo>
                        <a:pt x="114" y="69"/>
                      </a:lnTo>
                      <a:lnTo>
                        <a:pt x="102" y="69"/>
                      </a:lnTo>
                      <a:lnTo>
                        <a:pt x="87" y="84"/>
                      </a:lnTo>
                      <a:lnTo>
                        <a:pt x="81" y="84"/>
                      </a:lnTo>
                      <a:lnTo>
                        <a:pt x="73" y="94"/>
                      </a:lnTo>
                      <a:lnTo>
                        <a:pt x="43" y="94"/>
                      </a:lnTo>
                      <a:lnTo>
                        <a:pt x="53" y="108"/>
                      </a:lnTo>
                      <a:lnTo>
                        <a:pt x="53" y="130"/>
                      </a:lnTo>
                      <a:lnTo>
                        <a:pt x="43" y="143"/>
                      </a:lnTo>
                      <a:lnTo>
                        <a:pt x="31" y="130"/>
                      </a:lnTo>
                      <a:lnTo>
                        <a:pt x="8" y="130"/>
                      </a:lnTo>
                      <a:lnTo>
                        <a:pt x="8" y="146"/>
                      </a:lnTo>
                      <a:lnTo>
                        <a:pt x="0" y="156"/>
                      </a:lnTo>
                      <a:lnTo>
                        <a:pt x="0" y="177"/>
                      </a:lnTo>
                      <a:lnTo>
                        <a:pt x="15" y="194"/>
                      </a:lnTo>
                      <a:lnTo>
                        <a:pt x="37" y="194"/>
                      </a:lnTo>
                      <a:lnTo>
                        <a:pt x="71" y="153"/>
                      </a:lnTo>
                      <a:lnTo>
                        <a:pt x="101" y="153"/>
                      </a:lnTo>
                      <a:lnTo>
                        <a:pt x="105" y="145"/>
                      </a:lnTo>
                      <a:lnTo>
                        <a:pt x="112" y="153"/>
                      </a:lnTo>
                      <a:lnTo>
                        <a:pt x="111" y="161"/>
                      </a:lnTo>
                      <a:lnTo>
                        <a:pt x="139" y="189"/>
                      </a:lnTo>
                      <a:lnTo>
                        <a:pt x="139" y="201"/>
                      </a:lnTo>
                      <a:lnTo>
                        <a:pt x="145" y="196"/>
                      </a:lnTo>
                      <a:lnTo>
                        <a:pt x="142" y="189"/>
                      </a:lnTo>
                      <a:lnTo>
                        <a:pt x="145" y="185"/>
                      </a:lnTo>
                      <a:lnTo>
                        <a:pt x="150" y="189"/>
                      </a:lnTo>
                      <a:lnTo>
                        <a:pt x="152" y="188"/>
                      </a:lnTo>
                      <a:lnTo>
                        <a:pt x="123" y="152"/>
                      </a:lnTo>
                      <a:lnTo>
                        <a:pt x="123" y="139"/>
                      </a:lnTo>
                      <a:lnTo>
                        <a:pt x="131" y="139"/>
                      </a:lnTo>
                      <a:lnTo>
                        <a:pt x="131" y="146"/>
                      </a:lnTo>
                      <a:lnTo>
                        <a:pt x="160" y="178"/>
                      </a:lnTo>
                      <a:lnTo>
                        <a:pt x="160" y="188"/>
                      </a:lnTo>
                      <a:lnTo>
                        <a:pt x="172" y="202"/>
                      </a:lnTo>
                      <a:lnTo>
                        <a:pt x="169" y="205"/>
                      </a:lnTo>
                      <a:lnTo>
                        <a:pt x="178" y="215"/>
                      </a:lnTo>
                      <a:lnTo>
                        <a:pt x="191" y="200"/>
                      </a:lnTo>
                      <a:lnTo>
                        <a:pt x="183" y="191"/>
                      </a:lnTo>
                      <a:lnTo>
                        <a:pt x="191" y="182"/>
                      </a:lnTo>
                      <a:lnTo>
                        <a:pt x="202" y="182"/>
                      </a:lnTo>
                      <a:lnTo>
                        <a:pt x="207" y="177"/>
                      </a:lnTo>
                      <a:lnTo>
                        <a:pt x="214" y="177"/>
                      </a:lnTo>
                      <a:lnTo>
                        <a:pt x="205" y="164"/>
                      </a:lnTo>
                      <a:lnTo>
                        <a:pt x="210" y="158"/>
                      </a:lnTo>
                      <a:lnTo>
                        <a:pt x="210" y="137"/>
                      </a:lnTo>
                      <a:lnTo>
                        <a:pt x="219" y="126"/>
                      </a:lnTo>
                      <a:lnTo>
                        <a:pt x="223" y="130"/>
                      </a:lnTo>
                      <a:lnTo>
                        <a:pt x="232" y="130"/>
                      </a:lnTo>
                      <a:lnTo>
                        <a:pt x="228" y="136"/>
                      </a:lnTo>
                      <a:lnTo>
                        <a:pt x="236" y="145"/>
                      </a:lnTo>
                      <a:lnTo>
                        <a:pt x="241" y="137"/>
                      </a:lnTo>
                      <a:lnTo>
                        <a:pt x="247" y="137"/>
                      </a:lnTo>
                      <a:lnTo>
                        <a:pt x="247" y="134"/>
                      </a:lnTo>
                      <a:lnTo>
                        <a:pt x="244" y="134"/>
                      </a:lnTo>
                      <a:lnTo>
                        <a:pt x="239" y="130"/>
                      </a:lnTo>
                      <a:lnTo>
                        <a:pt x="252" y="114"/>
                      </a:lnTo>
                      <a:lnTo>
                        <a:pt x="252" y="137"/>
                      </a:lnTo>
                      <a:lnTo>
                        <a:pt x="255" y="137"/>
                      </a:lnTo>
                      <a:lnTo>
                        <a:pt x="255" y="0"/>
                      </a:lnTo>
                      <a:lnTo>
                        <a:pt x="168"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0" name="Freeform 22">
                  <a:extLst>
                    <a:ext uri="{FF2B5EF4-FFF2-40B4-BE49-F238E27FC236}">
                      <a16:creationId xmlns:a16="http://schemas.microsoft.com/office/drawing/2014/main" id="{522BC6B5-A25E-D94E-C548-E32C485C7809}"/>
                    </a:ext>
                  </a:extLst>
                </p:cNvPr>
                <p:cNvSpPr>
                  <a:spLocks/>
                </p:cNvSpPr>
                <p:nvPr/>
              </p:nvSpPr>
              <p:spPr bwMode="grayWhite">
                <a:xfrm>
                  <a:off x="2276" y="406"/>
                  <a:ext cx="1089" cy="769"/>
                </a:xfrm>
                <a:custGeom>
                  <a:avLst/>
                  <a:gdLst>
                    <a:gd name="T0" fmla="*/ 32 w 1089"/>
                    <a:gd name="T1" fmla="*/ 202 h 769"/>
                    <a:gd name="T2" fmla="*/ 99 w 1089"/>
                    <a:gd name="T3" fmla="*/ 134 h 769"/>
                    <a:gd name="T4" fmla="*/ 142 w 1089"/>
                    <a:gd name="T5" fmla="*/ 181 h 769"/>
                    <a:gd name="T6" fmla="*/ 118 w 1089"/>
                    <a:gd name="T7" fmla="*/ 179 h 769"/>
                    <a:gd name="T8" fmla="*/ 216 w 1089"/>
                    <a:gd name="T9" fmla="*/ 172 h 769"/>
                    <a:gd name="T10" fmla="*/ 240 w 1089"/>
                    <a:gd name="T11" fmla="*/ 110 h 769"/>
                    <a:gd name="T12" fmla="*/ 241 w 1089"/>
                    <a:gd name="T13" fmla="*/ 124 h 769"/>
                    <a:gd name="T14" fmla="*/ 223 w 1089"/>
                    <a:gd name="T15" fmla="*/ 172 h 769"/>
                    <a:gd name="T16" fmla="*/ 301 w 1089"/>
                    <a:gd name="T17" fmla="*/ 133 h 769"/>
                    <a:gd name="T18" fmla="*/ 460 w 1089"/>
                    <a:gd name="T19" fmla="*/ 23 h 769"/>
                    <a:gd name="T20" fmla="*/ 574 w 1089"/>
                    <a:gd name="T21" fmla="*/ 29 h 769"/>
                    <a:gd name="T22" fmla="*/ 701 w 1089"/>
                    <a:gd name="T23" fmla="*/ 15 h 769"/>
                    <a:gd name="T24" fmla="*/ 840 w 1089"/>
                    <a:gd name="T25" fmla="*/ 71 h 769"/>
                    <a:gd name="T26" fmla="*/ 1001 w 1089"/>
                    <a:gd name="T27" fmla="*/ 91 h 769"/>
                    <a:gd name="T28" fmla="*/ 1080 w 1089"/>
                    <a:gd name="T29" fmla="*/ 156 h 769"/>
                    <a:gd name="T30" fmla="*/ 1019 w 1089"/>
                    <a:gd name="T31" fmla="*/ 206 h 769"/>
                    <a:gd name="T32" fmla="*/ 985 w 1089"/>
                    <a:gd name="T33" fmla="*/ 270 h 769"/>
                    <a:gd name="T34" fmla="*/ 945 w 1089"/>
                    <a:gd name="T35" fmla="*/ 273 h 769"/>
                    <a:gd name="T36" fmla="*/ 958 w 1089"/>
                    <a:gd name="T37" fmla="*/ 184 h 769"/>
                    <a:gd name="T38" fmla="*/ 906 w 1089"/>
                    <a:gd name="T39" fmla="*/ 232 h 769"/>
                    <a:gd name="T40" fmla="*/ 868 w 1089"/>
                    <a:gd name="T41" fmla="*/ 273 h 769"/>
                    <a:gd name="T42" fmla="*/ 881 w 1089"/>
                    <a:gd name="T43" fmla="*/ 318 h 769"/>
                    <a:gd name="T44" fmla="*/ 837 w 1089"/>
                    <a:gd name="T45" fmla="*/ 385 h 769"/>
                    <a:gd name="T46" fmla="*/ 844 w 1089"/>
                    <a:gd name="T47" fmla="*/ 439 h 769"/>
                    <a:gd name="T48" fmla="*/ 839 w 1089"/>
                    <a:gd name="T49" fmla="*/ 413 h 769"/>
                    <a:gd name="T50" fmla="*/ 797 w 1089"/>
                    <a:gd name="T51" fmla="*/ 416 h 769"/>
                    <a:gd name="T52" fmla="*/ 828 w 1089"/>
                    <a:gd name="T53" fmla="*/ 496 h 769"/>
                    <a:gd name="T54" fmla="*/ 751 w 1089"/>
                    <a:gd name="T55" fmla="*/ 589 h 769"/>
                    <a:gd name="T56" fmla="*/ 730 w 1089"/>
                    <a:gd name="T57" fmla="*/ 615 h 769"/>
                    <a:gd name="T58" fmla="*/ 703 w 1089"/>
                    <a:gd name="T59" fmla="*/ 706 h 769"/>
                    <a:gd name="T60" fmla="*/ 665 w 1089"/>
                    <a:gd name="T61" fmla="*/ 708 h 769"/>
                    <a:gd name="T62" fmla="*/ 711 w 1089"/>
                    <a:gd name="T63" fmla="*/ 768 h 769"/>
                    <a:gd name="T64" fmla="*/ 634 w 1089"/>
                    <a:gd name="T65" fmla="*/ 626 h 769"/>
                    <a:gd name="T66" fmla="*/ 545 w 1089"/>
                    <a:gd name="T67" fmla="*/ 596 h 769"/>
                    <a:gd name="T68" fmla="*/ 503 w 1089"/>
                    <a:gd name="T69" fmla="*/ 689 h 769"/>
                    <a:gd name="T70" fmla="*/ 471 w 1089"/>
                    <a:gd name="T71" fmla="*/ 738 h 769"/>
                    <a:gd name="T72" fmla="*/ 416 w 1089"/>
                    <a:gd name="T73" fmla="*/ 592 h 769"/>
                    <a:gd name="T74" fmla="*/ 373 w 1089"/>
                    <a:gd name="T75" fmla="*/ 607 h 769"/>
                    <a:gd name="T76" fmla="*/ 336 w 1089"/>
                    <a:gd name="T77" fmla="*/ 545 h 769"/>
                    <a:gd name="T78" fmla="*/ 223 w 1089"/>
                    <a:gd name="T79" fmla="*/ 510 h 769"/>
                    <a:gd name="T80" fmla="*/ 263 w 1089"/>
                    <a:gd name="T81" fmla="*/ 577 h 769"/>
                    <a:gd name="T82" fmla="*/ 234 w 1089"/>
                    <a:gd name="T83" fmla="*/ 620 h 769"/>
                    <a:gd name="T84" fmla="*/ 190 w 1089"/>
                    <a:gd name="T85" fmla="*/ 605 h 769"/>
                    <a:gd name="T86" fmla="*/ 119 w 1089"/>
                    <a:gd name="T87" fmla="*/ 495 h 769"/>
                    <a:gd name="T88" fmla="*/ 149 w 1089"/>
                    <a:gd name="T89" fmla="*/ 432 h 769"/>
                    <a:gd name="T90" fmla="*/ 166 w 1089"/>
                    <a:gd name="T91" fmla="*/ 385 h 769"/>
                    <a:gd name="T92" fmla="*/ 149 w 1089"/>
                    <a:gd name="T93" fmla="*/ 226 h 769"/>
                    <a:gd name="T94" fmla="*/ 86 w 1089"/>
                    <a:gd name="T95" fmla="*/ 193 h 769"/>
                    <a:gd name="T96" fmla="*/ 55 w 1089"/>
                    <a:gd name="T97" fmla="*/ 210 h 769"/>
                    <a:gd name="T98" fmla="*/ 0 w 1089"/>
                    <a:gd name="T99" fmla="*/ 226 h 769"/>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1089" h="769">
                      <a:moveTo>
                        <a:pt x="0" y="226"/>
                      </a:moveTo>
                      <a:lnTo>
                        <a:pt x="32" y="202"/>
                      </a:lnTo>
                      <a:lnTo>
                        <a:pt x="62" y="156"/>
                      </a:lnTo>
                      <a:lnTo>
                        <a:pt x="99" y="134"/>
                      </a:lnTo>
                      <a:lnTo>
                        <a:pt x="137" y="160"/>
                      </a:lnTo>
                      <a:lnTo>
                        <a:pt x="142" y="181"/>
                      </a:lnTo>
                      <a:lnTo>
                        <a:pt x="133" y="181"/>
                      </a:lnTo>
                      <a:lnTo>
                        <a:pt x="118" y="179"/>
                      </a:lnTo>
                      <a:lnTo>
                        <a:pt x="137" y="202"/>
                      </a:lnTo>
                      <a:lnTo>
                        <a:pt x="216" y="172"/>
                      </a:lnTo>
                      <a:lnTo>
                        <a:pt x="206" y="149"/>
                      </a:lnTo>
                      <a:lnTo>
                        <a:pt x="240" y="110"/>
                      </a:lnTo>
                      <a:lnTo>
                        <a:pt x="262" y="111"/>
                      </a:lnTo>
                      <a:lnTo>
                        <a:pt x="241" y="124"/>
                      </a:lnTo>
                      <a:lnTo>
                        <a:pt x="223" y="153"/>
                      </a:lnTo>
                      <a:lnTo>
                        <a:pt x="223" y="172"/>
                      </a:lnTo>
                      <a:lnTo>
                        <a:pt x="255" y="193"/>
                      </a:lnTo>
                      <a:lnTo>
                        <a:pt x="301" y="133"/>
                      </a:lnTo>
                      <a:lnTo>
                        <a:pt x="461" y="63"/>
                      </a:lnTo>
                      <a:lnTo>
                        <a:pt x="460" y="23"/>
                      </a:lnTo>
                      <a:lnTo>
                        <a:pt x="533" y="8"/>
                      </a:lnTo>
                      <a:lnTo>
                        <a:pt x="574" y="29"/>
                      </a:lnTo>
                      <a:lnTo>
                        <a:pt x="671" y="0"/>
                      </a:lnTo>
                      <a:lnTo>
                        <a:pt x="701" y="15"/>
                      </a:lnTo>
                      <a:lnTo>
                        <a:pt x="766" y="85"/>
                      </a:lnTo>
                      <a:lnTo>
                        <a:pt x="840" y="71"/>
                      </a:lnTo>
                      <a:lnTo>
                        <a:pt x="886" y="96"/>
                      </a:lnTo>
                      <a:lnTo>
                        <a:pt x="1001" y="91"/>
                      </a:lnTo>
                      <a:lnTo>
                        <a:pt x="1088" y="118"/>
                      </a:lnTo>
                      <a:lnTo>
                        <a:pt x="1080" y="156"/>
                      </a:lnTo>
                      <a:lnTo>
                        <a:pt x="1006" y="181"/>
                      </a:lnTo>
                      <a:lnTo>
                        <a:pt x="1019" y="206"/>
                      </a:lnTo>
                      <a:lnTo>
                        <a:pt x="987" y="220"/>
                      </a:lnTo>
                      <a:lnTo>
                        <a:pt x="985" y="270"/>
                      </a:lnTo>
                      <a:lnTo>
                        <a:pt x="957" y="304"/>
                      </a:lnTo>
                      <a:lnTo>
                        <a:pt x="945" y="273"/>
                      </a:lnTo>
                      <a:lnTo>
                        <a:pt x="961" y="244"/>
                      </a:lnTo>
                      <a:lnTo>
                        <a:pt x="958" y="184"/>
                      </a:lnTo>
                      <a:lnTo>
                        <a:pt x="929" y="215"/>
                      </a:lnTo>
                      <a:lnTo>
                        <a:pt x="906" y="232"/>
                      </a:lnTo>
                      <a:lnTo>
                        <a:pt x="884" y="205"/>
                      </a:lnTo>
                      <a:lnTo>
                        <a:pt x="868" y="273"/>
                      </a:lnTo>
                      <a:lnTo>
                        <a:pt x="885" y="273"/>
                      </a:lnTo>
                      <a:lnTo>
                        <a:pt x="881" y="318"/>
                      </a:lnTo>
                      <a:lnTo>
                        <a:pt x="861" y="366"/>
                      </a:lnTo>
                      <a:lnTo>
                        <a:pt x="837" y="385"/>
                      </a:lnTo>
                      <a:lnTo>
                        <a:pt x="857" y="417"/>
                      </a:lnTo>
                      <a:lnTo>
                        <a:pt x="844" y="439"/>
                      </a:lnTo>
                      <a:lnTo>
                        <a:pt x="839" y="420"/>
                      </a:lnTo>
                      <a:lnTo>
                        <a:pt x="839" y="413"/>
                      </a:lnTo>
                      <a:lnTo>
                        <a:pt x="823" y="402"/>
                      </a:lnTo>
                      <a:lnTo>
                        <a:pt x="797" y="416"/>
                      </a:lnTo>
                      <a:lnTo>
                        <a:pt x="820" y="469"/>
                      </a:lnTo>
                      <a:lnTo>
                        <a:pt x="828" y="496"/>
                      </a:lnTo>
                      <a:lnTo>
                        <a:pt x="801" y="569"/>
                      </a:lnTo>
                      <a:lnTo>
                        <a:pt x="751" y="589"/>
                      </a:lnTo>
                      <a:lnTo>
                        <a:pt x="710" y="585"/>
                      </a:lnTo>
                      <a:lnTo>
                        <a:pt x="730" y="615"/>
                      </a:lnTo>
                      <a:lnTo>
                        <a:pt x="732" y="657"/>
                      </a:lnTo>
                      <a:lnTo>
                        <a:pt x="703" y="706"/>
                      </a:lnTo>
                      <a:lnTo>
                        <a:pt x="670" y="679"/>
                      </a:lnTo>
                      <a:lnTo>
                        <a:pt x="665" y="708"/>
                      </a:lnTo>
                      <a:lnTo>
                        <a:pt x="690" y="732"/>
                      </a:lnTo>
                      <a:lnTo>
                        <a:pt x="711" y="768"/>
                      </a:lnTo>
                      <a:lnTo>
                        <a:pt x="676" y="747"/>
                      </a:lnTo>
                      <a:lnTo>
                        <a:pt x="634" y="626"/>
                      </a:lnTo>
                      <a:lnTo>
                        <a:pt x="583" y="593"/>
                      </a:lnTo>
                      <a:lnTo>
                        <a:pt x="545" y="596"/>
                      </a:lnTo>
                      <a:lnTo>
                        <a:pt x="497" y="665"/>
                      </a:lnTo>
                      <a:lnTo>
                        <a:pt x="503" y="689"/>
                      </a:lnTo>
                      <a:lnTo>
                        <a:pt x="487" y="738"/>
                      </a:lnTo>
                      <a:lnTo>
                        <a:pt x="471" y="738"/>
                      </a:lnTo>
                      <a:lnTo>
                        <a:pt x="416" y="636"/>
                      </a:lnTo>
                      <a:lnTo>
                        <a:pt x="416" y="592"/>
                      </a:lnTo>
                      <a:lnTo>
                        <a:pt x="404" y="608"/>
                      </a:lnTo>
                      <a:lnTo>
                        <a:pt x="373" y="607"/>
                      </a:lnTo>
                      <a:lnTo>
                        <a:pt x="385" y="580"/>
                      </a:lnTo>
                      <a:lnTo>
                        <a:pt x="336" y="545"/>
                      </a:lnTo>
                      <a:lnTo>
                        <a:pt x="275" y="545"/>
                      </a:lnTo>
                      <a:lnTo>
                        <a:pt x="223" y="510"/>
                      </a:lnTo>
                      <a:lnTo>
                        <a:pt x="220" y="545"/>
                      </a:lnTo>
                      <a:lnTo>
                        <a:pt x="263" y="577"/>
                      </a:lnTo>
                      <a:lnTo>
                        <a:pt x="278" y="576"/>
                      </a:lnTo>
                      <a:lnTo>
                        <a:pt x="234" y="620"/>
                      </a:lnTo>
                      <a:lnTo>
                        <a:pt x="190" y="630"/>
                      </a:lnTo>
                      <a:lnTo>
                        <a:pt x="190" y="605"/>
                      </a:lnTo>
                      <a:lnTo>
                        <a:pt x="127" y="518"/>
                      </a:lnTo>
                      <a:lnTo>
                        <a:pt x="119" y="495"/>
                      </a:lnTo>
                      <a:lnTo>
                        <a:pt x="153" y="467"/>
                      </a:lnTo>
                      <a:lnTo>
                        <a:pt x="149" y="432"/>
                      </a:lnTo>
                      <a:lnTo>
                        <a:pt x="149" y="393"/>
                      </a:lnTo>
                      <a:lnTo>
                        <a:pt x="166" y="385"/>
                      </a:lnTo>
                      <a:lnTo>
                        <a:pt x="149" y="366"/>
                      </a:lnTo>
                      <a:lnTo>
                        <a:pt x="149" y="226"/>
                      </a:lnTo>
                      <a:lnTo>
                        <a:pt x="61" y="226"/>
                      </a:lnTo>
                      <a:lnTo>
                        <a:pt x="86" y="193"/>
                      </a:lnTo>
                      <a:lnTo>
                        <a:pt x="84" y="181"/>
                      </a:lnTo>
                      <a:lnTo>
                        <a:pt x="55" y="210"/>
                      </a:lnTo>
                      <a:lnTo>
                        <a:pt x="45" y="226"/>
                      </a:lnTo>
                      <a:lnTo>
                        <a:pt x="0" y="226"/>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1" name="Freeform 23">
                  <a:extLst>
                    <a:ext uri="{FF2B5EF4-FFF2-40B4-BE49-F238E27FC236}">
                      <a16:creationId xmlns:a16="http://schemas.microsoft.com/office/drawing/2014/main" id="{37558E1A-4FBF-4EF0-473A-6AE37A95EA7A}"/>
                    </a:ext>
                  </a:extLst>
                </p:cNvPr>
                <p:cNvSpPr>
                  <a:spLocks/>
                </p:cNvSpPr>
                <p:nvPr/>
              </p:nvSpPr>
              <p:spPr bwMode="grayWhite">
                <a:xfrm>
                  <a:off x="3135" y="720"/>
                  <a:ext cx="94" cy="157"/>
                </a:xfrm>
                <a:custGeom>
                  <a:avLst/>
                  <a:gdLst>
                    <a:gd name="T0" fmla="*/ 63 w 94"/>
                    <a:gd name="T1" fmla="*/ 0 h 157"/>
                    <a:gd name="T2" fmla="*/ 63 w 94"/>
                    <a:gd name="T3" fmla="*/ 20 h 157"/>
                    <a:gd name="T4" fmla="*/ 55 w 94"/>
                    <a:gd name="T5" fmla="*/ 33 h 157"/>
                    <a:gd name="T6" fmla="*/ 57 w 94"/>
                    <a:gd name="T7" fmla="*/ 54 h 157"/>
                    <a:gd name="T8" fmla="*/ 47 w 94"/>
                    <a:gd name="T9" fmla="*/ 82 h 157"/>
                    <a:gd name="T10" fmla="*/ 31 w 94"/>
                    <a:gd name="T11" fmla="*/ 108 h 157"/>
                    <a:gd name="T12" fmla="*/ 7 w 94"/>
                    <a:gd name="T13" fmla="*/ 125 h 157"/>
                    <a:gd name="T14" fmla="*/ 0 w 94"/>
                    <a:gd name="T15" fmla="*/ 154 h 157"/>
                    <a:gd name="T16" fmla="*/ 10 w 94"/>
                    <a:gd name="T17" fmla="*/ 156 h 157"/>
                    <a:gd name="T18" fmla="*/ 10 w 94"/>
                    <a:gd name="T19" fmla="*/ 129 h 157"/>
                    <a:gd name="T20" fmla="*/ 44 w 94"/>
                    <a:gd name="T21" fmla="*/ 127 h 157"/>
                    <a:gd name="T22" fmla="*/ 69 w 94"/>
                    <a:gd name="T23" fmla="*/ 109 h 157"/>
                    <a:gd name="T24" fmla="*/ 69 w 94"/>
                    <a:gd name="T25" fmla="*/ 72 h 157"/>
                    <a:gd name="T26" fmla="*/ 77 w 94"/>
                    <a:gd name="T27" fmla="*/ 58 h 157"/>
                    <a:gd name="T28" fmla="*/ 64 w 94"/>
                    <a:gd name="T29" fmla="*/ 34 h 157"/>
                    <a:gd name="T30" fmla="*/ 82 w 94"/>
                    <a:gd name="T31" fmla="*/ 27 h 157"/>
                    <a:gd name="T32" fmla="*/ 93 w 94"/>
                    <a:gd name="T33" fmla="*/ 8 h 157"/>
                    <a:gd name="T34" fmla="*/ 69 w 94"/>
                    <a:gd name="T35" fmla="*/ 11 h 157"/>
                    <a:gd name="T36" fmla="*/ 63 w 94"/>
                    <a:gd name="T37" fmla="*/ 0 h 15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94" h="157">
                      <a:moveTo>
                        <a:pt x="63" y="0"/>
                      </a:moveTo>
                      <a:lnTo>
                        <a:pt x="63" y="20"/>
                      </a:lnTo>
                      <a:lnTo>
                        <a:pt x="55" y="33"/>
                      </a:lnTo>
                      <a:lnTo>
                        <a:pt x="57" y="54"/>
                      </a:lnTo>
                      <a:lnTo>
                        <a:pt x="47" y="82"/>
                      </a:lnTo>
                      <a:lnTo>
                        <a:pt x="31" y="108"/>
                      </a:lnTo>
                      <a:lnTo>
                        <a:pt x="7" y="125"/>
                      </a:lnTo>
                      <a:lnTo>
                        <a:pt x="0" y="154"/>
                      </a:lnTo>
                      <a:lnTo>
                        <a:pt x="10" y="156"/>
                      </a:lnTo>
                      <a:lnTo>
                        <a:pt x="10" y="129"/>
                      </a:lnTo>
                      <a:lnTo>
                        <a:pt x="44" y="127"/>
                      </a:lnTo>
                      <a:lnTo>
                        <a:pt x="69" y="109"/>
                      </a:lnTo>
                      <a:lnTo>
                        <a:pt x="69" y="72"/>
                      </a:lnTo>
                      <a:lnTo>
                        <a:pt x="77" y="58"/>
                      </a:lnTo>
                      <a:lnTo>
                        <a:pt x="64" y="34"/>
                      </a:lnTo>
                      <a:lnTo>
                        <a:pt x="82" y="27"/>
                      </a:lnTo>
                      <a:lnTo>
                        <a:pt x="93" y="8"/>
                      </a:lnTo>
                      <a:lnTo>
                        <a:pt x="69" y="11"/>
                      </a:lnTo>
                      <a:lnTo>
                        <a:pt x="63"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 name="Freeform 24">
                  <a:extLst>
                    <a:ext uri="{FF2B5EF4-FFF2-40B4-BE49-F238E27FC236}">
                      <a16:creationId xmlns:a16="http://schemas.microsoft.com/office/drawing/2014/main" id="{FF8D1C01-F74D-82B0-C70E-D2434EF1E49C}"/>
                    </a:ext>
                  </a:extLst>
                </p:cNvPr>
                <p:cNvSpPr>
                  <a:spLocks/>
                </p:cNvSpPr>
                <p:nvPr/>
              </p:nvSpPr>
              <p:spPr bwMode="grayWhite">
                <a:xfrm>
                  <a:off x="2780" y="1139"/>
                  <a:ext cx="19" cy="36"/>
                </a:xfrm>
                <a:custGeom>
                  <a:avLst/>
                  <a:gdLst>
                    <a:gd name="T0" fmla="*/ 9 w 19"/>
                    <a:gd name="T1" fmla="*/ 0 h 36"/>
                    <a:gd name="T2" fmla="*/ 0 w 19"/>
                    <a:gd name="T3" fmla="*/ 16 h 36"/>
                    <a:gd name="T4" fmla="*/ 6 w 19"/>
                    <a:gd name="T5" fmla="*/ 35 h 36"/>
                    <a:gd name="T6" fmla="*/ 18 w 19"/>
                    <a:gd name="T7" fmla="*/ 21 h 36"/>
                    <a:gd name="T8" fmla="*/ 9 w 19"/>
                    <a:gd name="T9" fmla="*/ 0 h 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 h="36">
                      <a:moveTo>
                        <a:pt x="9" y="0"/>
                      </a:moveTo>
                      <a:lnTo>
                        <a:pt x="0" y="16"/>
                      </a:lnTo>
                      <a:lnTo>
                        <a:pt x="6" y="35"/>
                      </a:lnTo>
                      <a:lnTo>
                        <a:pt x="18" y="21"/>
                      </a:lnTo>
                      <a:lnTo>
                        <a:pt x="9"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3" name="Freeform 25">
                  <a:extLst>
                    <a:ext uri="{FF2B5EF4-FFF2-40B4-BE49-F238E27FC236}">
                      <a16:creationId xmlns:a16="http://schemas.microsoft.com/office/drawing/2014/main" id="{A44D4038-4C10-DE53-F72A-C800FD4A6A6E}"/>
                    </a:ext>
                  </a:extLst>
                </p:cNvPr>
                <p:cNvSpPr>
                  <a:spLocks/>
                </p:cNvSpPr>
                <p:nvPr/>
              </p:nvSpPr>
              <p:spPr bwMode="grayWhite">
                <a:xfrm>
                  <a:off x="2923" y="1177"/>
                  <a:ext cx="220" cy="94"/>
                </a:xfrm>
                <a:custGeom>
                  <a:avLst/>
                  <a:gdLst>
                    <a:gd name="T0" fmla="*/ 0 w 220"/>
                    <a:gd name="T1" fmla="*/ 0 h 94"/>
                    <a:gd name="T2" fmla="*/ 33 w 220"/>
                    <a:gd name="T3" fmla="*/ 7 h 94"/>
                    <a:gd name="T4" fmla="*/ 82 w 220"/>
                    <a:gd name="T5" fmla="*/ 41 h 94"/>
                    <a:gd name="T6" fmla="*/ 75 w 220"/>
                    <a:gd name="T7" fmla="*/ 60 h 94"/>
                    <a:gd name="T8" fmla="*/ 115 w 220"/>
                    <a:gd name="T9" fmla="*/ 77 h 94"/>
                    <a:gd name="T10" fmla="*/ 219 w 220"/>
                    <a:gd name="T11" fmla="*/ 77 h 94"/>
                    <a:gd name="T12" fmla="*/ 106 w 220"/>
                    <a:gd name="T13" fmla="*/ 93 h 94"/>
                    <a:gd name="T14" fmla="*/ 75 w 220"/>
                    <a:gd name="T15" fmla="*/ 60 h 94"/>
                    <a:gd name="T16" fmla="*/ 46 w 220"/>
                    <a:gd name="T17" fmla="*/ 54 h 94"/>
                    <a:gd name="T18" fmla="*/ 0 w 220"/>
                    <a:gd name="T19" fmla="*/ 0 h 9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220" h="94">
                      <a:moveTo>
                        <a:pt x="0" y="0"/>
                      </a:moveTo>
                      <a:lnTo>
                        <a:pt x="33" y="7"/>
                      </a:lnTo>
                      <a:lnTo>
                        <a:pt x="82" y="41"/>
                      </a:lnTo>
                      <a:lnTo>
                        <a:pt x="75" y="60"/>
                      </a:lnTo>
                      <a:lnTo>
                        <a:pt x="115" y="77"/>
                      </a:lnTo>
                      <a:lnTo>
                        <a:pt x="219" y="77"/>
                      </a:lnTo>
                      <a:lnTo>
                        <a:pt x="106" y="93"/>
                      </a:lnTo>
                      <a:lnTo>
                        <a:pt x="75" y="60"/>
                      </a:lnTo>
                      <a:lnTo>
                        <a:pt x="46" y="54"/>
                      </a:lnTo>
                      <a:lnTo>
                        <a:pt x="0" y="0"/>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 name="Freeform 26">
                  <a:extLst>
                    <a:ext uri="{FF2B5EF4-FFF2-40B4-BE49-F238E27FC236}">
                      <a16:creationId xmlns:a16="http://schemas.microsoft.com/office/drawing/2014/main" id="{F00873EF-1558-AF3F-7B97-090C4E27882B}"/>
                    </a:ext>
                  </a:extLst>
                </p:cNvPr>
                <p:cNvSpPr>
                  <a:spLocks/>
                </p:cNvSpPr>
                <p:nvPr/>
              </p:nvSpPr>
              <p:spPr bwMode="grayWhite">
                <a:xfrm>
                  <a:off x="3098" y="1255"/>
                  <a:ext cx="236" cy="221"/>
                </a:xfrm>
                <a:custGeom>
                  <a:avLst/>
                  <a:gdLst>
                    <a:gd name="T0" fmla="*/ 190 w 236"/>
                    <a:gd name="T1" fmla="*/ 216 h 221"/>
                    <a:gd name="T2" fmla="*/ 179 w 236"/>
                    <a:gd name="T3" fmla="*/ 212 h 221"/>
                    <a:gd name="T4" fmla="*/ 154 w 236"/>
                    <a:gd name="T5" fmla="*/ 187 h 221"/>
                    <a:gd name="T6" fmla="*/ 130 w 236"/>
                    <a:gd name="T7" fmla="*/ 182 h 221"/>
                    <a:gd name="T8" fmla="*/ 124 w 236"/>
                    <a:gd name="T9" fmla="*/ 167 h 221"/>
                    <a:gd name="T10" fmla="*/ 110 w 236"/>
                    <a:gd name="T11" fmla="*/ 155 h 221"/>
                    <a:gd name="T12" fmla="*/ 87 w 236"/>
                    <a:gd name="T13" fmla="*/ 155 h 221"/>
                    <a:gd name="T14" fmla="*/ 62 w 236"/>
                    <a:gd name="T15" fmla="*/ 165 h 221"/>
                    <a:gd name="T16" fmla="*/ 40 w 236"/>
                    <a:gd name="T17" fmla="*/ 169 h 221"/>
                    <a:gd name="T18" fmla="*/ 15 w 236"/>
                    <a:gd name="T19" fmla="*/ 169 h 221"/>
                    <a:gd name="T20" fmla="*/ 14 w 236"/>
                    <a:gd name="T21" fmla="*/ 152 h 221"/>
                    <a:gd name="T22" fmla="*/ 5 w 236"/>
                    <a:gd name="T23" fmla="*/ 127 h 221"/>
                    <a:gd name="T24" fmla="*/ 3 w 236"/>
                    <a:gd name="T25" fmla="*/ 114 h 221"/>
                    <a:gd name="T26" fmla="*/ 3 w 236"/>
                    <a:gd name="T27" fmla="*/ 79 h 221"/>
                    <a:gd name="T28" fmla="*/ 44 w 236"/>
                    <a:gd name="T29" fmla="*/ 60 h 221"/>
                    <a:gd name="T30" fmla="*/ 48 w 236"/>
                    <a:gd name="T31" fmla="*/ 41 h 221"/>
                    <a:gd name="T32" fmla="*/ 57 w 236"/>
                    <a:gd name="T33" fmla="*/ 43 h 221"/>
                    <a:gd name="T34" fmla="*/ 77 w 236"/>
                    <a:gd name="T35" fmla="*/ 22 h 221"/>
                    <a:gd name="T36" fmla="*/ 98 w 236"/>
                    <a:gd name="T37" fmla="*/ 25 h 221"/>
                    <a:gd name="T38" fmla="*/ 113 w 236"/>
                    <a:gd name="T39" fmla="*/ 10 h 221"/>
                    <a:gd name="T40" fmla="*/ 125 w 236"/>
                    <a:gd name="T41" fmla="*/ 8 h 221"/>
                    <a:gd name="T42" fmla="*/ 145 w 236"/>
                    <a:gd name="T43" fmla="*/ 34 h 221"/>
                    <a:gd name="T44" fmla="*/ 163 w 236"/>
                    <a:gd name="T45" fmla="*/ 43 h 221"/>
                    <a:gd name="T46" fmla="*/ 165 w 236"/>
                    <a:gd name="T47" fmla="*/ 16 h 221"/>
                    <a:gd name="T48" fmla="*/ 172 w 236"/>
                    <a:gd name="T49" fmla="*/ 0 h 221"/>
                    <a:gd name="T50" fmla="*/ 185 w 236"/>
                    <a:gd name="T51" fmla="*/ 22 h 221"/>
                    <a:gd name="T52" fmla="*/ 196 w 236"/>
                    <a:gd name="T53" fmla="*/ 60 h 221"/>
                    <a:gd name="T54" fmla="*/ 219 w 236"/>
                    <a:gd name="T55" fmla="*/ 83 h 221"/>
                    <a:gd name="T56" fmla="*/ 232 w 236"/>
                    <a:gd name="T57" fmla="*/ 101 h 221"/>
                    <a:gd name="T58" fmla="*/ 235 w 236"/>
                    <a:gd name="T59" fmla="*/ 133 h 221"/>
                    <a:gd name="T60" fmla="*/ 221 w 236"/>
                    <a:gd name="T61" fmla="*/ 169 h 221"/>
                    <a:gd name="T62" fmla="*/ 217 w 236"/>
                    <a:gd name="T63" fmla="*/ 202 h 221"/>
                    <a:gd name="T64" fmla="*/ 196 w 236"/>
                    <a:gd name="T65" fmla="*/ 215 h 221"/>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236" h="221">
                      <a:moveTo>
                        <a:pt x="196" y="215"/>
                      </a:moveTo>
                      <a:lnTo>
                        <a:pt x="190" y="216"/>
                      </a:lnTo>
                      <a:lnTo>
                        <a:pt x="185" y="220"/>
                      </a:lnTo>
                      <a:lnTo>
                        <a:pt x="179" y="212"/>
                      </a:lnTo>
                      <a:lnTo>
                        <a:pt x="158" y="202"/>
                      </a:lnTo>
                      <a:lnTo>
                        <a:pt x="154" y="187"/>
                      </a:lnTo>
                      <a:lnTo>
                        <a:pt x="147" y="182"/>
                      </a:lnTo>
                      <a:lnTo>
                        <a:pt x="130" y="182"/>
                      </a:lnTo>
                      <a:lnTo>
                        <a:pt x="130" y="170"/>
                      </a:lnTo>
                      <a:lnTo>
                        <a:pt x="124" y="167"/>
                      </a:lnTo>
                      <a:lnTo>
                        <a:pt x="123" y="157"/>
                      </a:lnTo>
                      <a:lnTo>
                        <a:pt x="110" y="155"/>
                      </a:lnTo>
                      <a:lnTo>
                        <a:pt x="98" y="152"/>
                      </a:lnTo>
                      <a:lnTo>
                        <a:pt x="87" y="155"/>
                      </a:lnTo>
                      <a:lnTo>
                        <a:pt x="87" y="157"/>
                      </a:lnTo>
                      <a:lnTo>
                        <a:pt x="62" y="165"/>
                      </a:lnTo>
                      <a:lnTo>
                        <a:pt x="62" y="169"/>
                      </a:lnTo>
                      <a:lnTo>
                        <a:pt x="40" y="169"/>
                      </a:lnTo>
                      <a:lnTo>
                        <a:pt x="28" y="176"/>
                      </a:lnTo>
                      <a:lnTo>
                        <a:pt x="15" y="169"/>
                      </a:lnTo>
                      <a:lnTo>
                        <a:pt x="14" y="167"/>
                      </a:lnTo>
                      <a:lnTo>
                        <a:pt x="14" y="152"/>
                      </a:lnTo>
                      <a:lnTo>
                        <a:pt x="10" y="139"/>
                      </a:lnTo>
                      <a:lnTo>
                        <a:pt x="5" y="127"/>
                      </a:lnTo>
                      <a:lnTo>
                        <a:pt x="8" y="118"/>
                      </a:lnTo>
                      <a:lnTo>
                        <a:pt x="3" y="114"/>
                      </a:lnTo>
                      <a:lnTo>
                        <a:pt x="0" y="93"/>
                      </a:lnTo>
                      <a:lnTo>
                        <a:pt x="3" y="79"/>
                      </a:lnTo>
                      <a:lnTo>
                        <a:pt x="16" y="68"/>
                      </a:lnTo>
                      <a:lnTo>
                        <a:pt x="44" y="60"/>
                      </a:lnTo>
                      <a:lnTo>
                        <a:pt x="51" y="51"/>
                      </a:lnTo>
                      <a:lnTo>
                        <a:pt x="48" y="41"/>
                      </a:lnTo>
                      <a:lnTo>
                        <a:pt x="55" y="38"/>
                      </a:lnTo>
                      <a:lnTo>
                        <a:pt x="57" y="43"/>
                      </a:lnTo>
                      <a:lnTo>
                        <a:pt x="60" y="35"/>
                      </a:lnTo>
                      <a:lnTo>
                        <a:pt x="77" y="22"/>
                      </a:lnTo>
                      <a:lnTo>
                        <a:pt x="87" y="28"/>
                      </a:lnTo>
                      <a:lnTo>
                        <a:pt x="98" y="25"/>
                      </a:lnTo>
                      <a:lnTo>
                        <a:pt x="102" y="13"/>
                      </a:lnTo>
                      <a:lnTo>
                        <a:pt x="113" y="10"/>
                      </a:lnTo>
                      <a:lnTo>
                        <a:pt x="110" y="2"/>
                      </a:lnTo>
                      <a:lnTo>
                        <a:pt x="125" y="8"/>
                      </a:lnTo>
                      <a:lnTo>
                        <a:pt x="138" y="5"/>
                      </a:lnTo>
                      <a:lnTo>
                        <a:pt x="145" y="34"/>
                      </a:lnTo>
                      <a:lnTo>
                        <a:pt x="154" y="43"/>
                      </a:lnTo>
                      <a:lnTo>
                        <a:pt x="163" y="43"/>
                      </a:lnTo>
                      <a:lnTo>
                        <a:pt x="167" y="25"/>
                      </a:lnTo>
                      <a:lnTo>
                        <a:pt x="165" y="16"/>
                      </a:lnTo>
                      <a:lnTo>
                        <a:pt x="167" y="2"/>
                      </a:lnTo>
                      <a:lnTo>
                        <a:pt x="172" y="0"/>
                      </a:lnTo>
                      <a:lnTo>
                        <a:pt x="179" y="18"/>
                      </a:lnTo>
                      <a:lnTo>
                        <a:pt x="185" y="22"/>
                      </a:lnTo>
                      <a:lnTo>
                        <a:pt x="189" y="38"/>
                      </a:lnTo>
                      <a:lnTo>
                        <a:pt x="196" y="60"/>
                      </a:lnTo>
                      <a:lnTo>
                        <a:pt x="206" y="66"/>
                      </a:lnTo>
                      <a:lnTo>
                        <a:pt x="219" y="83"/>
                      </a:lnTo>
                      <a:lnTo>
                        <a:pt x="221" y="91"/>
                      </a:lnTo>
                      <a:lnTo>
                        <a:pt x="232" y="101"/>
                      </a:lnTo>
                      <a:lnTo>
                        <a:pt x="235" y="119"/>
                      </a:lnTo>
                      <a:lnTo>
                        <a:pt x="235" y="133"/>
                      </a:lnTo>
                      <a:lnTo>
                        <a:pt x="232" y="155"/>
                      </a:lnTo>
                      <a:lnTo>
                        <a:pt x="221" y="169"/>
                      </a:lnTo>
                      <a:lnTo>
                        <a:pt x="217" y="187"/>
                      </a:lnTo>
                      <a:lnTo>
                        <a:pt x="217" y="202"/>
                      </a:lnTo>
                      <a:lnTo>
                        <a:pt x="206" y="205"/>
                      </a:lnTo>
                      <a:lnTo>
                        <a:pt x="196" y="215"/>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5" name="Freeform 27">
                  <a:extLst>
                    <a:ext uri="{FF2B5EF4-FFF2-40B4-BE49-F238E27FC236}">
                      <a16:creationId xmlns:a16="http://schemas.microsoft.com/office/drawing/2014/main" id="{C3BE6049-CE2F-D093-242A-9D46D69580F1}"/>
                    </a:ext>
                  </a:extLst>
                </p:cNvPr>
                <p:cNvSpPr>
                  <a:spLocks/>
                </p:cNvSpPr>
                <p:nvPr/>
              </p:nvSpPr>
              <p:spPr bwMode="grayWhite">
                <a:xfrm>
                  <a:off x="3286" y="1488"/>
                  <a:ext cx="18" cy="27"/>
                </a:xfrm>
                <a:custGeom>
                  <a:avLst/>
                  <a:gdLst>
                    <a:gd name="T0" fmla="*/ 9 w 18"/>
                    <a:gd name="T1" fmla="*/ 23 h 27"/>
                    <a:gd name="T2" fmla="*/ 3 w 18"/>
                    <a:gd name="T3" fmla="*/ 19 h 27"/>
                    <a:gd name="T4" fmla="*/ 3 w 18"/>
                    <a:gd name="T5" fmla="*/ 15 h 27"/>
                    <a:gd name="T6" fmla="*/ 3 w 18"/>
                    <a:gd name="T7" fmla="*/ 11 h 27"/>
                    <a:gd name="T8" fmla="*/ 2 w 18"/>
                    <a:gd name="T9" fmla="*/ 7 h 27"/>
                    <a:gd name="T10" fmla="*/ 0 w 18"/>
                    <a:gd name="T11" fmla="*/ 0 h 27"/>
                    <a:gd name="T12" fmla="*/ 3 w 18"/>
                    <a:gd name="T13" fmla="*/ 0 h 27"/>
                    <a:gd name="T14" fmla="*/ 9 w 18"/>
                    <a:gd name="T15" fmla="*/ 4 h 27"/>
                    <a:gd name="T16" fmla="*/ 12 w 18"/>
                    <a:gd name="T17" fmla="*/ 3 h 27"/>
                    <a:gd name="T18" fmla="*/ 13 w 18"/>
                    <a:gd name="T19" fmla="*/ 3 h 27"/>
                    <a:gd name="T20" fmla="*/ 17 w 18"/>
                    <a:gd name="T21" fmla="*/ 0 h 27"/>
                    <a:gd name="T22" fmla="*/ 17 w 18"/>
                    <a:gd name="T23" fmla="*/ 11 h 27"/>
                    <a:gd name="T24" fmla="*/ 15 w 18"/>
                    <a:gd name="T25" fmla="*/ 15 h 27"/>
                    <a:gd name="T26" fmla="*/ 13 w 18"/>
                    <a:gd name="T27" fmla="*/ 19 h 27"/>
                    <a:gd name="T28" fmla="*/ 13 w 18"/>
                    <a:gd name="T29" fmla="*/ 22 h 27"/>
                    <a:gd name="T30" fmla="*/ 12 w 18"/>
                    <a:gd name="T31" fmla="*/ 23 h 27"/>
                    <a:gd name="T32" fmla="*/ 12 w 18"/>
                    <a:gd name="T33" fmla="*/ 26 h 27"/>
                    <a:gd name="T34" fmla="*/ 9 w 18"/>
                    <a:gd name="T35" fmla="*/ 23 h 2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18" h="27">
                      <a:moveTo>
                        <a:pt x="9" y="23"/>
                      </a:moveTo>
                      <a:lnTo>
                        <a:pt x="3" y="19"/>
                      </a:lnTo>
                      <a:lnTo>
                        <a:pt x="3" y="15"/>
                      </a:lnTo>
                      <a:lnTo>
                        <a:pt x="3" y="11"/>
                      </a:lnTo>
                      <a:lnTo>
                        <a:pt x="2" y="7"/>
                      </a:lnTo>
                      <a:lnTo>
                        <a:pt x="0" y="0"/>
                      </a:lnTo>
                      <a:lnTo>
                        <a:pt x="3" y="0"/>
                      </a:lnTo>
                      <a:lnTo>
                        <a:pt x="9" y="4"/>
                      </a:lnTo>
                      <a:lnTo>
                        <a:pt x="12" y="3"/>
                      </a:lnTo>
                      <a:lnTo>
                        <a:pt x="13" y="3"/>
                      </a:lnTo>
                      <a:lnTo>
                        <a:pt x="17" y="0"/>
                      </a:lnTo>
                      <a:lnTo>
                        <a:pt x="17" y="11"/>
                      </a:lnTo>
                      <a:lnTo>
                        <a:pt x="15" y="15"/>
                      </a:lnTo>
                      <a:lnTo>
                        <a:pt x="13" y="19"/>
                      </a:lnTo>
                      <a:lnTo>
                        <a:pt x="13" y="22"/>
                      </a:lnTo>
                      <a:lnTo>
                        <a:pt x="12" y="23"/>
                      </a:lnTo>
                      <a:lnTo>
                        <a:pt x="12" y="26"/>
                      </a:lnTo>
                      <a:lnTo>
                        <a:pt x="9" y="23"/>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 name="Freeform 28">
                  <a:extLst>
                    <a:ext uri="{FF2B5EF4-FFF2-40B4-BE49-F238E27FC236}">
                      <a16:creationId xmlns:a16="http://schemas.microsoft.com/office/drawing/2014/main" id="{5A127F67-1C9F-32BC-A21E-8CCF3304DB11}"/>
                    </a:ext>
                  </a:extLst>
                </p:cNvPr>
                <p:cNvSpPr>
                  <a:spLocks/>
                </p:cNvSpPr>
                <p:nvPr/>
              </p:nvSpPr>
              <p:spPr bwMode="grayWhite">
                <a:xfrm>
                  <a:off x="2463" y="1235"/>
                  <a:ext cx="26" cy="106"/>
                </a:xfrm>
                <a:custGeom>
                  <a:avLst/>
                  <a:gdLst>
                    <a:gd name="T0" fmla="*/ 3 w 26"/>
                    <a:gd name="T1" fmla="*/ 37 h 106"/>
                    <a:gd name="T2" fmla="*/ 13 w 26"/>
                    <a:gd name="T3" fmla="*/ 28 h 106"/>
                    <a:gd name="T4" fmla="*/ 20 w 26"/>
                    <a:gd name="T5" fmla="*/ 0 h 106"/>
                    <a:gd name="T6" fmla="*/ 25 w 26"/>
                    <a:gd name="T7" fmla="*/ 42 h 106"/>
                    <a:gd name="T8" fmla="*/ 17 w 26"/>
                    <a:gd name="T9" fmla="*/ 94 h 106"/>
                    <a:gd name="T10" fmla="*/ 0 w 26"/>
                    <a:gd name="T11" fmla="*/ 105 h 106"/>
                    <a:gd name="T12" fmla="*/ 0 w 26"/>
                    <a:gd name="T13" fmla="*/ 80 h 106"/>
                    <a:gd name="T14" fmla="*/ 5 w 26"/>
                    <a:gd name="T15" fmla="*/ 64 h 106"/>
                    <a:gd name="T16" fmla="*/ 3 w 26"/>
                    <a:gd name="T17" fmla="*/ 37 h 10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6" h="106">
                      <a:moveTo>
                        <a:pt x="3" y="37"/>
                      </a:moveTo>
                      <a:lnTo>
                        <a:pt x="13" y="28"/>
                      </a:lnTo>
                      <a:lnTo>
                        <a:pt x="20" y="0"/>
                      </a:lnTo>
                      <a:lnTo>
                        <a:pt x="25" y="42"/>
                      </a:lnTo>
                      <a:lnTo>
                        <a:pt x="17" y="94"/>
                      </a:lnTo>
                      <a:lnTo>
                        <a:pt x="0" y="105"/>
                      </a:lnTo>
                      <a:lnTo>
                        <a:pt x="0" y="80"/>
                      </a:lnTo>
                      <a:lnTo>
                        <a:pt x="5" y="64"/>
                      </a:lnTo>
                      <a:lnTo>
                        <a:pt x="3" y="37"/>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grpSp>
      <p:sp>
        <p:nvSpPr>
          <p:cNvPr id="3104" name="Rectangle 32"/>
          <p:cNvSpPr>
            <a:spLocks noGrp="1" noChangeArrowheads="1"/>
          </p:cNvSpPr>
          <p:nvPr>
            <p:ph type="ctrTitle" sz="quarter"/>
          </p:nvPr>
        </p:nvSpPr>
        <p:spPr>
          <a:xfrm>
            <a:off x="685800" y="3429000"/>
            <a:ext cx="7772400" cy="1143000"/>
          </a:xfrm>
        </p:spPr>
        <p:txBody>
          <a:bodyPr/>
          <a:lstStyle>
            <a:lvl1pPr>
              <a:defRPr/>
            </a:lvl1pPr>
          </a:lstStyle>
          <a:p>
            <a:pPr lvl="0"/>
            <a:r>
              <a:rPr lang="en-US" noProof="0"/>
              <a:t>Click to edit Master title style</a:t>
            </a:r>
          </a:p>
        </p:txBody>
      </p:sp>
      <p:sp>
        <p:nvSpPr>
          <p:cNvPr id="3105" name="Rectangle 33"/>
          <p:cNvSpPr>
            <a:spLocks noGrp="1" noChangeArrowheads="1"/>
          </p:cNvSpPr>
          <p:nvPr>
            <p:ph type="subTitle" sz="quarter" idx="1"/>
          </p:nvPr>
        </p:nvSpPr>
        <p:spPr>
          <a:xfrm>
            <a:off x="1371600" y="4648200"/>
            <a:ext cx="6400800" cy="1752600"/>
          </a:xfrm>
        </p:spPr>
        <p:txBody>
          <a:bodyPr anchor="ctr"/>
          <a:lstStyle>
            <a:lvl1pPr marL="0" indent="0" algn="ctr">
              <a:buFont typeface="Monotype Sorts" pitchFamily="2" charset="2"/>
              <a:buNone/>
              <a:defRPr/>
            </a:lvl1pPr>
          </a:lstStyle>
          <a:p>
            <a:pPr lvl="0"/>
            <a:r>
              <a:rPr lang="en-US" noProof="0"/>
              <a:t>Click to edit Master subtitle style</a:t>
            </a:r>
          </a:p>
        </p:txBody>
      </p:sp>
      <p:sp>
        <p:nvSpPr>
          <p:cNvPr id="32" name="Rectangle 34">
            <a:extLst>
              <a:ext uri="{FF2B5EF4-FFF2-40B4-BE49-F238E27FC236}">
                <a16:creationId xmlns:a16="http://schemas.microsoft.com/office/drawing/2014/main" id="{871373DB-5F03-2825-1937-6C07B8927086}"/>
              </a:ext>
            </a:extLst>
          </p:cNvPr>
          <p:cNvSpPr>
            <a:spLocks noGrp="1" noChangeArrowheads="1"/>
          </p:cNvSpPr>
          <p:nvPr>
            <p:ph type="dt" sz="quarter" idx="10"/>
          </p:nvPr>
        </p:nvSpPr>
        <p:spPr/>
        <p:txBody>
          <a:bodyPr/>
          <a:lstStyle>
            <a:lvl1pPr>
              <a:defRPr/>
            </a:lvl1pPr>
          </a:lstStyle>
          <a:p>
            <a:pPr>
              <a:defRPr/>
            </a:pPr>
            <a:endParaRPr lang="en-US"/>
          </a:p>
        </p:txBody>
      </p:sp>
      <p:sp>
        <p:nvSpPr>
          <p:cNvPr id="33" name="Rectangle 35">
            <a:extLst>
              <a:ext uri="{FF2B5EF4-FFF2-40B4-BE49-F238E27FC236}">
                <a16:creationId xmlns:a16="http://schemas.microsoft.com/office/drawing/2014/main" id="{F8794081-7EC5-FB6F-7B1F-A7FE81C53D8D}"/>
              </a:ext>
            </a:extLst>
          </p:cNvPr>
          <p:cNvSpPr>
            <a:spLocks noGrp="1" noChangeArrowheads="1"/>
          </p:cNvSpPr>
          <p:nvPr>
            <p:ph type="ftr" sz="quarter" idx="11"/>
          </p:nvPr>
        </p:nvSpPr>
        <p:spPr bwMode="auto">
          <a:xfrm>
            <a:off x="3124200" y="6400800"/>
            <a:ext cx="2895600" cy="457200"/>
          </a:xfrm>
        </p:spPr>
        <p:txBody>
          <a:bodyPr wrap="none" lIns="92075" tIns="46038" rIns="92075" bIns="46038" numCol="1" anchorCtr="0" compatLnSpc="1">
            <a:prstTxWarp prst="textNoShape">
              <a:avLst/>
            </a:prstTxWarp>
          </a:bodyPr>
          <a:lstStyle>
            <a:lvl1pPr algn="ctr">
              <a:defRPr sz="1400"/>
            </a:lvl1pPr>
          </a:lstStyle>
          <a:p>
            <a:pPr>
              <a:defRPr/>
            </a:pPr>
            <a:r>
              <a:rPr lang="en-US"/>
              <a:t>Liang, Introduction to Java Programming, Tenth Edition, (c) 2013 Pearson Education, Inc. All rights reserved. </a:t>
            </a:r>
          </a:p>
        </p:txBody>
      </p:sp>
      <p:sp>
        <p:nvSpPr>
          <p:cNvPr id="34" name="Rectangle 36">
            <a:extLst>
              <a:ext uri="{FF2B5EF4-FFF2-40B4-BE49-F238E27FC236}">
                <a16:creationId xmlns:a16="http://schemas.microsoft.com/office/drawing/2014/main" id="{F17D1B62-2090-749C-51E7-649D6B4C037D}"/>
              </a:ext>
            </a:extLst>
          </p:cNvPr>
          <p:cNvSpPr>
            <a:spLocks noGrp="1" noChangeArrowheads="1"/>
          </p:cNvSpPr>
          <p:nvPr>
            <p:ph type="sldNum" sz="quarter" idx="12"/>
          </p:nvPr>
        </p:nvSpPr>
        <p:spPr>
          <a:xfrm>
            <a:off x="6553200" y="6400800"/>
            <a:ext cx="1905000" cy="457200"/>
          </a:xfrm>
        </p:spPr>
        <p:txBody>
          <a:bodyPr/>
          <a:lstStyle>
            <a:lvl1pPr>
              <a:defRPr/>
            </a:lvl1pPr>
          </a:lstStyle>
          <a:p>
            <a:pPr>
              <a:defRPr/>
            </a:pPr>
            <a:fld id="{B8A348AB-7C24-421C-BE7B-502EDC843251}" type="slidenum">
              <a:rPr lang="en-US" altLang="en-US"/>
              <a:pPr>
                <a:defRPr/>
              </a:pPr>
              <a:t>‹#›</a:t>
            </a:fld>
            <a:endParaRPr lang="en-US" altLang="en-US"/>
          </a:p>
        </p:txBody>
      </p:sp>
    </p:spTree>
    <p:extLst>
      <p:ext uri="{BB962C8B-B14F-4D97-AF65-F5344CB8AC3E}">
        <p14:creationId xmlns:p14="http://schemas.microsoft.com/office/powerpoint/2010/main" val="36622195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2">
            <a:extLst>
              <a:ext uri="{FF2B5EF4-FFF2-40B4-BE49-F238E27FC236}">
                <a16:creationId xmlns:a16="http://schemas.microsoft.com/office/drawing/2014/main" id="{96CE4F4E-C610-B08E-C55E-E450760802C3}"/>
              </a:ext>
            </a:extLst>
          </p:cNvPr>
          <p:cNvSpPr>
            <a:spLocks noGrp="1" noChangeArrowheads="1"/>
          </p:cNvSpPr>
          <p:nvPr>
            <p:ph type="dt" sz="half" idx="10"/>
          </p:nvPr>
        </p:nvSpPr>
        <p:spPr/>
        <p:txBody>
          <a:bodyPr/>
          <a:lstStyle>
            <a:lvl1pPr>
              <a:defRPr/>
            </a:lvl1pPr>
          </a:lstStyle>
          <a:p>
            <a:pPr>
              <a:defRPr/>
            </a:pPr>
            <a:endParaRPr lang="en-US"/>
          </a:p>
        </p:txBody>
      </p:sp>
      <p:sp>
        <p:nvSpPr>
          <p:cNvPr id="5" name="Rectangle 34">
            <a:extLst>
              <a:ext uri="{FF2B5EF4-FFF2-40B4-BE49-F238E27FC236}">
                <a16:creationId xmlns:a16="http://schemas.microsoft.com/office/drawing/2014/main" id="{5B4981CE-3135-2869-EC74-0F32C1BD616B}"/>
              </a:ext>
            </a:extLst>
          </p:cNvPr>
          <p:cNvSpPr>
            <a:spLocks noGrp="1" noChangeArrowheads="1"/>
          </p:cNvSpPr>
          <p:nvPr>
            <p:ph type="sldNum" sz="quarter" idx="11"/>
          </p:nvPr>
        </p:nvSpPr>
        <p:spPr/>
        <p:txBody>
          <a:bodyPr/>
          <a:lstStyle>
            <a:lvl1pPr>
              <a:defRPr/>
            </a:lvl1pPr>
          </a:lstStyle>
          <a:p>
            <a:pPr>
              <a:defRPr/>
            </a:pPr>
            <a:fld id="{42BFFDBF-A670-482D-BFF7-1D16DFBC8FBC}" type="slidenum">
              <a:rPr lang="en-US" altLang="en-US"/>
              <a:pPr>
                <a:defRPr/>
              </a:pPr>
              <a:t>‹#›</a:t>
            </a:fld>
            <a:endParaRPr lang="en-US" altLang="en-US"/>
          </a:p>
        </p:txBody>
      </p:sp>
    </p:spTree>
    <p:extLst>
      <p:ext uri="{BB962C8B-B14F-4D97-AF65-F5344CB8AC3E}">
        <p14:creationId xmlns:p14="http://schemas.microsoft.com/office/powerpoint/2010/main" val="33351425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Rectangle 32">
            <a:extLst>
              <a:ext uri="{FF2B5EF4-FFF2-40B4-BE49-F238E27FC236}">
                <a16:creationId xmlns:a16="http://schemas.microsoft.com/office/drawing/2014/main" id="{97699D99-4AA7-78B2-0650-3990C857066C}"/>
              </a:ext>
            </a:extLst>
          </p:cNvPr>
          <p:cNvSpPr>
            <a:spLocks noGrp="1" noChangeArrowheads="1"/>
          </p:cNvSpPr>
          <p:nvPr>
            <p:ph type="dt" sz="half" idx="10"/>
          </p:nvPr>
        </p:nvSpPr>
        <p:spPr/>
        <p:txBody>
          <a:bodyPr/>
          <a:lstStyle>
            <a:lvl1pPr>
              <a:defRPr/>
            </a:lvl1pPr>
          </a:lstStyle>
          <a:p>
            <a:pPr>
              <a:defRPr/>
            </a:pPr>
            <a:endParaRPr lang="en-US"/>
          </a:p>
        </p:txBody>
      </p:sp>
      <p:sp>
        <p:nvSpPr>
          <p:cNvPr id="5" name="Rectangle 34">
            <a:extLst>
              <a:ext uri="{FF2B5EF4-FFF2-40B4-BE49-F238E27FC236}">
                <a16:creationId xmlns:a16="http://schemas.microsoft.com/office/drawing/2014/main" id="{052A9A1E-A0EB-3FC1-474A-21672130D39F}"/>
              </a:ext>
            </a:extLst>
          </p:cNvPr>
          <p:cNvSpPr>
            <a:spLocks noGrp="1" noChangeArrowheads="1"/>
          </p:cNvSpPr>
          <p:nvPr>
            <p:ph type="sldNum" sz="quarter" idx="11"/>
          </p:nvPr>
        </p:nvSpPr>
        <p:spPr/>
        <p:txBody>
          <a:bodyPr/>
          <a:lstStyle>
            <a:lvl1pPr>
              <a:defRPr/>
            </a:lvl1pPr>
          </a:lstStyle>
          <a:p>
            <a:pPr>
              <a:defRPr/>
            </a:pPr>
            <a:fld id="{EBE0092B-59F1-480E-96C1-E2A33E6160A3}" type="slidenum">
              <a:rPr lang="en-US" altLang="en-US"/>
              <a:pPr>
                <a:defRPr/>
              </a:pPr>
              <a:t>‹#›</a:t>
            </a:fld>
            <a:endParaRPr lang="en-US" altLang="en-US"/>
          </a:p>
        </p:txBody>
      </p:sp>
    </p:spTree>
    <p:extLst>
      <p:ext uri="{BB962C8B-B14F-4D97-AF65-F5344CB8AC3E}">
        <p14:creationId xmlns:p14="http://schemas.microsoft.com/office/powerpoint/2010/main" val="3142180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65735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5735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32">
            <a:extLst>
              <a:ext uri="{FF2B5EF4-FFF2-40B4-BE49-F238E27FC236}">
                <a16:creationId xmlns:a16="http://schemas.microsoft.com/office/drawing/2014/main" id="{305A058C-E27C-0B7C-18D3-4E9DB5CE59F7}"/>
              </a:ext>
            </a:extLst>
          </p:cNvPr>
          <p:cNvSpPr>
            <a:spLocks noGrp="1" noChangeArrowheads="1"/>
          </p:cNvSpPr>
          <p:nvPr>
            <p:ph type="dt" sz="half" idx="10"/>
          </p:nvPr>
        </p:nvSpPr>
        <p:spPr/>
        <p:txBody>
          <a:bodyPr/>
          <a:lstStyle>
            <a:lvl1pPr>
              <a:defRPr/>
            </a:lvl1pPr>
          </a:lstStyle>
          <a:p>
            <a:pPr>
              <a:defRPr/>
            </a:pPr>
            <a:endParaRPr lang="en-US"/>
          </a:p>
        </p:txBody>
      </p:sp>
      <p:sp>
        <p:nvSpPr>
          <p:cNvPr id="6" name="Rectangle 34">
            <a:extLst>
              <a:ext uri="{FF2B5EF4-FFF2-40B4-BE49-F238E27FC236}">
                <a16:creationId xmlns:a16="http://schemas.microsoft.com/office/drawing/2014/main" id="{9A45F7A5-3BFC-8CA2-9FEF-2F496C61F548}"/>
              </a:ext>
            </a:extLst>
          </p:cNvPr>
          <p:cNvSpPr>
            <a:spLocks noGrp="1" noChangeArrowheads="1"/>
          </p:cNvSpPr>
          <p:nvPr>
            <p:ph type="sldNum" sz="quarter" idx="11"/>
          </p:nvPr>
        </p:nvSpPr>
        <p:spPr/>
        <p:txBody>
          <a:bodyPr/>
          <a:lstStyle>
            <a:lvl1pPr>
              <a:defRPr/>
            </a:lvl1pPr>
          </a:lstStyle>
          <a:p>
            <a:pPr>
              <a:defRPr/>
            </a:pPr>
            <a:fld id="{E87369ED-7F59-443F-B433-4774321F3604}" type="slidenum">
              <a:rPr lang="en-US" altLang="en-US"/>
              <a:pPr>
                <a:defRPr/>
              </a:pPr>
              <a:t>‹#›</a:t>
            </a:fld>
            <a:endParaRPr lang="en-US" altLang="en-US"/>
          </a:p>
        </p:txBody>
      </p:sp>
    </p:spTree>
    <p:extLst>
      <p:ext uri="{BB962C8B-B14F-4D97-AF65-F5344CB8AC3E}">
        <p14:creationId xmlns:p14="http://schemas.microsoft.com/office/powerpoint/2010/main" val="28070732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32">
            <a:extLst>
              <a:ext uri="{FF2B5EF4-FFF2-40B4-BE49-F238E27FC236}">
                <a16:creationId xmlns:a16="http://schemas.microsoft.com/office/drawing/2014/main" id="{1E86112E-7A64-3FA5-D766-06AC50695C64}"/>
              </a:ext>
            </a:extLst>
          </p:cNvPr>
          <p:cNvSpPr>
            <a:spLocks noGrp="1" noChangeArrowheads="1"/>
          </p:cNvSpPr>
          <p:nvPr>
            <p:ph type="dt" sz="half" idx="10"/>
          </p:nvPr>
        </p:nvSpPr>
        <p:spPr/>
        <p:txBody>
          <a:bodyPr/>
          <a:lstStyle>
            <a:lvl1pPr>
              <a:defRPr/>
            </a:lvl1pPr>
          </a:lstStyle>
          <a:p>
            <a:pPr>
              <a:defRPr/>
            </a:pPr>
            <a:endParaRPr lang="en-US"/>
          </a:p>
        </p:txBody>
      </p:sp>
      <p:sp>
        <p:nvSpPr>
          <p:cNvPr id="8" name="Rectangle 34">
            <a:extLst>
              <a:ext uri="{FF2B5EF4-FFF2-40B4-BE49-F238E27FC236}">
                <a16:creationId xmlns:a16="http://schemas.microsoft.com/office/drawing/2014/main" id="{2FD31EC8-157C-F5FD-F05A-131326957C4C}"/>
              </a:ext>
            </a:extLst>
          </p:cNvPr>
          <p:cNvSpPr>
            <a:spLocks noGrp="1" noChangeArrowheads="1"/>
          </p:cNvSpPr>
          <p:nvPr>
            <p:ph type="sldNum" sz="quarter" idx="11"/>
          </p:nvPr>
        </p:nvSpPr>
        <p:spPr/>
        <p:txBody>
          <a:bodyPr/>
          <a:lstStyle>
            <a:lvl1pPr>
              <a:defRPr/>
            </a:lvl1pPr>
          </a:lstStyle>
          <a:p>
            <a:pPr>
              <a:defRPr/>
            </a:pPr>
            <a:fld id="{88B00168-8788-407D-9A10-F441BD9BE9B0}" type="slidenum">
              <a:rPr lang="en-US" altLang="en-US"/>
              <a:pPr>
                <a:defRPr/>
              </a:pPr>
              <a:t>‹#›</a:t>
            </a:fld>
            <a:endParaRPr lang="en-US" altLang="en-US"/>
          </a:p>
        </p:txBody>
      </p:sp>
    </p:spTree>
    <p:extLst>
      <p:ext uri="{BB962C8B-B14F-4D97-AF65-F5344CB8AC3E}">
        <p14:creationId xmlns:p14="http://schemas.microsoft.com/office/powerpoint/2010/main" val="13981873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32">
            <a:extLst>
              <a:ext uri="{FF2B5EF4-FFF2-40B4-BE49-F238E27FC236}">
                <a16:creationId xmlns:a16="http://schemas.microsoft.com/office/drawing/2014/main" id="{A5A9D186-33DB-49F0-CD03-EF2943BCD0B8}"/>
              </a:ext>
            </a:extLst>
          </p:cNvPr>
          <p:cNvSpPr>
            <a:spLocks noGrp="1" noChangeArrowheads="1"/>
          </p:cNvSpPr>
          <p:nvPr>
            <p:ph type="dt" sz="half" idx="10"/>
          </p:nvPr>
        </p:nvSpPr>
        <p:spPr/>
        <p:txBody>
          <a:bodyPr/>
          <a:lstStyle>
            <a:lvl1pPr>
              <a:defRPr/>
            </a:lvl1pPr>
          </a:lstStyle>
          <a:p>
            <a:pPr>
              <a:defRPr/>
            </a:pPr>
            <a:endParaRPr lang="en-US"/>
          </a:p>
        </p:txBody>
      </p:sp>
      <p:sp>
        <p:nvSpPr>
          <p:cNvPr id="4" name="Rectangle 34">
            <a:extLst>
              <a:ext uri="{FF2B5EF4-FFF2-40B4-BE49-F238E27FC236}">
                <a16:creationId xmlns:a16="http://schemas.microsoft.com/office/drawing/2014/main" id="{97600891-8DD3-DADC-D3FB-4EDE36C71268}"/>
              </a:ext>
            </a:extLst>
          </p:cNvPr>
          <p:cNvSpPr>
            <a:spLocks noGrp="1" noChangeArrowheads="1"/>
          </p:cNvSpPr>
          <p:nvPr>
            <p:ph type="sldNum" sz="quarter" idx="11"/>
          </p:nvPr>
        </p:nvSpPr>
        <p:spPr/>
        <p:txBody>
          <a:bodyPr/>
          <a:lstStyle>
            <a:lvl1pPr>
              <a:defRPr/>
            </a:lvl1pPr>
          </a:lstStyle>
          <a:p>
            <a:pPr>
              <a:defRPr/>
            </a:pPr>
            <a:fld id="{06DE0F60-B2DD-411B-B8F0-26F6BB9B994B}" type="slidenum">
              <a:rPr lang="en-US" altLang="en-US"/>
              <a:pPr>
                <a:defRPr/>
              </a:pPr>
              <a:t>‹#›</a:t>
            </a:fld>
            <a:endParaRPr lang="en-US" altLang="en-US"/>
          </a:p>
        </p:txBody>
      </p:sp>
    </p:spTree>
    <p:extLst>
      <p:ext uri="{BB962C8B-B14F-4D97-AF65-F5344CB8AC3E}">
        <p14:creationId xmlns:p14="http://schemas.microsoft.com/office/powerpoint/2010/main" val="2818950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32">
            <a:extLst>
              <a:ext uri="{FF2B5EF4-FFF2-40B4-BE49-F238E27FC236}">
                <a16:creationId xmlns:a16="http://schemas.microsoft.com/office/drawing/2014/main" id="{2D31FD33-0378-F87F-AC2D-3F63A794DF98}"/>
              </a:ext>
            </a:extLst>
          </p:cNvPr>
          <p:cNvSpPr>
            <a:spLocks noGrp="1" noChangeArrowheads="1"/>
          </p:cNvSpPr>
          <p:nvPr>
            <p:ph type="dt" sz="half" idx="10"/>
          </p:nvPr>
        </p:nvSpPr>
        <p:spPr/>
        <p:txBody>
          <a:bodyPr/>
          <a:lstStyle>
            <a:lvl1pPr>
              <a:defRPr/>
            </a:lvl1pPr>
          </a:lstStyle>
          <a:p>
            <a:pPr>
              <a:defRPr/>
            </a:pPr>
            <a:endParaRPr lang="en-US"/>
          </a:p>
        </p:txBody>
      </p:sp>
      <p:sp>
        <p:nvSpPr>
          <p:cNvPr id="3" name="Rectangle 34">
            <a:extLst>
              <a:ext uri="{FF2B5EF4-FFF2-40B4-BE49-F238E27FC236}">
                <a16:creationId xmlns:a16="http://schemas.microsoft.com/office/drawing/2014/main" id="{25D429DA-DEE7-72E0-6439-B64BA9648C8C}"/>
              </a:ext>
            </a:extLst>
          </p:cNvPr>
          <p:cNvSpPr>
            <a:spLocks noGrp="1" noChangeArrowheads="1"/>
          </p:cNvSpPr>
          <p:nvPr>
            <p:ph type="sldNum" sz="quarter" idx="11"/>
          </p:nvPr>
        </p:nvSpPr>
        <p:spPr/>
        <p:txBody>
          <a:bodyPr/>
          <a:lstStyle>
            <a:lvl1pPr>
              <a:defRPr/>
            </a:lvl1pPr>
          </a:lstStyle>
          <a:p>
            <a:pPr>
              <a:defRPr/>
            </a:pPr>
            <a:fld id="{3E9DC1AE-4918-45CB-A2BD-2308BD700BB7}" type="slidenum">
              <a:rPr lang="en-US" altLang="en-US"/>
              <a:pPr>
                <a:defRPr/>
              </a:pPr>
              <a:t>‹#›</a:t>
            </a:fld>
            <a:endParaRPr lang="en-US" altLang="en-US"/>
          </a:p>
        </p:txBody>
      </p:sp>
    </p:spTree>
    <p:extLst>
      <p:ext uri="{BB962C8B-B14F-4D97-AF65-F5344CB8AC3E}">
        <p14:creationId xmlns:p14="http://schemas.microsoft.com/office/powerpoint/2010/main" val="11531591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32">
            <a:extLst>
              <a:ext uri="{FF2B5EF4-FFF2-40B4-BE49-F238E27FC236}">
                <a16:creationId xmlns:a16="http://schemas.microsoft.com/office/drawing/2014/main" id="{03B8B477-32A9-CA0E-EA01-711846BE6D02}"/>
              </a:ext>
            </a:extLst>
          </p:cNvPr>
          <p:cNvSpPr>
            <a:spLocks noGrp="1" noChangeArrowheads="1"/>
          </p:cNvSpPr>
          <p:nvPr>
            <p:ph type="dt" sz="half" idx="10"/>
          </p:nvPr>
        </p:nvSpPr>
        <p:spPr/>
        <p:txBody>
          <a:bodyPr/>
          <a:lstStyle>
            <a:lvl1pPr>
              <a:defRPr/>
            </a:lvl1pPr>
          </a:lstStyle>
          <a:p>
            <a:pPr>
              <a:defRPr/>
            </a:pPr>
            <a:endParaRPr lang="en-US"/>
          </a:p>
        </p:txBody>
      </p:sp>
      <p:sp>
        <p:nvSpPr>
          <p:cNvPr id="6" name="Rectangle 34">
            <a:extLst>
              <a:ext uri="{FF2B5EF4-FFF2-40B4-BE49-F238E27FC236}">
                <a16:creationId xmlns:a16="http://schemas.microsoft.com/office/drawing/2014/main" id="{758FE51A-9F3E-BF84-D664-28EF929343EB}"/>
              </a:ext>
            </a:extLst>
          </p:cNvPr>
          <p:cNvSpPr>
            <a:spLocks noGrp="1" noChangeArrowheads="1"/>
          </p:cNvSpPr>
          <p:nvPr>
            <p:ph type="sldNum" sz="quarter" idx="11"/>
          </p:nvPr>
        </p:nvSpPr>
        <p:spPr/>
        <p:txBody>
          <a:bodyPr/>
          <a:lstStyle>
            <a:lvl1pPr>
              <a:defRPr/>
            </a:lvl1pPr>
          </a:lstStyle>
          <a:p>
            <a:pPr>
              <a:defRPr/>
            </a:pPr>
            <a:fld id="{FF5A6846-2750-4AC1-A967-0B2DD5CB545C}" type="slidenum">
              <a:rPr lang="en-US" altLang="en-US"/>
              <a:pPr>
                <a:defRPr/>
              </a:pPr>
              <a:t>‹#›</a:t>
            </a:fld>
            <a:endParaRPr lang="en-US" altLang="en-US"/>
          </a:p>
        </p:txBody>
      </p:sp>
    </p:spTree>
    <p:extLst>
      <p:ext uri="{BB962C8B-B14F-4D97-AF65-F5344CB8AC3E}">
        <p14:creationId xmlns:p14="http://schemas.microsoft.com/office/powerpoint/2010/main" val="39273728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32">
            <a:extLst>
              <a:ext uri="{FF2B5EF4-FFF2-40B4-BE49-F238E27FC236}">
                <a16:creationId xmlns:a16="http://schemas.microsoft.com/office/drawing/2014/main" id="{4BD67247-E54E-A6C2-BCAA-7F68FB1EB30E}"/>
              </a:ext>
            </a:extLst>
          </p:cNvPr>
          <p:cNvSpPr>
            <a:spLocks noGrp="1" noChangeArrowheads="1"/>
          </p:cNvSpPr>
          <p:nvPr>
            <p:ph type="dt" sz="half" idx="10"/>
          </p:nvPr>
        </p:nvSpPr>
        <p:spPr/>
        <p:txBody>
          <a:bodyPr/>
          <a:lstStyle>
            <a:lvl1pPr>
              <a:defRPr/>
            </a:lvl1pPr>
          </a:lstStyle>
          <a:p>
            <a:pPr>
              <a:defRPr/>
            </a:pPr>
            <a:endParaRPr lang="en-US"/>
          </a:p>
        </p:txBody>
      </p:sp>
      <p:sp>
        <p:nvSpPr>
          <p:cNvPr id="6" name="Rectangle 34">
            <a:extLst>
              <a:ext uri="{FF2B5EF4-FFF2-40B4-BE49-F238E27FC236}">
                <a16:creationId xmlns:a16="http://schemas.microsoft.com/office/drawing/2014/main" id="{C1C1C857-E6D0-09E8-45F8-53FD4F4B0C85}"/>
              </a:ext>
            </a:extLst>
          </p:cNvPr>
          <p:cNvSpPr>
            <a:spLocks noGrp="1" noChangeArrowheads="1"/>
          </p:cNvSpPr>
          <p:nvPr>
            <p:ph type="sldNum" sz="quarter" idx="11"/>
          </p:nvPr>
        </p:nvSpPr>
        <p:spPr/>
        <p:txBody>
          <a:bodyPr/>
          <a:lstStyle>
            <a:lvl1pPr>
              <a:defRPr/>
            </a:lvl1pPr>
          </a:lstStyle>
          <a:p>
            <a:pPr>
              <a:defRPr/>
            </a:pPr>
            <a:fld id="{1EFCBB93-E3CB-412D-87E1-8FA7004DF82D}" type="slidenum">
              <a:rPr lang="en-US" altLang="en-US"/>
              <a:pPr>
                <a:defRPr/>
              </a:pPr>
              <a:t>‹#›</a:t>
            </a:fld>
            <a:endParaRPr lang="en-US" altLang="en-US"/>
          </a:p>
        </p:txBody>
      </p:sp>
    </p:spTree>
    <p:extLst>
      <p:ext uri="{BB962C8B-B14F-4D97-AF65-F5344CB8AC3E}">
        <p14:creationId xmlns:p14="http://schemas.microsoft.com/office/powerpoint/2010/main" val="13797850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2">
            <a:extLst>
              <a:ext uri="{FF2B5EF4-FFF2-40B4-BE49-F238E27FC236}">
                <a16:creationId xmlns:a16="http://schemas.microsoft.com/office/drawing/2014/main" id="{21188A3E-90EC-AF24-4334-53DCB215458D}"/>
              </a:ext>
            </a:extLst>
          </p:cNvPr>
          <p:cNvSpPr>
            <a:spLocks noGrp="1" noChangeArrowheads="1"/>
          </p:cNvSpPr>
          <p:nvPr>
            <p:ph type="dt" sz="half" idx="10"/>
          </p:nvPr>
        </p:nvSpPr>
        <p:spPr/>
        <p:txBody>
          <a:bodyPr/>
          <a:lstStyle>
            <a:lvl1pPr>
              <a:defRPr/>
            </a:lvl1pPr>
          </a:lstStyle>
          <a:p>
            <a:pPr>
              <a:defRPr/>
            </a:pPr>
            <a:endParaRPr lang="en-US"/>
          </a:p>
        </p:txBody>
      </p:sp>
      <p:sp>
        <p:nvSpPr>
          <p:cNvPr id="5" name="Rectangle 34">
            <a:extLst>
              <a:ext uri="{FF2B5EF4-FFF2-40B4-BE49-F238E27FC236}">
                <a16:creationId xmlns:a16="http://schemas.microsoft.com/office/drawing/2014/main" id="{B7BE1A19-FD2A-9998-946B-27B1F2DB458D}"/>
              </a:ext>
            </a:extLst>
          </p:cNvPr>
          <p:cNvSpPr>
            <a:spLocks noGrp="1" noChangeArrowheads="1"/>
          </p:cNvSpPr>
          <p:nvPr>
            <p:ph type="sldNum" sz="quarter" idx="11"/>
          </p:nvPr>
        </p:nvSpPr>
        <p:spPr/>
        <p:txBody>
          <a:bodyPr/>
          <a:lstStyle>
            <a:lvl1pPr>
              <a:defRPr/>
            </a:lvl1pPr>
          </a:lstStyle>
          <a:p>
            <a:pPr>
              <a:defRPr/>
            </a:pPr>
            <a:fld id="{CA9EA51B-458B-4DC2-9684-7322199B5297}" type="slidenum">
              <a:rPr lang="en-US" altLang="en-US"/>
              <a:pPr>
                <a:defRPr/>
              </a:pPr>
              <a:t>‹#›</a:t>
            </a:fld>
            <a:endParaRPr lang="en-US" altLang="en-US"/>
          </a:p>
        </p:txBody>
      </p:sp>
    </p:spTree>
    <p:extLst>
      <p:ext uri="{BB962C8B-B14F-4D97-AF65-F5344CB8AC3E}">
        <p14:creationId xmlns:p14="http://schemas.microsoft.com/office/powerpoint/2010/main" val="29082625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28575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28575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32">
            <a:extLst>
              <a:ext uri="{FF2B5EF4-FFF2-40B4-BE49-F238E27FC236}">
                <a16:creationId xmlns:a16="http://schemas.microsoft.com/office/drawing/2014/main" id="{403C866D-3F91-D346-2D4E-94393BFA2672}"/>
              </a:ext>
            </a:extLst>
          </p:cNvPr>
          <p:cNvSpPr>
            <a:spLocks noGrp="1" noChangeArrowheads="1"/>
          </p:cNvSpPr>
          <p:nvPr>
            <p:ph type="dt" sz="half" idx="10"/>
          </p:nvPr>
        </p:nvSpPr>
        <p:spPr/>
        <p:txBody>
          <a:bodyPr/>
          <a:lstStyle>
            <a:lvl1pPr>
              <a:defRPr/>
            </a:lvl1pPr>
          </a:lstStyle>
          <a:p>
            <a:pPr>
              <a:defRPr/>
            </a:pPr>
            <a:endParaRPr lang="en-US"/>
          </a:p>
        </p:txBody>
      </p:sp>
      <p:sp>
        <p:nvSpPr>
          <p:cNvPr id="5" name="Rectangle 34">
            <a:extLst>
              <a:ext uri="{FF2B5EF4-FFF2-40B4-BE49-F238E27FC236}">
                <a16:creationId xmlns:a16="http://schemas.microsoft.com/office/drawing/2014/main" id="{856E9966-3DB0-BCA7-FE68-BE8BE49024C7}"/>
              </a:ext>
            </a:extLst>
          </p:cNvPr>
          <p:cNvSpPr>
            <a:spLocks noGrp="1" noChangeArrowheads="1"/>
          </p:cNvSpPr>
          <p:nvPr>
            <p:ph type="sldNum" sz="quarter" idx="11"/>
          </p:nvPr>
        </p:nvSpPr>
        <p:spPr/>
        <p:txBody>
          <a:bodyPr/>
          <a:lstStyle>
            <a:lvl1pPr>
              <a:defRPr/>
            </a:lvl1pPr>
          </a:lstStyle>
          <a:p>
            <a:pPr>
              <a:defRPr/>
            </a:pPr>
            <a:fld id="{D2D8E5DE-8D82-4388-968D-1E3238910D8E}" type="slidenum">
              <a:rPr lang="en-US" altLang="en-US"/>
              <a:pPr>
                <a:defRPr/>
              </a:pPr>
              <a:t>‹#›</a:t>
            </a:fld>
            <a:endParaRPr lang="en-US" altLang="en-US"/>
          </a:p>
        </p:txBody>
      </p:sp>
    </p:spTree>
    <p:extLst>
      <p:ext uri="{BB962C8B-B14F-4D97-AF65-F5344CB8AC3E}">
        <p14:creationId xmlns:p14="http://schemas.microsoft.com/office/powerpoint/2010/main" val="109232681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0CFFEBC-F637-370F-17B0-4FCBAAB58187}"/>
              </a:ext>
            </a:extLst>
          </p:cNvPr>
          <p:cNvSpPr>
            <a:spLocks noGrp="1"/>
          </p:cNvSpPr>
          <p:nvPr>
            <p:ph type="dt" sz="half" idx="10"/>
          </p:nvPr>
        </p:nvSpPr>
        <p:spPr/>
        <p:txBody>
          <a:bodyPr/>
          <a:lstStyle>
            <a:lvl1pPr>
              <a:defRPr/>
            </a:lvl1pPr>
          </a:lstStyle>
          <a:p>
            <a:pPr>
              <a:defRPr/>
            </a:pPr>
            <a:fld id="{A5A40A22-32EA-493E-90B4-FFB1834A1C0B}" type="datetimeFigureOut">
              <a:rPr lang="en-US"/>
              <a:pPr>
                <a:defRPr/>
              </a:pPr>
              <a:t>4/10/2026</a:t>
            </a:fld>
            <a:endParaRPr lang="en-US"/>
          </a:p>
        </p:txBody>
      </p:sp>
      <p:sp>
        <p:nvSpPr>
          <p:cNvPr id="5" name="Footer Placeholder 4">
            <a:extLst>
              <a:ext uri="{FF2B5EF4-FFF2-40B4-BE49-F238E27FC236}">
                <a16:creationId xmlns:a16="http://schemas.microsoft.com/office/drawing/2014/main" id="{72A17B79-1F62-EC5B-97FF-208A9E05FBD4}"/>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E79AA976-0AE8-82E7-CC8C-66AF52F887DF}"/>
              </a:ext>
            </a:extLst>
          </p:cNvPr>
          <p:cNvSpPr>
            <a:spLocks noGrp="1"/>
          </p:cNvSpPr>
          <p:nvPr>
            <p:ph type="sldNum" sz="quarter" idx="12"/>
          </p:nvPr>
        </p:nvSpPr>
        <p:spPr/>
        <p:txBody>
          <a:bodyPr/>
          <a:lstStyle>
            <a:lvl1pPr>
              <a:defRPr/>
            </a:lvl1pPr>
          </a:lstStyle>
          <a:p>
            <a:pPr>
              <a:defRPr/>
            </a:pPr>
            <a:fld id="{95E60AA6-7D62-4B2E-9BBF-5EEE7876D79B}" type="slidenum">
              <a:rPr lang="en-US"/>
              <a:pPr>
                <a:defRPr/>
              </a:pPr>
              <a:t>‹#›</a:t>
            </a:fld>
            <a:endParaRPr lang="en-US"/>
          </a:p>
        </p:txBody>
      </p:sp>
    </p:spTree>
    <p:extLst>
      <p:ext uri="{BB962C8B-B14F-4D97-AF65-F5344CB8AC3E}">
        <p14:creationId xmlns:p14="http://schemas.microsoft.com/office/powerpoint/2010/main" val="138223752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6C2271C-1C79-2837-B1E8-B328432C9161}"/>
              </a:ext>
            </a:extLst>
          </p:cNvPr>
          <p:cNvSpPr>
            <a:spLocks noGrp="1"/>
          </p:cNvSpPr>
          <p:nvPr>
            <p:ph type="dt" sz="half" idx="10"/>
          </p:nvPr>
        </p:nvSpPr>
        <p:spPr/>
        <p:txBody>
          <a:bodyPr/>
          <a:lstStyle>
            <a:lvl1pPr>
              <a:defRPr/>
            </a:lvl1pPr>
          </a:lstStyle>
          <a:p>
            <a:pPr>
              <a:defRPr/>
            </a:pPr>
            <a:fld id="{C2C501D4-E12F-4C4D-ADF5-E444B6520E90}" type="datetimeFigureOut">
              <a:rPr lang="en-US"/>
              <a:pPr>
                <a:defRPr/>
              </a:pPr>
              <a:t>4/10/2026</a:t>
            </a:fld>
            <a:endParaRPr lang="en-US"/>
          </a:p>
        </p:txBody>
      </p:sp>
      <p:sp>
        <p:nvSpPr>
          <p:cNvPr id="5" name="Footer Placeholder 4">
            <a:extLst>
              <a:ext uri="{FF2B5EF4-FFF2-40B4-BE49-F238E27FC236}">
                <a16:creationId xmlns:a16="http://schemas.microsoft.com/office/drawing/2014/main" id="{D0BC41F9-DA82-F58F-8526-2F99FBCC35B8}"/>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92FEFCF6-4559-C57B-2C1B-9D40C6BFC2A6}"/>
              </a:ext>
            </a:extLst>
          </p:cNvPr>
          <p:cNvSpPr>
            <a:spLocks noGrp="1"/>
          </p:cNvSpPr>
          <p:nvPr>
            <p:ph type="sldNum" sz="quarter" idx="12"/>
          </p:nvPr>
        </p:nvSpPr>
        <p:spPr/>
        <p:txBody>
          <a:bodyPr/>
          <a:lstStyle>
            <a:lvl1pPr>
              <a:defRPr/>
            </a:lvl1pPr>
          </a:lstStyle>
          <a:p>
            <a:pPr>
              <a:defRPr/>
            </a:pPr>
            <a:fld id="{C921FB4B-8B02-49E1-B784-7279AF83137B}" type="slidenum">
              <a:rPr lang="en-US"/>
              <a:pPr>
                <a:defRPr/>
              </a:pPr>
              <a:t>‹#›</a:t>
            </a:fld>
            <a:endParaRPr lang="en-US"/>
          </a:p>
        </p:txBody>
      </p:sp>
    </p:spTree>
    <p:extLst>
      <p:ext uri="{BB962C8B-B14F-4D97-AF65-F5344CB8AC3E}">
        <p14:creationId xmlns:p14="http://schemas.microsoft.com/office/powerpoint/2010/main" val="157367418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DB7E197-36CD-0061-256F-57A6669CF8AF}"/>
              </a:ext>
            </a:extLst>
          </p:cNvPr>
          <p:cNvSpPr>
            <a:spLocks noGrp="1"/>
          </p:cNvSpPr>
          <p:nvPr>
            <p:ph type="dt" sz="half" idx="10"/>
          </p:nvPr>
        </p:nvSpPr>
        <p:spPr/>
        <p:txBody>
          <a:bodyPr/>
          <a:lstStyle>
            <a:lvl1pPr>
              <a:defRPr/>
            </a:lvl1pPr>
          </a:lstStyle>
          <a:p>
            <a:pPr>
              <a:defRPr/>
            </a:pPr>
            <a:fld id="{38B01036-1CC3-4763-BEC3-5416BC13E029}" type="datetimeFigureOut">
              <a:rPr lang="en-US"/>
              <a:pPr>
                <a:defRPr/>
              </a:pPr>
              <a:t>4/10/2026</a:t>
            </a:fld>
            <a:endParaRPr lang="en-US"/>
          </a:p>
        </p:txBody>
      </p:sp>
      <p:sp>
        <p:nvSpPr>
          <p:cNvPr id="5" name="Footer Placeholder 4">
            <a:extLst>
              <a:ext uri="{FF2B5EF4-FFF2-40B4-BE49-F238E27FC236}">
                <a16:creationId xmlns:a16="http://schemas.microsoft.com/office/drawing/2014/main" id="{C77FAD87-D81C-9C31-14DC-C2DD8FBDCBA9}"/>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18B7544E-2173-5DE2-53CC-D67CF7055EDD}"/>
              </a:ext>
            </a:extLst>
          </p:cNvPr>
          <p:cNvSpPr>
            <a:spLocks noGrp="1"/>
          </p:cNvSpPr>
          <p:nvPr>
            <p:ph type="sldNum" sz="quarter" idx="12"/>
          </p:nvPr>
        </p:nvSpPr>
        <p:spPr/>
        <p:txBody>
          <a:bodyPr/>
          <a:lstStyle>
            <a:lvl1pPr>
              <a:defRPr/>
            </a:lvl1pPr>
          </a:lstStyle>
          <a:p>
            <a:pPr>
              <a:defRPr/>
            </a:pPr>
            <a:fld id="{2830B648-226C-49E6-A5DC-16C9EC72D2AA}" type="slidenum">
              <a:rPr lang="en-US"/>
              <a:pPr>
                <a:defRPr/>
              </a:pPr>
              <a:t>‹#›</a:t>
            </a:fld>
            <a:endParaRPr lang="en-US"/>
          </a:p>
        </p:txBody>
      </p:sp>
    </p:spTree>
    <p:extLst>
      <p:ext uri="{BB962C8B-B14F-4D97-AF65-F5344CB8AC3E}">
        <p14:creationId xmlns:p14="http://schemas.microsoft.com/office/powerpoint/2010/main" val="222713714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28650" y="1825625"/>
            <a:ext cx="38671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825625"/>
            <a:ext cx="38671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a:extLst>
              <a:ext uri="{FF2B5EF4-FFF2-40B4-BE49-F238E27FC236}">
                <a16:creationId xmlns:a16="http://schemas.microsoft.com/office/drawing/2014/main" id="{528873CE-57C6-6F71-4D09-6BFB07B3CAEC}"/>
              </a:ext>
            </a:extLst>
          </p:cNvPr>
          <p:cNvSpPr>
            <a:spLocks noGrp="1"/>
          </p:cNvSpPr>
          <p:nvPr>
            <p:ph type="dt" sz="half" idx="10"/>
          </p:nvPr>
        </p:nvSpPr>
        <p:spPr/>
        <p:txBody>
          <a:bodyPr/>
          <a:lstStyle>
            <a:lvl1pPr>
              <a:defRPr/>
            </a:lvl1pPr>
          </a:lstStyle>
          <a:p>
            <a:pPr>
              <a:defRPr/>
            </a:pPr>
            <a:fld id="{6064802C-7F26-4019-AB26-1B77D612DB8A}" type="datetimeFigureOut">
              <a:rPr lang="en-US"/>
              <a:pPr>
                <a:defRPr/>
              </a:pPr>
              <a:t>4/10/2026</a:t>
            </a:fld>
            <a:endParaRPr lang="en-US"/>
          </a:p>
        </p:txBody>
      </p:sp>
      <p:sp>
        <p:nvSpPr>
          <p:cNvPr id="6" name="Footer Placeholder 4">
            <a:extLst>
              <a:ext uri="{FF2B5EF4-FFF2-40B4-BE49-F238E27FC236}">
                <a16:creationId xmlns:a16="http://schemas.microsoft.com/office/drawing/2014/main" id="{9FD462B7-4316-90C4-6C1B-B1615707BE11}"/>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B1B542D4-19B3-B7E8-C888-A5D40B15B72D}"/>
              </a:ext>
            </a:extLst>
          </p:cNvPr>
          <p:cNvSpPr>
            <a:spLocks noGrp="1"/>
          </p:cNvSpPr>
          <p:nvPr>
            <p:ph type="sldNum" sz="quarter" idx="12"/>
          </p:nvPr>
        </p:nvSpPr>
        <p:spPr/>
        <p:txBody>
          <a:bodyPr/>
          <a:lstStyle>
            <a:lvl1pPr>
              <a:defRPr/>
            </a:lvl1pPr>
          </a:lstStyle>
          <a:p>
            <a:pPr>
              <a:defRPr/>
            </a:pPr>
            <a:fld id="{7917F800-2C90-4DCB-82CA-557CBE3ABCEE}" type="slidenum">
              <a:rPr lang="en-US"/>
              <a:pPr>
                <a:defRPr/>
              </a:pPr>
              <a:t>‹#›</a:t>
            </a:fld>
            <a:endParaRPr lang="en-US"/>
          </a:p>
        </p:txBody>
      </p:sp>
    </p:spTree>
    <p:extLst>
      <p:ext uri="{BB962C8B-B14F-4D97-AF65-F5344CB8AC3E}">
        <p14:creationId xmlns:p14="http://schemas.microsoft.com/office/powerpoint/2010/main" val="376234642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FC30ED9D-0A35-7726-D2FB-677041973659}"/>
              </a:ext>
            </a:extLst>
          </p:cNvPr>
          <p:cNvSpPr>
            <a:spLocks noGrp="1"/>
          </p:cNvSpPr>
          <p:nvPr>
            <p:ph type="dt" sz="half" idx="10"/>
          </p:nvPr>
        </p:nvSpPr>
        <p:spPr/>
        <p:txBody>
          <a:bodyPr/>
          <a:lstStyle>
            <a:lvl1pPr>
              <a:defRPr/>
            </a:lvl1pPr>
          </a:lstStyle>
          <a:p>
            <a:pPr>
              <a:defRPr/>
            </a:pPr>
            <a:fld id="{6DAF9320-D70C-404A-9226-6E52945A34EC}" type="datetimeFigureOut">
              <a:rPr lang="en-US"/>
              <a:pPr>
                <a:defRPr/>
              </a:pPr>
              <a:t>4/10/2026</a:t>
            </a:fld>
            <a:endParaRPr lang="en-US"/>
          </a:p>
        </p:txBody>
      </p:sp>
      <p:sp>
        <p:nvSpPr>
          <p:cNvPr id="8" name="Footer Placeholder 4">
            <a:extLst>
              <a:ext uri="{FF2B5EF4-FFF2-40B4-BE49-F238E27FC236}">
                <a16:creationId xmlns:a16="http://schemas.microsoft.com/office/drawing/2014/main" id="{7DBDD8B5-D667-BA3C-4E3D-89FA19AEE043}"/>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5">
            <a:extLst>
              <a:ext uri="{FF2B5EF4-FFF2-40B4-BE49-F238E27FC236}">
                <a16:creationId xmlns:a16="http://schemas.microsoft.com/office/drawing/2014/main" id="{C50DEBB6-683A-5385-5BFD-2F47EBFA8020}"/>
              </a:ext>
            </a:extLst>
          </p:cNvPr>
          <p:cNvSpPr>
            <a:spLocks noGrp="1"/>
          </p:cNvSpPr>
          <p:nvPr>
            <p:ph type="sldNum" sz="quarter" idx="12"/>
          </p:nvPr>
        </p:nvSpPr>
        <p:spPr/>
        <p:txBody>
          <a:bodyPr/>
          <a:lstStyle>
            <a:lvl1pPr>
              <a:defRPr/>
            </a:lvl1pPr>
          </a:lstStyle>
          <a:p>
            <a:pPr>
              <a:defRPr/>
            </a:pPr>
            <a:fld id="{B12D0C64-9D04-4AF4-9335-B168CBF89A82}" type="slidenum">
              <a:rPr lang="en-US"/>
              <a:pPr>
                <a:defRPr/>
              </a:pPr>
              <a:t>‹#›</a:t>
            </a:fld>
            <a:endParaRPr lang="en-US"/>
          </a:p>
        </p:txBody>
      </p:sp>
    </p:spTree>
    <p:extLst>
      <p:ext uri="{BB962C8B-B14F-4D97-AF65-F5344CB8AC3E}">
        <p14:creationId xmlns:p14="http://schemas.microsoft.com/office/powerpoint/2010/main" val="101784447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a:extLst>
              <a:ext uri="{FF2B5EF4-FFF2-40B4-BE49-F238E27FC236}">
                <a16:creationId xmlns:a16="http://schemas.microsoft.com/office/drawing/2014/main" id="{F2A6A45E-64ED-46F7-EFA1-5F241F26B71F}"/>
              </a:ext>
            </a:extLst>
          </p:cNvPr>
          <p:cNvSpPr>
            <a:spLocks noGrp="1"/>
          </p:cNvSpPr>
          <p:nvPr>
            <p:ph type="dt" sz="half" idx="10"/>
          </p:nvPr>
        </p:nvSpPr>
        <p:spPr/>
        <p:txBody>
          <a:bodyPr/>
          <a:lstStyle>
            <a:lvl1pPr>
              <a:defRPr/>
            </a:lvl1pPr>
          </a:lstStyle>
          <a:p>
            <a:pPr>
              <a:defRPr/>
            </a:pPr>
            <a:fld id="{63DC840E-538B-45C6-B489-785333054243}" type="datetimeFigureOut">
              <a:rPr lang="en-US"/>
              <a:pPr>
                <a:defRPr/>
              </a:pPr>
              <a:t>4/10/2026</a:t>
            </a:fld>
            <a:endParaRPr lang="en-US"/>
          </a:p>
        </p:txBody>
      </p:sp>
      <p:sp>
        <p:nvSpPr>
          <p:cNvPr id="4" name="Footer Placeholder 4">
            <a:extLst>
              <a:ext uri="{FF2B5EF4-FFF2-40B4-BE49-F238E27FC236}">
                <a16:creationId xmlns:a16="http://schemas.microsoft.com/office/drawing/2014/main" id="{98A9C528-D08A-2CE8-1059-EB126CB6C683}"/>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2CBB3232-9CC1-CA67-373D-AE8EB80AF1DC}"/>
              </a:ext>
            </a:extLst>
          </p:cNvPr>
          <p:cNvSpPr>
            <a:spLocks noGrp="1"/>
          </p:cNvSpPr>
          <p:nvPr>
            <p:ph type="sldNum" sz="quarter" idx="12"/>
          </p:nvPr>
        </p:nvSpPr>
        <p:spPr/>
        <p:txBody>
          <a:bodyPr/>
          <a:lstStyle>
            <a:lvl1pPr>
              <a:defRPr/>
            </a:lvl1pPr>
          </a:lstStyle>
          <a:p>
            <a:pPr>
              <a:defRPr/>
            </a:pPr>
            <a:fld id="{DBD2889D-32EF-428D-8BAF-0FD97D80A711}" type="slidenum">
              <a:rPr lang="en-US"/>
              <a:pPr>
                <a:defRPr/>
              </a:pPr>
              <a:t>‹#›</a:t>
            </a:fld>
            <a:endParaRPr lang="en-US"/>
          </a:p>
        </p:txBody>
      </p:sp>
    </p:spTree>
    <p:extLst>
      <p:ext uri="{BB962C8B-B14F-4D97-AF65-F5344CB8AC3E}">
        <p14:creationId xmlns:p14="http://schemas.microsoft.com/office/powerpoint/2010/main" val="54177276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D555809C-518C-3842-89D6-2DC0D1CE6188}"/>
              </a:ext>
            </a:extLst>
          </p:cNvPr>
          <p:cNvSpPr>
            <a:spLocks noGrp="1"/>
          </p:cNvSpPr>
          <p:nvPr>
            <p:ph type="dt" sz="half" idx="10"/>
          </p:nvPr>
        </p:nvSpPr>
        <p:spPr/>
        <p:txBody>
          <a:bodyPr/>
          <a:lstStyle>
            <a:lvl1pPr>
              <a:defRPr/>
            </a:lvl1pPr>
          </a:lstStyle>
          <a:p>
            <a:pPr>
              <a:defRPr/>
            </a:pPr>
            <a:fld id="{E9E99B14-5D60-4A2F-A439-4917D8FDCA92}" type="datetimeFigureOut">
              <a:rPr lang="en-US"/>
              <a:pPr>
                <a:defRPr/>
              </a:pPr>
              <a:t>4/10/2026</a:t>
            </a:fld>
            <a:endParaRPr lang="en-US"/>
          </a:p>
        </p:txBody>
      </p:sp>
      <p:sp>
        <p:nvSpPr>
          <p:cNvPr id="3" name="Footer Placeholder 4">
            <a:extLst>
              <a:ext uri="{FF2B5EF4-FFF2-40B4-BE49-F238E27FC236}">
                <a16:creationId xmlns:a16="http://schemas.microsoft.com/office/drawing/2014/main" id="{81F7E61D-AFB9-F99F-D12B-745E481A220A}"/>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5">
            <a:extLst>
              <a:ext uri="{FF2B5EF4-FFF2-40B4-BE49-F238E27FC236}">
                <a16:creationId xmlns:a16="http://schemas.microsoft.com/office/drawing/2014/main" id="{0250E8EE-1DF2-19B3-4FE7-84186048BEAF}"/>
              </a:ext>
            </a:extLst>
          </p:cNvPr>
          <p:cNvSpPr>
            <a:spLocks noGrp="1"/>
          </p:cNvSpPr>
          <p:nvPr>
            <p:ph type="sldNum" sz="quarter" idx="12"/>
          </p:nvPr>
        </p:nvSpPr>
        <p:spPr/>
        <p:txBody>
          <a:bodyPr/>
          <a:lstStyle>
            <a:lvl1pPr>
              <a:defRPr/>
            </a:lvl1pPr>
          </a:lstStyle>
          <a:p>
            <a:pPr>
              <a:defRPr/>
            </a:pPr>
            <a:fld id="{DC2873E9-CC91-4486-A328-F84F3D810B10}" type="slidenum">
              <a:rPr lang="en-US"/>
              <a:pPr>
                <a:defRPr/>
              </a:pPr>
              <a:t>‹#›</a:t>
            </a:fld>
            <a:endParaRPr lang="en-US"/>
          </a:p>
        </p:txBody>
      </p:sp>
    </p:spTree>
    <p:extLst>
      <p:ext uri="{BB962C8B-B14F-4D97-AF65-F5344CB8AC3E}">
        <p14:creationId xmlns:p14="http://schemas.microsoft.com/office/powerpoint/2010/main" val="152462806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a:extLst>
              <a:ext uri="{FF2B5EF4-FFF2-40B4-BE49-F238E27FC236}">
                <a16:creationId xmlns:a16="http://schemas.microsoft.com/office/drawing/2014/main" id="{21031308-2DE1-3A79-6D0D-09CCA5A3E0F8}"/>
              </a:ext>
            </a:extLst>
          </p:cNvPr>
          <p:cNvSpPr>
            <a:spLocks noGrp="1"/>
          </p:cNvSpPr>
          <p:nvPr>
            <p:ph type="dt" sz="half" idx="10"/>
          </p:nvPr>
        </p:nvSpPr>
        <p:spPr/>
        <p:txBody>
          <a:bodyPr/>
          <a:lstStyle>
            <a:lvl1pPr>
              <a:defRPr/>
            </a:lvl1pPr>
          </a:lstStyle>
          <a:p>
            <a:pPr>
              <a:defRPr/>
            </a:pPr>
            <a:fld id="{8263A6C8-37B2-44B7-9D74-A06C2075E09A}" type="datetimeFigureOut">
              <a:rPr lang="en-US"/>
              <a:pPr>
                <a:defRPr/>
              </a:pPr>
              <a:t>4/10/2026</a:t>
            </a:fld>
            <a:endParaRPr lang="en-US"/>
          </a:p>
        </p:txBody>
      </p:sp>
      <p:sp>
        <p:nvSpPr>
          <p:cNvPr id="6" name="Footer Placeholder 4">
            <a:extLst>
              <a:ext uri="{FF2B5EF4-FFF2-40B4-BE49-F238E27FC236}">
                <a16:creationId xmlns:a16="http://schemas.microsoft.com/office/drawing/2014/main" id="{89BA8F6C-0F1F-8C78-793E-6B5FFD2EFEC0}"/>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F89D9B75-AB2E-09B8-E36F-D59F89955057}"/>
              </a:ext>
            </a:extLst>
          </p:cNvPr>
          <p:cNvSpPr>
            <a:spLocks noGrp="1"/>
          </p:cNvSpPr>
          <p:nvPr>
            <p:ph type="sldNum" sz="quarter" idx="12"/>
          </p:nvPr>
        </p:nvSpPr>
        <p:spPr/>
        <p:txBody>
          <a:bodyPr/>
          <a:lstStyle>
            <a:lvl1pPr>
              <a:defRPr/>
            </a:lvl1pPr>
          </a:lstStyle>
          <a:p>
            <a:pPr>
              <a:defRPr/>
            </a:pPr>
            <a:fld id="{A25BFB6C-956C-447A-AAA4-5FFD5DC1E7B5}" type="slidenum">
              <a:rPr lang="en-US"/>
              <a:pPr>
                <a:defRPr/>
              </a:pPr>
              <a:t>‹#›</a:t>
            </a:fld>
            <a:endParaRPr lang="en-US"/>
          </a:p>
        </p:txBody>
      </p:sp>
    </p:spTree>
    <p:extLst>
      <p:ext uri="{BB962C8B-B14F-4D97-AF65-F5344CB8AC3E}">
        <p14:creationId xmlns:p14="http://schemas.microsoft.com/office/powerpoint/2010/main" val="189952035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a:extLst>
              <a:ext uri="{FF2B5EF4-FFF2-40B4-BE49-F238E27FC236}">
                <a16:creationId xmlns:a16="http://schemas.microsoft.com/office/drawing/2014/main" id="{DB38ECB4-529A-F4BF-0985-8758C3009B10}"/>
              </a:ext>
            </a:extLst>
          </p:cNvPr>
          <p:cNvSpPr>
            <a:spLocks noGrp="1"/>
          </p:cNvSpPr>
          <p:nvPr>
            <p:ph type="dt" sz="half" idx="10"/>
          </p:nvPr>
        </p:nvSpPr>
        <p:spPr/>
        <p:txBody>
          <a:bodyPr/>
          <a:lstStyle>
            <a:lvl1pPr>
              <a:defRPr/>
            </a:lvl1pPr>
          </a:lstStyle>
          <a:p>
            <a:pPr>
              <a:defRPr/>
            </a:pPr>
            <a:fld id="{EA40649A-855B-413F-AC5B-7E2AD3348C09}" type="datetimeFigureOut">
              <a:rPr lang="en-US"/>
              <a:pPr>
                <a:defRPr/>
              </a:pPr>
              <a:t>4/10/2026</a:t>
            </a:fld>
            <a:endParaRPr lang="en-US"/>
          </a:p>
        </p:txBody>
      </p:sp>
      <p:sp>
        <p:nvSpPr>
          <p:cNvPr id="6" name="Footer Placeholder 4">
            <a:extLst>
              <a:ext uri="{FF2B5EF4-FFF2-40B4-BE49-F238E27FC236}">
                <a16:creationId xmlns:a16="http://schemas.microsoft.com/office/drawing/2014/main" id="{32C64ECD-38D3-523A-EC39-AE877A6B3BFD}"/>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17DD409F-6AED-366B-B507-2AB076FB7E88}"/>
              </a:ext>
            </a:extLst>
          </p:cNvPr>
          <p:cNvSpPr>
            <a:spLocks noGrp="1"/>
          </p:cNvSpPr>
          <p:nvPr>
            <p:ph type="sldNum" sz="quarter" idx="12"/>
          </p:nvPr>
        </p:nvSpPr>
        <p:spPr/>
        <p:txBody>
          <a:bodyPr/>
          <a:lstStyle>
            <a:lvl1pPr>
              <a:defRPr/>
            </a:lvl1pPr>
          </a:lstStyle>
          <a:p>
            <a:pPr>
              <a:defRPr/>
            </a:pPr>
            <a:fld id="{3C55F351-AF85-4731-9E0C-E5AB4B300183}" type="slidenum">
              <a:rPr lang="en-US"/>
              <a:pPr>
                <a:defRPr/>
              </a:pPr>
              <a:t>‹#›</a:t>
            </a:fld>
            <a:endParaRPr lang="en-US"/>
          </a:p>
        </p:txBody>
      </p:sp>
    </p:spTree>
    <p:extLst>
      <p:ext uri="{BB962C8B-B14F-4D97-AF65-F5344CB8AC3E}">
        <p14:creationId xmlns:p14="http://schemas.microsoft.com/office/powerpoint/2010/main" val="265017668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17928DB-32CE-5BDD-7950-8CE91A23EDF4}"/>
              </a:ext>
            </a:extLst>
          </p:cNvPr>
          <p:cNvSpPr>
            <a:spLocks noGrp="1"/>
          </p:cNvSpPr>
          <p:nvPr>
            <p:ph type="dt" sz="half" idx="10"/>
          </p:nvPr>
        </p:nvSpPr>
        <p:spPr/>
        <p:txBody>
          <a:bodyPr/>
          <a:lstStyle>
            <a:lvl1pPr>
              <a:defRPr/>
            </a:lvl1pPr>
          </a:lstStyle>
          <a:p>
            <a:pPr>
              <a:defRPr/>
            </a:pPr>
            <a:fld id="{FB480CBE-20E1-45A1-95F9-96B593D1DFE9}" type="datetimeFigureOut">
              <a:rPr lang="en-US"/>
              <a:pPr>
                <a:defRPr/>
              </a:pPr>
              <a:t>4/10/2026</a:t>
            </a:fld>
            <a:endParaRPr lang="en-US"/>
          </a:p>
        </p:txBody>
      </p:sp>
      <p:sp>
        <p:nvSpPr>
          <p:cNvPr id="5" name="Footer Placeholder 4">
            <a:extLst>
              <a:ext uri="{FF2B5EF4-FFF2-40B4-BE49-F238E27FC236}">
                <a16:creationId xmlns:a16="http://schemas.microsoft.com/office/drawing/2014/main" id="{F0ACC9EB-34B1-AB0D-8652-AF8A5A199973}"/>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1D96183B-ADE3-0231-4BB9-D35A4CEFBDE9}"/>
              </a:ext>
            </a:extLst>
          </p:cNvPr>
          <p:cNvSpPr>
            <a:spLocks noGrp="1"/>
          </p:cNvSpPr>
          <p:nvPr>
            <p:ph type="sldNum" sz="quarter" idx="12"/>
          </p:nvPr>
        </p:nvSpPr>
        <p:spPr/>
        <p:txBody>
          <a:bodyPr/>
          <a:lstStyle>
            <a:lvl1pPr>
              <a:defRPr/>
            </a:lvl1pPr>
          </a:lstStyle>
          <a:p>
            <a:pPr>
              <a:defRPr/>
            </a:pPr>
            <a:fld id="{8ECFDB62-8E3A-485C-B02A-968D30340218}" type="slidenum">
              <a:rPr lang="en-US"/>
              <a:pPr>
                <a:defRPr/>
              </a:pPr>
              <a:t>‹#›</a:t>
            </a:fld>
            <a:endParaRPr lang="en-US"/>
          </a:p>
        </p:txBody>
      </p:sp>
    </p:spTree>
    <p:extLst>
      <p:ext uri="{BB962C8B-B14F-4D97-AF65-F5344CB8AC3E}">
        <p14:creationId xmlns:p14="http://schemas.microsoft.com/office/powerpoint/2010/main" val="272460187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365125"/>
            <a:ext cx="57626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0BFBCE6-9AF9-82E0-625D-8EED5782B97E}"/>
              </a:ext>
            </a:extLst>
          </p:cNvPr>
          <p:cNvSpPr>
            <a:spLocks noGrp="1"/>
          </p:cNvSpPr>
          <p:nvPr>
            <p:ph type="dt" sz="half" idx="10"/>
          </p:nvPr>
        </p:nvSpPr>
        <p:spPr/>
        <p:txBody>
          <a:bodyPr/>
          <a:lstStyle>
            <a:lvl1pPr>
              <a:defRPr/>
            </a:lvl1pPr>
          </a:lstStyle>
          <a:p>
            <a:pPr>
              <a:defRPr/>
            </a:pPr>
            <a:fld id="{97B61ECB-FA15-4074-83A9-654A27F3F2B6}" type="datetimeFigureOut">
              <a:rPr lang="en-US"/>
              <a:pPr>
                <a:defRPr/>
              </a:pPr>
              <a:t>4/10/2026</a:t>
            </a:fld>
            <a:endParaRPr lang="en-US"/>
          </a:p>
        </p:txBody>
      </p:sp>
      <p:sp>
        <p:nvSpPr>
          <p:cNvPr id="5" name="Footer Placeholder 4">
            <a:extLst>
              <a:ext uri="{FF2B5EF4-FFF2-40B4-BE49-F238E27FC236}">
                <a16:creationId xmlns:a16="http://schemas.microsoft.com/office/drawing/2014/main" id="{278A2197-69FA-B71A-1A3F-653B1A0FB78B}"/>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0F3D30BF-CA64-D113-9EB9-9BB6FBE30C26}"/>
              </a:ext>
            </a:extLst>
          </p:cNvPr>
          <p:cNvSpPr>
            <a:spLocks noGrp="1"/>
          </p:cNvSpPr>
          <p:nvPr>
            <p:ph type="sldNum" sz="quarter" idx="12"/>
          </p:nvPr>
        </p:nvSpPr>
        <p:spPr/>
        <p:txBody>
          <a:bodyPr/>
          <a:lstStyle>
            <a:lvl1pPr>
              <a:defRPr/>
            </a:lvl1pPr>
          </a:lstStyle>
          <a:p>
            <a:pPr>
              <a:defRPr/>
            </a:pPr>
            <a:fld id="{BE471E2F-6A94-41DC-B511-736D7A0E05AC}" type="slidenum">
              <a:rPr lang="en-US"/>
              <a:pPr>
                <a:defRPr/>
              </a:pPr>
              <a:t>‹#›</a:t>
            </a:fld>
            <a:endParaRPr lang="en-US"/>
          </a:p>
        </p:txBody>
      </p:sp>
    </p:spTree>
    <p:extLst>
      <p:ext uri="{BB962C8B-B14F-4D97-AF65-F5344CB8AC3E}">
        <p14:creationId xmlns:p14="http://schemas.microsoft.com/office/powerpoint/2010/main" val="1752779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30">
            <a:extLst>
              <a:ext uri="{FF2B5EF4-FFF2-40B4-BE49-F238E27FC236}">
                <a16:creationId xmlns:a16="http://schemas.microsoft.com/office/drawing/2014/main" id="{B1576FDC-13D2-5779-D645-76C96C365347}"/>
              </a:ext>
            </a:extLst>
          </p:cNvPr>
          <p:cNvSpPr>
            <a:spLocks noGrp="1" noChangeArrowheads="1"/>
          </p:cNvSpPr>
          <p:nvPr>
            <p:ph type="title"/>
          </p:nvPr>
        </p:nvSpPr>
        <p:spPr bwMode="auto">
          <a:xfrm>
            <a:off x="685800" y="28575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ctr" anchorCtr="0" compatLnSpc="1">
            <a:prstTxWarp prst="textNoShape">
              <a:avLst/>
            </a:prstTxWarp>
          </a:bodyPr>
          <a:lstStyle/>
          <a:p>
            <a:pPr lvl="0"/>
            <a:r>
              <a:rPr lang="en-US" altLang="en-US"/>
              <a:t>Click to edit Master title style</a:t>
            </a:r>
          </a:p>
        </p:txBody>
      </p:sp>
      <p:sp>
        <p:nvSpPr>
          <p:cNvPr id="1027" name="Rectangle 31">
            <a:extLst>
              <a:ext uri="{FF2B5EF4-FFF2-40B4-BE49-F238E27FC236}">
                <a16:creationId xmlns:a16="http://schemas.microsoft.com/office/drawing/2014/main" id="{4C557952-6906-0BFB-7B40-C054F421733D}"/>
              </a:ext>
            </a:extLst>
          </p:cNvPr>
          <p:cNvSpPr>
            <a:spLocks noGrp="1" noChangeArrowheads="1"/>
          </p:cNvSpPr>
          <p:nvPr>
            <p:ph type="body" idx="1"/>
          </p:nvPr>
        </p:nvSpPr>
        <p:spPr bwMode="auto">
          <a:xfrm>
            <a:off x="685800" y="1657350"/>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56" name="Rectangle 32">
            <a:extLst>
              <a:ext uri="{FF2B5EF4-FFF2-40B4-BE49-F238E27FC236}">
                <a16:creationId xmlns:a16="http://schemas.microsoft.com/office/drawing/2014/main" id="{2B8BB7E3-D084-4CD8-5B19-43A32B87B4FE}"/>
              </a:ext>
            </a:extLst>
          </p:cNvPr>
          <p:cNvSpPr>
            <a:spLocks noGrp="1" noChangeArrowheads="1"/>
          </p:cNvSpPr>
          <p:nvPr>
            <p:ph type="dt" sz="half" idx="2"/>
          </p:nvPr>
        </p:nvSpPr>
        <p:spPr bwMode="auto">
          <a:xfrm>
            <a:off x="685800" y="6400800"/>
            <a:ext cx="1905000" cy="457200"/>
          </a:xfrm>
          <a:prstGeom prst="rect">
            <a:avLst/>
          </a:prstGeom>
          <a:noFill/>
          <a:ln>
            <a:noFill/>
          </a:ln>
          <a:effectLst/>
        </p:spPr>
        <p:txBody>
          <a:bodyPr vert="horz" wrap="none" lIns="92075" tIns="46038" rIns="92075" bIns="46038" numCol="1" anchor="ctr" anchorCtr="0" compatLnSpc="1">
            <a:prstTxWarp prst="textNoShape">
              <a:avLst/>
            </a:prstTxWarp>
          </a:bodyPr>
          <a:lstStyle>
            <a:lvl1pPr>
              <a:defRPr sz="1400"/>
            </a:lvl1pPr>
          </a:lstStyle>
          <a:p>
            <a:pPr>
              <a:defRPr/>
            </a:pPr>
            <a:endParaRPr lang="en-US"/>
          </a:p>
        </p:txBody>
      </p:sp>
      <p:sp>
        <p:nvSpPr>
          <p:cNvPr id="1058" name="Rectangle 34">
            <a:extLst>
              <a:ext uri="{FF2B5EF4-FFF2-40B4-BE49-F238E27FC236}">
                <a16:creationId xmlns:a16="http://schemas.microsoft.com/office/drawing/2014/main" id="{06B5DE0F-8A12-C319-B288-B4FC2BF08828}"/>
              </a:ext>
            </a:extLst>
          </p:cNvPr>
          <p:cNvSpPr>
            <a:spLocks noGrp="1" noChangeArrowheads="1"/>
          </p:cNvSpPr>
          <p:nvPr>
            <p:ph type="sldNum" sz="quarter" idx="4"/>
          </p:nvPr>
        </p:nvSpPr>
        <p:spPr bwMode="auto">
          <a:xfrm>
            <a:off x="6553200" y="6399213"/>
            <a:ext cx="1905000" cy="457200"/>
          </a:xfrm>
          <a:prstGeom prst="rect">
            <a:avLst/>
          </a:prstGeom>
          <a:noFill/>
          <a:ln>
            <a:noFill/>
          </a:ln>
          <a:effectLst/>
        </p:spPr>
        <p:txBody>
          <a:bodyPr vert="horz" wrap="none" lIns="92075" tIns="46038" rIns="92075" bIns="46038" numCol="1" anchor="ctr" anchorCtr="0" compatLnSpc="1">
            <a:prstTxWarp prst="textNoShape">
              <a:avLst/>
            </a:prstTxWarp>
          </a:bodyPr>
          <a:lstStyle>
            <a:lvl1pPr algn="r">
              <a:defRPr sz="1400"/>
            </a:lvl1pPr>
          </a:lstStyle>
          <a:p>
            <a:pPr>
              <a:defRPr/>
            </a:pPr>
            <a:fld id="{0479CE3F-49CD-4981-85AC-1C146EB9FEC8}" type="slidenum">
              <a:rPr lang="en-US" altLang="en-US"/>
              <a:pPr>
                <a:defRPr/>
              </a:pPr>
              <a:t>‹#›</a:t>
            </a:fld>
            <a:endParaRPr lang="en-US" altLang="en-US"/>
          </a:p>
        </p:txBody>
      </p:sp>
      <p:sp>
        <p:nvSpPr>
          <p:cNvPr id="1031" name="Rectangle 35">
            <a:extLst>
              <a:ext uri="{FF2B5EF4-FFF2-40B4-BE49-F238E27FC236}">
                <a16:creationId xmlns:a16="http://schemas.microsoft.com/office/drawing/2014/main" id="{9459D342-DE59-AA22-1C1D-6EEFAAF43796}"/>
              </a:ext>
            </a:extLst>
          </p:cNvPr>
          <p:cNvSpPr>
            <a:spLocks noChangeArrowheads="1"/>
          </p:cNvSpPr>
          <p:nvPr userDrawn="1"/>
        </p:nvSpPr>
        <p:spPr bwMode="auto">
          <a:xfrm>
            <a:off x="1676400" y="6438900"/>
            <a:ext cx="5581650" cy="419100"/>
          </a:xfrm>
          <a:prstGeom prst="rect">
            <a:avLst/>
          </a:prstGeom>
          <a:noFill/>
          <a:ln>
            <a:noFill/>
          </a:ln>
          <a:effectLst/>
        </p:spPr>
        <p:txBody>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defRPr/>
            </a:pPr>
            <a:r>
              <a:rPr lang="en-US" altLang="en-US" sz="1000">
                <a:latin typeface="Arial" charset="0"/>
              </a:rPr>
              <a:t>Liang, Introduction to Java Programming, Tenth Edition, (c) 2013 Pearson Education, Inc. All rights reserved. </a:t>
            </a:r>
          </a:p>
        </p:txBody>
      </p:sp>
      <p:sp>
        <p:nvSpPr>
          <p:cNvPr id="4" name="Footer Placeholder 3">
            <a:extLst>
              <a:ext uri="{FF2B5EF4-FFF2-40B4-BE49-F238E27FC236}">
                <a16:creationId xmlns:a16="http://schemas.microsoft.com/office/drawing/2014/main" id="{A573002F-CD94-5C93-1532-A3C67C399186}"/>
              </a:ext>
            </a:extLst>
          </p:cNvPr>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dirty="0">
                <a:solidFill>
                  <a:schemeClr val="tx1">
                    <a:tint val="82000"/>
                  </a:schemeClr>
                </a:solidFill>
              </a:defRPr>
            </a:lvl1pPr>
          </a:lstStyle>
          <a:p>
            <a:pPr>
              <a:defRPr/>
            </a:pPr>
            <a:endParaRPr lang="en-US"/>
          </a:p>
        </p:txBody>
      </p:sp>
    </p:spTree>
  </p:cSld>
  <p:clrMap bg1="lt1" tx1="dk1" bg2="lt2" tx2="dk2" accent1="accent1" accent2="accent2" accent3="accent3" accent4="accent4" accent5="accent5" accent6="accent6" hlink="hlink" folHlink="folHlink"/>
  <p:sldLayoutIdLst>
    <p:sldLayoutId id="2147483778" r:id="rId1"/>
    <p:sldLayoutId id="2147483779" r:id="rId2"/>
    <p:sldLayoutId id="2147483780" r:id="rId3"/>
    <p:sldLayoutId id="2147483781" r:id="rId4"/>
    <p:sldLayoutId id="2147483782" r:id="rId5"/>
    <p:sldLayoutId id="2147483783" r:id="rId6"/>
    <p:sldLayoutId id="2147483784" r:id="rId7"/>
    <p:sldLayoutId id="2147483785" r:id="rId8"/>
    <p:sldLayoutId id="2147483786" r:id="rId9"/>
    <p:sldLayoutId id="2147483787" r:id="rId10"/>
    <p:sldLayoutId id="2147483788" r:id="rId11"/>
  </p:sldLayoutIdLst>
  <p:hf hdr="0" ftr="0" dt="0"/>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defRPr>
      </a:lvl2pPr>
      <a:lvl3pPr algn="ctr" rtl="0" eaLnBrk="0" fontAlgn="base" hangingPunct="0">
        <a:spcBef>
          <a:spcPct val="0"/>
        </a:spcBef>
        <a:spcAft>
          <a:spcPct val="0"/>
        </a:spcAft>
        <a:defRPr sz="4400">
          <a:solidFill>
            <a:schemeClr val="tx2"/>
          </a:solidFill>
          <a:latin typeface="Times New Roman" panose="02020603050405020304" pitchFamily="18" charset="0"/>
        </a:defRPr>
      </a:lvl3pPr>
      <a:lvl4pPr algn="ctr" rtl="0" eaLnBrk="0" fontAlgn="base" hangingPunct="0">
        <a:spcBef>
          <a:spcPct val="0"/>
        </a:spcBef>
        <a:spcAft>
          <a:spcPct val="0"/>
        </a:spcAft>
        <a:defRPr sz="4400">
          <a:solidFill>
            <a:schemeClr val="tx2"/>
          </a:solidFill>
          <a:latin typeface="Times New Roman" panose="02020603050405020304" pitchFamily="18" charset="0"/>
        </a:defRPr>
      </a:lvl4pPr>
      <a:lvl5pPr algn="ctr" rtl="0" eaLnBrk="0" fontAlgn="base" hangingPunct="0">
        <a:spcBef>
          <a:spcPct val="0"/>
        </a:spcBef>
        <a:spcAft>
          <a:spcPct val="0"/>
        </a:spcAft>
        <a:defRPr sz="4400">
          <a:solidFill>
            <a:schemeClr val="tx2"/>
          </a:solidFill>
          <a:latin typeface="Times New Roman" panose="02020603050405020304" pitchFamily="18" charset="0"/>
        </a:defRPr>
      </a:lvl5pPr>
      <a:lvl6pPr marL="457200" algn="ctr" rtl="0" eaLnBrk="0" fontAlgn="base" hangingPunct="0">
        <a:spcBef>
          <a:spcPct val="0"/>
        </a:spcBef>
        <a:spcAft>
          <a:spcPct val="0"/>
        </a:spcAft>
        <a:defRPr sz="4400">
          <a:solidFill>
            <a:schemeClr val="tx2"/>
          </a:solidFill>
          <a:latin typeface="Times New Roman" panose="02020603050405020304" pitchFamily="18" charset="0"/>
        </a:defRPr>
      </a:lvl6pPr>
      <a:lvl7pPr marL="914400" algn="ctr" rtl="0" eaLnBrk="0" fontAlgn="base" hangingPunct="0">
        <a:spcBef>
          <a:spcPct val="0"/>
        </a:spcBef>
        <a:spcAft>
          <a:spcPct val="0"/>
        </a:spcAft>
        <a:defRPr sz="4400">
          <a:solidFill>
            <a:schemeClr val="tx2"/>
          </a:solidFill>
          <a:latin typeface="Times New Roman" panose="02020603050405020304" pitchFamily="18" charset="0"/>
        </a:defRPr>
      </a:lvl7pPr>
      <a:lvl8pPr marL="1371600" algn="ctr" rtl="0" eaLnBrk="0" fontAlgn="base" hangingPunct="0">
        <a:spcBef>
          <a:spcPct val="0"/>
        </a:spcBef>
        <a:spcAft>
          <a:spcPct val="0"/>
        </a:spcAft>
        <a:defRPr sz="4400">
          <a:solidFill>
            <a:schemeClr val="tx2"/>
          </a:solidFill>
          <a:latin typeface="Times New Roman" panose="02020603050405020304" pitchFamily="18" charset="0"/>
        </a:defRPr>
      </a:lvl8pPr>
      <a:lvl9pPr marL="1828800" algn="ctr" rtl="0" eaLnBrk="0" fontAlgn="base" hangingPunct="0">
        <a:spcBef>
          <a:spcPct val="0"/>
        </a:spcBef>
        <a:spcAft>
          <a:spcPct val="0"/>
        </a:spcAft>
        <a:defRPr sz="4400">
          <a:solidFill>
            <a:schemeClr val="tx2"/>
          </a:solidFill>
          <a:latin typeface="Times New Roman" panose="02020603050405020304" pitchFamily="18" charset="0"/>
        </a:defRPr>
      </a:lvl9pPr>
    </p:titleStyle>
    <p:bodyStyle>
      <a:lvl1pPr marL="342900" indent="-342900" algn="l" rtl="0" eaLnBrk="0" fontAlgn="base" hangingPunct="0">
        <a:spcBef>
          <a:spcPct val="20000"/>
        </a:spcBef>
        <a:spcAft>
          <a:spcPct val="0"/>
        </a:spcAft>
        <a:buClr>
          <a:schemeClr val="tx2"/>
        </a:buClr>
        <a:buSzPct val="75000"/>
        <a:buFont typeface="Monotype Sorts"/>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Title Placeholder 1">
            <a:extLst>
              <a:ext uri="{FF2B5EF4-FFF2-40B4-BE49-F238E27FC236}">
                <a16:creationId xmlns:a16="http://schemas.microsoft.com/office/drawing/2014/main" id="{E064D8D3-2842-5722-7240-D23FDDE88326}"/>
              </a:ext>
            </a:extLst>
          </p:cNvPr>
          <p:cNvSpPr>
            <a:spLocks noGrp="1" noChangeArrowheads="1"/>
          </p:cNvSpPr>
          <p:nvPr>
            <p:ph type="title"/>
          </p:nvPr>
        </p:nvSpPr>
        <p:spPr bwMode="auto">
          <a:xfrm>
            <a:off x="628650" y="365125"/>
            <a:ext cx="78867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2051" name="Text Placeholder 2">
            <a:extLst>
              <a:ext uri="{FF2B5EF4-FFF2-40B4-BE49-F238E27FC236}">
                <a16:creationId xmlns:a16="http://schemas.microsoft.com/office/drawing/2014/main" id="{9B11A389-23E4-08F4-54D5-CC25AA0BAD56}"/>
              </a:ext>
            </a:extLst>
          </p:cNvPr>
          <p:cNvSpPr>
            <a:spLocks noGrp="1" noChangeArrowheads="1"/>
          </p:cNvSpPr>
          <p:nvPr>
            <p:ph type="body" idx="1"/>
          </p:nvPr>
        </p:nvSpPr>
        <p:spPr bwMode="auto">
          <a:xfrm>
            <a:off x="628650" y="1825625"/>
            <a:ext cx="78867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5678A83E-8080-7DFB-0EDA-D396BEE36864}"/>
              </a:ext>
            </a:extLst>
          </p:cNvPr>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1200" smtClean="0">
                <a:solidFill>
                  <a:schemeClr val="tx1">
                    <a:tint val="82000"/>
                  </a:schemeClr>
                </a:solidFill>
              </a:defRPr>
            </a:lvl1pPr>
          </a:lstStyle>
          <a:p>
            <a:pPr>
              <a:defRPr/>
            </a:pPr>
            <a:fld id="{21FB6FCE-8BBF-41E9-BEAE-63EE328E62D5}" type="datetimeFigureOut">
              <a:rPr lang="en-US"/>
              <a:pPr>
                <a:defRPr/>
              </a:pPr>
              <a:t>4/10/2026</a:t>
            </a:fld>
            <a:endParaRPr lang="en-US"/>
          </a:p>
        </p:txBody>
      </p:sp>
      <p:sp>
        <p:nvSpPr>
          <p:cNvPr id="5" name="Footer Placeholder 4">
            <a:extLst>
              <a:ext uri="{FF2B5EF4-FFF2-40B4-BE49-F238E27FC236}">
                <a16:creationId xmlns:a16="http://schemas.microsoft.com/office/drawing/2014/main" id="{275ED1FC-056E-BFFA-5FFE-297E06D3DBE7}"/>
              </a:ext>
            </a:extLst>
          </p:cNvPr>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pPr>
              <a:defRPr/>
            </a:pPr>
            <a:endParaRPr lang="en-US"/>
          </a:p>
        </p:txBody>
      </p:sp>
      <p:sp>
        <p:nvSpPr>
          <p:cNvPr id="6" name="Slide Number Placeholder 5">
            <a:extLst>
              <a:ext uri="{FF2B5EF4-FFF2-40B4-BE49-F238E27FC236}">
                <a16:creationId xmlns:a16="http://schemas.microsoft.com/office/drawing/2014/main" id="{C1D85BE7-D3F1-4300-E648-FD597D06459E}"/>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smtClean="0">
                <a:solidFill>
                  <a:schemeClr val="tx1">
                    <a:tint val="82000"/>
                  </a:schemeClr>
                </a:solidFill>
              </a:defRPr>
            </a:lvl1pPr>
          </a:lstStyle>
          <a:p>
            <a:pPr>
              <a:defRPr/>
            </a:pPr>
            <a:fld id="{E5770D53-3642-4316-AD9A-DB4CFB818872}"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767" r:id="rId1"/>
    <p:sldLayoutId id="2147483768" r:id="rId2"/>
    <p:sldLayoutId id="2147483769" r:id="rId3"/>
    <p:sldLayoutId id="2147483770" r:id="rId4"/>
    <p:sldLayoutId id="2147483771" r:id="rId5"/>
    <p:sldLayoutId id="2147483772" r:id="rId6"/>
    <p:sldLayoutId id="2147483773" r:id="rId7"/>
    <p:sldLayoutId id="2147483774" r:id="rId8"/>
    <p:sldLayoutId id="2147483775" r:id="rId9"/>
    <p:sldLayoutId id="2147483776" r:id="rId10"/>
    <p:sldLayoutId id="2147483777" r:id="rId11"/>
  </p:sldLayoutIdLst>
  <p:txStyles>
    <p:title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Aptos Display" panose="020B0004020202020204" pitchFamily="34" charset="0"/>
        </a:defRPr>
      </a:lvl2pPr>
      <a:lvl3pPr algn="l" rtl="0" fontAlgn="base">
        <a:lnSpc>
          <a:spcPct val="90000"/>
        </a:lnSpc>
        <a:spcBef>
          <a:spcPct val="0"/>
        </a:spcBef>
        <a:spcAft>
          <a:spcPct val="0"/>
        </a:spcAft>
        <a:defRPr sz="4400">
          <a:solidFill>
            <a:schemeClr val="tx1"/>
          </a:solidFill>
          <a:latin typeface="Aptos Display" panose="020B0004020202020204" pitchFamily="34" charset="0"/>
        </a:defRPr>
      </a:lvl3pPr>
      <a:lvl4pPr algn="l" rtl="0" fontAlgn="base">
        <a:lnSpc>
          <a:spcPct val="90000"/>
        </a:lnSpc>
        <a:spcBef>
          <a:spcPct val="0"/>
        </a:spcBef>
        <a:spcAft>
          <a:spcPct val="0"/>
        </a:spcAft>
        <a:defRPr sz="4400">
          <a:solidFill>
            <a:schemeClr val="tx1"/>
          </a:solidFill>
          <a:latin typeface="Aptos Display" panose="020B0004020202020204" pitchFamily="34" charset="0"/>
        </a:defRPr>
      </a:lvl4pPr>
      <a:lvl5pPr algn="l" rtl="0" fontAlgn="base">
        <a:lnSpc>
          <a:spcPct val="90000"/>
        </a:lnSpc>
        <a:spcBef>
          <a:spcPct val="0"/>
        </a:spcBef>
        <a:spcAft>
          <a:spcPct val="0"/>
        </a:spcAft>
        <a:defRPr sz="4400">
          <a:solidFill>
            <a:schemeClr val="tx1"/>
          </a:solidFill>
          <a:latin typeface="Aptos Display" panose="020B0004020202020204" pitchFamily="34" charset="0"/>
        </a:defRPr>
      </a:lvl5pPr>
      <a:lvl6pPr marL="457200" algn="l" rtl="0" fontAlgn="base">
        <a:lnSpc>
          <a:spcPct val="90000"/>
        </a:lnSpc>
        <a:spcBef>
          <a:spcPct val="0"/>
        </a:spcBef>
        <a:spcAft>
          <a:spcPct val="0"/>
        </a:spcAft>
        <a:defRPr sz="4400">
          <a:solidFill>
            <a:schemeClr val="tx1"/>
          </a:solidFill>
          <a:latin typeface="Aptos Display" panose="020B0004020202020204" pitchFamily="34" charset="0"/>
        </a:defRPr>
      </a:lvl6pPr>
      <a:lvl7pPr marL="914400" algn="l" rtl="0" fontAlgn="base">
        <a:lnSpc>
          <a:spcPct val="90000"/>
        </a:lnSpc>
        <a:spcBef>
          <a:spcPct val="0"/>
        </a:spcBef>
        <a:spcAft>
          <a:spcPct val="0"/>
        </a:spcAft>
        <a:defRPr sz="4400">
          <a:solidFill>
            <a:schemeClr val="tx1"/>
          </a:solidFill>
          <a:latin typeface="Aptos Display" panose="020B0004020202020204" pitchFamily="34" charset="0"/>
        </a:defRPr>
      </a:lvl7pPr>
      <a:lvl8pPr marL="1371600" algn="l" rtl="0" fontAlgn="base">
        <a:lnSpc>
          <a:spcPct val="90000"/>
        </a:lnSpc>
        <a:spcBef>
          <a:spcPct val="0"/>
        </a:spcBef>
        <a:spcAft>
          <a:spcPct val="0"/>
        </a:spcAft>
        <a:defRPr sz="4400">
          <a:solidFill>
            <a:schemeClr val="tx1"/>
          </a:solidFill>
          <a:latin typeface="Aptos Display" panose="020B0004020202020204" pitchFamily="34" charset="0"/>
        </a:defRPr>
      </a:lvl8pPr>
      <a:lvl9pPr marL="1828800" algn="l" rtl="0" fontAlgn="base">
        <a:lnSpc>
          <a:spcPct val="90000"/>
        </a:lnSpc>
        <a:spcBef>
          <a:spcPct val="0"/>
        </a:spcBef>
        <a:spcAft>
          <a:spcPct val="0"/>
        </a:spcAft>
        <a:defRPr sz="4400">
          <a:solidFill>
            <a:schemeClr val="tx1"/>
          </a:solidFill>
          <a:latin typeface="Aptos Display" panose="020B0004020202020204" pitchFamily="34" charset="0"/>
        </a:defRPr>
      </a:lvl9pPr>
    </p:titleStyle>
    <p:body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winword%20TestSelectionSort.java" TargetMode="Externa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hyperlink" Target="winword%20TestSelectionSort.java"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winword%20TestSelectionSort.java"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hyperlink" Target="winword%20TestSelectionSort.java" TargetMode="External"/><Relationship Id="rId1" Type="http://schemas.openxmlformats.org/officeDocument/2006/relationships/slideLayout" Target="../slideLayouts/slideLayout2.xml"/><Relationship Id="rId4" Type="http://schemas.openxmlformats.org/officeDocument/2006/relationships/image" Target="../media/image1.wmf"/></Relationships>
</file>

<file path=ppt/slides/_rels/slide5.xml.rels><?xml version="1.0" encoding="UTF-8" standalone="yes"?>
<Relationships xmlns="http://schemas.openxmlformats.org/package/2006/relationships"><Relationship Id="rId2" Type="http://schemas.openxmlformats.org/officeDocument/2006/relationships/hyperlink" Target="winword%20TestSelectionSort.java"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ml/InsertionSort.html" TargetMode="External"/><Relationship Id="rId2" Type="http://schemas.openxmlformats.org/officeDocument/2006/relationships/hyperlink" Target="winword%20TestSelectionSort.java" TargetMode="External"/><Relationship Id="rId1" Type="http://schemas.openxmlformats.org/officeDocument/2006/relationships/slideLayout" Target="../slideLayouts/slideLayout2.xml"/><Relationship Id="rId4" Type="http://schemas.openxmlformats.org/officeDocument/2006/relationships/hyperlink" Target="http://www.cs.armstrong.edu/liang/intro10e/html/InsertSort.html" TargetMode="External"/></Relationships>
</file>

<file path=ppt/slides/_rels/slide7.xml.rels><?xml version="1.0" encoding="UTF-8" standalone="yes"?>
<Relationships xmlns="http://schemas.openxmlformats.org/package/2006/relationships"><Relationship Id="rId8" Type="http://schemas.openxmlformats.org/officeDocument/2006/relationships/hyperlink" Target="http://www.cs.armstrong.edu/liang/intro10e/html/BubbleSort.html" TargetMode="External"/><Relationship Id="rId3" Type="http://schemas.openxmlformats.org/officeDocument/2006/relationships/image" Target="../media/image2.emf"/><Relationship Id="rId7" Type="http://schemas.openxmlformats.org/officeDocument/2006/relationships/hyperlink" Target="html/BubbleSort.bat" TargetMode="External"/><Relationship Id="rId2" Type="http://schemas.openxmlformats.org/officeDocument/2006/relationships/oleObject" Target="../embeddings/oleObject2.bin"/><Relationship Id="rId1" Type="http://schemas.openxmlformats.org/officeDocument/2006/relationships/slideLayout" Target="../slideLayouts/slideLayout2.xml"/><Relationship Id="rId6" Type="http://schemas.openxmlformats.org/officeDocument/2006/relationships/hyperlink" Target="html/BubbleSort.html" TargetMode="External"/><Relationship Id="rId5" Type="http://schemas.openxmlformats.org/officeDocument/2006/relationships/image" Target="../media/image3.wmf"/><Relationship Id="rId4" Type="http://schemas.openxmlformats.org/officeDocument/2006/relationships/oleObject" Target="../embeddings/oleObject3.bin"/></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www.cs.armstrong.edu/liang/animation/animation.html"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oleObject" Target="../embeddings/oleObject4.bin"/><Relationship Id="rId1" Type="http://schemas.openxmlformats.org/officeDocument/2006/relationships/slideLayout" Target="../slideLayouts/slideLayout2.xml"/><Relationship Id="rId6" Type="http://schemas.openxmlformats.org/officeDocument/2006/relationships/hyperlink" Target="http://www.cs.armstrong.edu/liang/intro10e/html/MergeSort.html" TargetMode="External"/><Relationship Id="rId5" Type="http://schemas.openxmlformats.org/officeDocument/2006/relationships/hyperlink" Target="html/MergeSort.bat" TargetMode="External"/><Relationship Id="rId4" Type="http://schemas.openxmlformats.org/officeDocument/2006/relationships/hyperlink" Target="html/MergeSort.html"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oleObject" Target="../embeddings/oleObject5.bin"/><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oleObject" Target="../embeddings/oleObject6.bin"/><Relationship Id="rId1" Type="http://schemas.openxmlformats.org/officeDocument/2006/relationships/slideLayout" Target="../slideLayouts/slideLayout2.xml"/><Relationship Id="rId5" Type="http://schemas.openxmlformats.org/officeDocument/2006/relationships/image" Target="../media/image8.wmf"/><Relationship Id="rId4" Type="http://schemas.openxmlformats.org/officeDocument/2006/relationships/oleObject" Target="../embeddings/oleObject7.bin"/></Relationships>
</file>

<file path=ppt/slides/_rels/slide13.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oleObject" Target="../embeddings/oleObject8.bin"/><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oleObject" Target="../embeddings/oleObject9.bin"/><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oleObject" Target="../embeddings/oleObject10.bin"/><Relationship Id="rId1" Type="http://schemas.openxmlformats.org/officeDocument/2006/relationships/slideLayout" Target="../slideLayouts/slideLayout2.xml"/><Relationship Id="rId6" Type="http://schemas.openxmlformats.org/officeDocument/2006/relationships/hyperlink" Target="http://www.cs.armstrong.edu/liang/intro10e/html/QuickSort.html" TargetMode="External"/><Relationship Id="rId5" Type="http://schemas.openxmlformats.org/officeDocument/2006/relationships/hyperlink" Target="html/QuickSort.bat" TargetMode="External"/><Relationship Id="rId4" Type="http://schemas.openxmlformats.org/officeDocument/2006/relationships/hyperlink" Target="html/QuickSort.html"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oleObject" Target="../embeddings/oleObject11.bin"/><Relationship Id="rId1" Type="http://schemas.openxmlformats.org/officeDocument/2006/relationships/slideLayout" Target="../slideLayouts/slideLayout2.xml"/><Relationship Id="rId5" Type="http://schemas.openxmlformats.org/officeDocument/2006/relationships/image" Target="../media/image13.wmf"/><Relationship Id="rId4" Type="http://schemas.openxmlformats.org/officeDocument/2006/relationships/oleObject" Target="../embeddings/oleObject12.bin"/></Relationships>
</file>

<file path=ppt/slides/_rels/slide19.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oleObject" Target="../embeddings/oleObject13.bin"/><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oleObject" Target="../embeddings/oleObject14.bin"/><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hyperlink" Target="http://www.cs.armstrong.edu/liang/animation/animation.html" TargetMode="Externa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oleObject" Target="../embeddings/oleObject15.bin"/><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oleObject" Target="../embeddings/oleObject16.bin"/><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oleObject" Target="../embeddings/oleObject17.bin"/><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oleObject" Target="../embeddings/oleObject18.bin"/><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oleObject" Target="../embeddings/oleObject19.bin"/><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2.wmf"/><Relationship Id="rId2" Type="http://schemas.openxmlformats.org/officeDocument/2006/relationships/oleObject" Target="../embeddings/oleObject20.bin"/><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oleObject" Target="../embeddings/oleObject21.bin"/><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4.wmf"/><Relationship Id="rId2" Type="http://schemas.openxmlformats.org/officeDocument/2006/relationships/oleObject" Target="../embeddings/oleObject22.bin"/><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hyperlink" Target="http://www.cs.armstrong.edu/liang/intro10e/html/Heap.html" TargetMode="External"/><Relationship Id="rId2" Type="http://schemas.openxmlformats.org/officeDocument/2006/relationships/hyperlink" Target="html/Heap.html" TargetMode="Externa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33.xml.rels><?xml version="1.0" encoding="UTF-8" standalone="yes"?>
<Relationships xmlns="http://schemas.openxmlformats.org/package/2006/relationships"><Relationship Id="rId3" Type="http://schemas.openxmlformats.org/officeDocument/2006/relationships/hyperlink" Target="html/HeapSort.bat" TargetMode="External"/><Relationship Id="rId2" Type="http://schemas.openxmlformats.org/officeDocument/2006/relationships/hyperlink" Target="html/HeapSort.html" TargetMode="External"/><Relationship Id="rId1" Type="http://schemas.openxmlformats.org/officeDocument/2006/relationships/slideLayout" Target="../slideLayouts/slideLayout2.xml"/><Relationship Id="rId4" Type="http://schemas.openxmlformats.org/officeDocument/2006/relationships/hyperlink" Target="http://www.cs.armstrong.edu/liang/intro10e/html/HeapSort.html" TargetMode="External"/></Relationships>
</file>

<file path=ppt/slides/_rels/slide34.xml.rels><?xml version="1.0" encoding="UTF-8" standalone="yes"?>
<Relationships xmlns="http://schemas.openxmlformats.org/package/2006/relationships"><Relationship Id="rId8" Type="http://schemas.openxmlformats.org/officeDocument/2006/relationships/oleObject" Target="../embeddings/oleObject26.bin"/><Relationship Id="rId13" Type="http://schemas.openxmlformats.org/officeDocument/2006/relationships/image" Target="../media/image31.wmf"/><Relationship Id="rId3" Type="http://schemas.openxmlformats.org/officeDocument/2006/relationships/image" Target="../media/image26.wmf"/><Relationship Id="rId7" Type="http://schemas.openxmlformats.org/officeDocument/2006/relationships/image" Target="../media/image28.wmf"/><Relationship Id="rId12" Type="http://schemas.openxmlformats.org/officeDocument/2006/relationships/oleObject" Target="../embeddings/oleObject28.bin"/><Relationship Id="rId2" Type="http://schemas.openxmlformats.org/officeDocument/2006/relationships/oleObject" Target="../embeddings/oleObject23.bin"/><Relationship Id="rId1" Type="http://schemas.openxmlformats.org/officeDocument/2006/relationships/slideLayout" Target="../slideLayouts/slideLayout2.xml"/><Relationship Id="rId6" Type="http://schemas.openxmlformats.org/officeDocument/2006/relationships/oleObject" Target="../embeddings/oleObject25.bin"/><Relationship Id="rId11" Type="http://schemas.openxmlformats.org/officeDocument/2006/relationships/image" Target="../media/image30.wmf"/><Relationship Id="rId5" Type="http://schemas.openxmlformats.org/officeDocument/2006/relationships/image" Target="../media/image27.wmf"/><Relationship Id="rId10" Type="http://schemas.openxmlformats.org/officeDocument/2006/relationships/oleObject" Target="../embeddings/oleObject27.bin"/><Relationship Id="rId4" Type="http://schemas.openxmlformats.org/officeDocument/2006/relationships/oleObject" Target="../embeddings/oleObject24.bin"/><Relationship Id="rId9" Type="http://schemas.openxmlformats.org/officeDocument/2006/relationships/image" Target="../media/image29.wmf"/></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3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hyperlink" Target="http://www.cs.armstrong.edu/liang/animation/animation.html" TargetMode="Externa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8" Type="http://schemas.openxmlformats.org/officeDocument/2006/relationships/hyperlink" Target="http://www.cs.armstrong.edu/liang/intro10e/html/CreateLargeFile.html" TargetMode="External"/><Relationship Id="rId3" Type="http://schemas.openxmlformats.org/officeDocument/2006/relationships/image" Target="../media/image37.emf"/><Relationship Id="rId7" Type="http://schemas.openxmlformats.org/officeDocument/2006/relationships/hyperlink" Target="html/CreateLargeFile.bat" TargetMode="External"/><Relationship Id="rId2" Type="http://schemas.openxmlformats.org/officeDocument/2006/relationships/oleObject" Target="../embeddings/oleObject29.bin"/><Relationship Id="rId1" Type="http://schemas.openxmlformats.org/officeDocument/2006/relationships/slideLayout" Target="../slideLayouts/slideLayout2.xml"/><Relationship Id="rId6" Type="http://schemas.openxmlformats.org/officeDocument/2006/relationships/hyperlink" Target="html/CreateLargeFile.html" TargetMode="External"/><Relationship Id="rId5" Type="http://schemas.openxmlformats.org/officeDocument/2006/relationships/hyperlink" Target="html/SortLargeFile.bat" TargetMode="External"/><Relationship Id="rId4" Type="http://schemas.openxmlformats.org/officeDocument/2006/relationships/hyperlink" Target="html/SortLargeFile.html" TargetMode="External"/><Relationship Id="rId9" Type="http://schemas.openxmlformats.org/officeDocument/2006/relationships/hyperlink" Target="http://www.cs.armstrong.edu/liang/intro10e/html/SortLargeFile.html" TargetMode="External"/></Relationships>
</file>

<file path=ppt/slides/_rels/slide40.xml.rels><?xml version="1.0" encoding="UTF-8" standalone="yes"?>
<Relationships xmlns="http://schemas.openxmlformats.org/package/2006/relationships"><Relationship Id="rId3" Type="http://schemas.openxmlformats.org/officeDocument/2006/relationships/image" Target="../media/image37.emf"/><Relationship Id="rId2" Type="http://schemas.openxmlformats.org/officeDocument/2006/relationships/oleObject" Target="../embeddings/oleObject30.bin"/><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8.emf"/><Relationship Id="rId2" Type="http://schemas.openxmlformats.org/officeDocument/2006/relationships/oleObject" Target="../embeddings/oleObject31.bin"/><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9.emf"/><Relationship Id="rId2" Type="http://schemas.openxmlformats.org/officeDocument/2006/relationships/oleObject" Target="../embeddings/oleObject32.bin"/><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0919B0CC-8ADA-16A6-950E-046F66F82747}"/>
              </a:ext>
            </a:extLst>
          </p:cNvPr>
          <p:cNvSpPr>
            <a:spLocks noGrp="1" noChangeArrowheads="1"/>
          </p:cNvSpPr>
          <p:nvPr>
            <p:ph type="title"/>
          </p:nvPr>
        </p:nvSpPr>
        <p:spPr>
          <a:xfrm>
            <a:off x="533400" y="1143000"/>
            <a:ext cx="7772400" cy="1371600"/>
          </a:xfrm>
        </p:spPr>
        <p:txBody>
          <a:bodyPr/>
          <a:lstStyle/>
          <a:p>
            <a:r>
              <a:rPr lang="en-US" altLang="en-US" dirty="0"/>
              <a:t>Chapter 23 Sorting</a:t>
            </a:r>
            <a:endParaRPr lang="en-US" altLang="en-US" dirty="0">
              <a:solidFill>
                <a:schemeClr val="tx1"/>
              </a:solidFill>
              <a:latin typeface="Book Antiqua" panose="02040602050305030304" pitchFamily="18" charset="0"/>
              <a:hlinkClick r:id="rId2" action="ppaction://program"/>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EA4B0A-3CCB-11B9-000E-1391586E9256}"/>
            </a:ext>
          </a:extLst>
        </p:cNvPr>
        <p:cNvGrpSpPr/>
        <p:nvPr/>
      </p:nvGrpSpPr>
      <p:grpSpPr>
        <a:xfrm>
          <a:off x="0" y="0"/>
          <a:ext cx="0" cy="0"/>
          <a:chOff x="0" y="0"/>
          <a:chExt cx="0" cy="0"/>
        </a:xfrm>
      </p:grpSpPr>
      <p:sp>
        <p:nvSpPr>
          <p:cNvPr id="4" name="Rectangle 2">
            <a:extLst>
              <a:ext uri="{FF2B5EF4-FFF2-40B4-BE49-F238E27FC236}">
                <a16:creationId xmlns:a16="http://schemas.microsoft.com/office/drawing/2014/main" id="{852C09B3-A3A6-F795-37EB-172C1C04BDD4}"/>
              </a:ext>
            </a:extLst>
          </p:cNvPr>
          <p:cNvSpPr>
            <a:spLocks noGrp="1" noChangeArrowheads="1"/>
          </p:cNvSpPr>
          <p:nvPr>
            <p:ph type="title"/>
          </p:nvPr>
        </p:nvSpPr>
        <p:spPr>
          <a:xfrm>
            <a:off x="609600" y="304800"/>
            <a:ext cx="7772400" cy="609600"/>
          </a:xfrm>
        </p:spPr>
        <p:txBody>
          <a:bodyPr/>
          <a:lstStyle/>
          <a:p>
            <a:r>
              <a:rPr lang="en-US" altLang="en-US" dirty="0"/>
              <a:t>Objectives</a:t>
            </a:r>
            <a:endParaRPr lang="en-US" altLang="en-US" dirty="0">
              <a:solidFill>
                <a:schemeClr val="tx1"/>
              </a:solidFill>
              <a:latin typeface="Book Antiqua" panose="02040602050305030304" pitchFamily="18" charset="0"/>
              <a:hlinkClick r:id="rId2" action="ppaction://program"/>
            </a:endParaRPr>
          </a:p>
        </p:txBody>
      </p:sp>
      <p:sp>
        <p:nvSpPr>
          <p:cNvPr id="5" name="Rectangle 3">
            <a:extLst>
              <a:ext uri="{FF2B5EF4-FFF2-40B4-BE49-F238E27FC236}">
                <a16:creationId xmlns:a16="http://schemas.microsoft.com/office/drawing/2014/main" id="{78F0C03C-B3A8-35B1-EE6F-C1576683928E}"/>
              </a:ext>
            </a:extLst>
          </p:cNvPr>
          <p:cNvSpPr txBox="1">
            <a:spLocks noChangeArrowheads="1"/>
          </p:cNvSpPr>
          <p:nvPr/>
        </p:nvSpPr>
        <p:spPr bwMode="auto">
          <a:xfrm>
            <a:off x="304800" y="1066800"/>
            <a:ext cx="8686800" cy="548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prstTxWarp prst="textNoShape">
              <a:avLst/>
            </a:prstTxWarp>
          </a:bodyPr>
          <a:lstStyle>
            <a:lvl1pPr marL="342900" indent="-342900" algn="l" rtl="0" eaLnBrk="0" fontAlgn="base" hangingPunct="0">
              <a:spcBef>
                <a:spcPct val="20000"/>
              </a:spcBef>
              <a:spcAft>
                <a:spcPct val="0"/>
              </a:spcAft>
              <a:buClr>
                <a:schemeClr val="tx2"/>
              </a:buClr>
              <a:buSzPct val="75000"/>
              <a:buFont typeface="Monotype Sorts"/>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en-US" sz="2400" dirty="0"/>
              <a:t>To study and analyze time complexity of various sorting algorithms (§§23.2–23.7).</a:t>
            </a:r>
          </a:p>
          <a:p>
            <a:r>
              <a:rPr lang="en-US" altLang="en-US" sz="2400" dirty="0"/>
              <a:t>To design, implement, and analyze insertion sort (§23.2).</a:t>
            </a:r>
          </a:p>
          <a:p>
            <a:r>
              <a:rPr lang="en-US" altLang="en-US" sz="2400" dirty="0"/>
              <a:t>To design, implement, and analyze bubble sort (§23.3).</a:t>
            </a:r>
          </a:p>
          <a:p>
            <a:r>
              <a:rPr lang="en-US" altLang="en-US" sz="2400" dirty="0"/>
              <a:t>To design, implement, and analyze merge sort (§23.4).</a:t>
            </a:r>
          </a:p>
          <a:p>
            <a:r>
              <a:rPr lang="en-US" altLang="en-US" sz="2400" dirty="0"/>
              <a:t>To design, implement, and analyze quick sort (§23.5).</a:t>
            </a:r>
          </a:p>
          <a:p>
            <a:r>
              <a:rPr lang="en-US" altLang="en-US" sz="2400" dirty="0"/>
              <a:t>To design and implement a binary heap (§23.6).</a:t>
            </a:r>
          </a:p>
          <a:p>
            <a:r>
              <a:rPr lang="en-US" altLang="en-US" sz="2400" dirty="0"/>
              <a:t>To design, implement, and analyze heap sort (§23.7).</a:t>
            </a:r>
          </a:p>
          <a:p>
            <a:r>
              <a:rPr lang="en-US" altLang="en-US" sz="2400" dirty="0"/>
              <a:t>To design, implement, and analyze bucket sort and radix sort (§23.8).</a:t>
            </a:r>
          </a:p>
          <a:p>
            <a:r>
              <a:rPr lang="en-US" altLang="en-US" sz="2400" dirty="0"/>
              <a:t>To design, implement, and analyze external sort for files that have a large amount of data (§23.9).</a:t>
            </a:r>
            <a:endParaRPr lang="en-US" altLang="en-US" sz="2800" dirty="0"/>
          </a:p>
        </p:txBody>
      </p:sp>
    </p:spTree>
    <p:extLst>
      <p:ext uri="{BB962C8B-B14F-4D97-AF65-F5344CB8AC3E}">
        <p14:creationId xmlns:p14="http://schemas.microsoft.com/office/powerpoint/2010/main" val="32927754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491B46-219A-D60A-FEAA-084B15D7AD80}"/>
            </a:ext>
          </a:extLst>
        </p:cNvPr>
        <p:cNvGrpSpPr/>
        <p:nvPr/>
      </p:nvGrpSpPr>
      <p:grpSpPr>
        <a:xfrm>
          <a:off x="0" y="0"/>
          <a:ext cx="0" cy="0"/>
          <a:chOff x="0" y="0"/>
          <a:chExt cx="0" cy="0"/>
        </a:xfrm>
      </p:grpSpPr>
      <p:sp>
        <p:nvSpPr>
          <p:cNvPr id="4" name="Rectangle 2">
            <a:extLst>
              <a:ext uri="{FF2B5EF4-FFF2-40B4-BE49-F238E27FC236}">
                <a16:creationId xmlns:a16="http://schemas.microsoft.com/office/drawing/2014/main" id="{4702FBBB-2319-6A62-5706-3BEC536E2214}"/>
              </a:ext>
            </a:extLst>
          </p:cNvPr>
          <p:cNvSpPr>
            <a:spLocks noGrp="1" noChangeArrowheads="1"/>
          </p:cNvSpPr>
          <p:nvPr>
            <p:ph type="title"/>
          </p:nvPr>
        </p:nvSpPr>
        <p:spPr>
          <a:xfrm>
            <a:off x="609600" y="304800"/>
            <a:ext cx="7772400" cy="609600"/>
          </a:xfrm>
        </p:spPr>
        <p:txBody>
          <a:bodyPr/>
          <a:lstStyle/>
          <a:p>
            <a:r>
              <a:rPr lang="en-US" altLang="en-US" dirty="0"/>
              <a:t>Why Study Sorting?</a:t>
            </a:r>
            <a:endParaRPr lang="en-US" altLang="en-US" dirty="0">
              <a:solidFill>
                <a:schemeClr val="tx1"/>
              </a:solidFill>
              <a:latin typeface="Book Antiqua" panose="02040602050305030304" pitchFamily="18" charset="0"/>
              <a:hlinkClick r:id="rId2" action="ppaction://program"/>
            </a:endParaRPr>
          </a:p>
        </p:txBody>
      </p:sp>
      <p:sp>
        <p:nvSpPr>
          <p:cNvPr id="5" name="Rectangle 3">
            <a:extLst>
              <a:ext uri="{FF2B5EF4-FFF2-40B4-BE49-F238E27FC236}">
                <a16:creationId xmlns:a16="http://schemas.microsoft.com/office/drawing/2014/main" id="{1662F3E7-A689-D581-133C-8E10BA486CE9}"/>
              </a:ext>
            </a:extLst>
          </p:cNvPr>
          <p:cNvSpPr txBox="1">
            <a:spLocks noChangeArrowheads="1"/>
          </p:cNvSpPr>
          <p:nvPr/>
        </p:nvSpPr>
        <p:spPr bwMode="auto">
          <a:xfrm>
            <a:off x="228600" y="1295400"/>
            <a:ext cx="8686800" cy="495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t" anchorCtr="0" compatLnSpc="1">
            <a:prstTxWarp prst="textNoShape">
              <a:avLst/>
            </a:prstTxWarp>
          </a:bodyPr>
          <a:lstStyle>
            <a:lvl1pPr marL="342900" indent="-342900" algn="l" rtl="0" eaLnBrk="0" fontAlgn="base" hangingPunct="0">
              <a:spcBef>
                <a:spcPct val="20000"/>
              </a:spcBef>
              <a:spcAft>
                <a:spcPct val="0"/>
              </a:spcAft>
              <a:buClr>
                <a:schemeClr val="tx2"/>
              </a:buClr>
              <a:buSzPct val="75000"/>
              <a:buFont typeface="Monotype Sorts"/>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90000"/>
              </a:lnSpc>
              <a:spcBef>
                <a:spcPct val="0"/>
              </a:spcBef>
              <a:buFont typeface="Monotype Sorts"/>
              <a:buNone/>
            </a:pPr>
            <a:r>
              <a:rPr lang="en-US" altLang="en-US" sz="2600" dirty="0"/>
              <a:t>Sorting is a classic subject in computer science. There are three reasons for studying sorting algorithms. </a:t>
            </a:r>
          </a:p>
          <a:p>
            <a:pPr marL="0" indent="0">
              <a:lnSpc>
                <a:spcPct val="90000"/>
              </a:lnSpc>
              <a:spcBef>
                <a:spcPct val="0"/>
              </a:spcBef>
              <a:buFont typeface="Monotype Sorts"/>
              <a:buNone/>
            </a:pPr>
            <a:endParaRPr lang="en-US" altLang="en-US" sz="2600" dirty="0"/>
          </a:p>
          <a:p>
            <a:pPr lvl="1">
              <a:lnSpc>
                <a:spcPct val="90000"/>
              </a:lnSpc>
              <a:spcBef>
                <a:spcPct val="0"/>
              </a:spcBef>
            </a:pPr>
            <a:r>
              <a:rPr lang="en-US" altLang="en-US" sz="2600" dirty="0"/>
              <a:t>First, sorting algorithms illustrate many creative approaches to problem solving and these approaches can be applied to solve other problems. </a:t>
            </a:r>
          </a:p>
          <a:p>
            <a:pPr lvl="1">
              <a:lnSpc>
                <a:spcPct val="90000"/>
              </a:lnSpc>
              <a:spcBef>
                <a:spcPct val="0"/>
              </a:spcBef>
            </a:pPr>
            <a:endParaRPr lang="en-US" altLang="en-US" sz="2600" dirty="0"/>
          </a:p>
          <a:p>
            <a:pPr lvl="1">
              <a:lnSpc>
                <a:spcPct val="90000"/>
              </a:lnSpc>
              <a:spcBef>
                <a:spcPct val="0"/>
              </a:spcBef>
            </a:pPr>
            <a:r>
              <a:rPr lang="en-US" altLang="en-US" sz="2600" dirty="0"/>
              <a:t>Second, sorting algorithms are good for practicing fundamental programming techniques using selection statements, loops, methods, and arrays. </a:t>
            </a:r>
          </a:p>
          <a:p>
            <a:pPr lvl="1">
              <a:lnSpc>
                <a:spcPct val="90000"/>
              </a:lnSpc>
              <a:spcBef>
                <a:spcPct val="0"/>
              </a:spcBef>
            </a:pPr>
            <a:endParaRPr lang="en-US" altLang="en-US" sz="2600" dirty="0"/>
          </a:p>
          <a:p>
            <a:pPr lvl="1">
              <a:lnSpc>
                <a:spcPct val="90000"/>
              </a:lnSpc>
              <a:spcBef>
                <a:spcPct val="0"/>
              </a:spcBef>
            </a:pPr>
            <a:r>
              <a:rPr lang="en-US" altLang="en-US" sz="2600" dirty="0"/>
              <a:t>Third, sorting algorithms are excellent examples to demonstrate algorithm performance. </a:t>
            </a:r>
          </a:p>
        </p:txBody>
      </p:sp>
    </p:spTree>
    <p:extLst>
      <p:ext uri="{BB962C8B-B14F-4D97-AF65-F5344CB8AC3E}">
        <p14:creationId xmlns:p14="http://schemas.microsoft.com/office/powerpoint/2010/main" val="20370575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8289A3-9B78-43D6-B1C1-133E0771B8C0}"/>
            </a:ext>
          </a:extLst>
        </p:cNvPr>
        <p:cNvGrpSpPr/>
        <p:nvPr/>
      </p:nvGrpSpPr>
      <p:grpSpPr>
        <a:xfrm>
          <a:off x="0" y="0"/>
          <a:ext cx="0" cy="0"/>
          <a:chOff x="0" y="0"/>
          <a:chExt cx="0" cy="0"/>
        </a:xfrm>
      </p:grpSpPr>
      <p:sp>
        <p:nvSpPr>
          <p:cNvPr id="4" name="Rectangle 2">
            <a:extLst>
              <a:ext uri="{FF2B5EF4-FFF2-40B4-BE49-F238E27FC236}">
                <a16:creationId xmlns:a16="http://schemas.microsoft.com/office/drawing/2014/main" id="{60BDD6BB-6103-9357-AE5E-9418CCF01762}"/>
              </a:ext>
            </a:extLst>
          </p:cNvPr>
          <p:cNvSpPr>
            <a:spLocks noGrp="1" noChangeArrowheads="1"/>
          </p:cNvSpPr>
          <p:nvPr>
            <p:ph type="title"/>
          </p:nvPr>
        </p:nvSpPr>
        <p:spPr>
          <a:xfrm>
            <a:off x="609600" y="304800"/>
            <a:ext cx="7772400" cy="609600"/>
          </a:xfrm>
        </p:spPr>
        <p:txBody>
          <a:bodyPr/>
          <a:lstStyle/>
          <a:p>
            <a:r>
              <a:rPr lang="en-US" altLang="en-US" dirty="0"/>
              <a:t>Insertion Sort</a:t>
            </a:r>
            <a:endParaRPr lang="en-US" altLang="en-US" dirty="0">
              <a:solidFill>
                <a:schemeClr val="tx1"/>
              </a:solidFill>
              <a:latin typeface="Book Antiqua" panose="02040602050305030304" pitchFamily="18" charset="0"/>
              <a:hlinkClick r:id="rId2" action="ppaction://program"/>
            </a:endParaRPr>
          </a:p>
        </p:txBody>
      </p:sp>
      <p:sp>
        <p:nvSpPr>
          <p:cNvPr id="6" name="TextBox 5">
            <a:extLst>
              <a:ext uri="{FF2B5EF4-FFF2-40B4-BE49-F238E27FC236}">
                <a16:creationId xmlns:a16="http://schemas.microsoft.com/office/drawing/2014/main" id="{2CF14428-1744-F401-556B-B1F0E5EAE88A}"/>
              </a:ext>
            </a:extLst>
          </p:cNvPr>
          <p:cNvSpPr txBox="1"/>
          <p:nvPr/>
        </p:nvSpPr>
        <p:spPr>
          <a:xfrm>
            <a:off x="911086" y="1295400"/>
            <a:ext cx="7699513" cy="1089529"/>
          </a:xfrm>
          <a:prstGeom prst="rect">
            <a:avLst/>
          </a:prstGeom>
          <a:noFill/>
        </p:spPr>
        <p:txBody>
          <a:bodyPr wrap="square">
            <a:spAutoFit/>
          </a:bodyPr>
          <a:lstStyle/>
          <a:p>
            <a:pPr>
              <a:lnSpc>
                <a:spcPct val="90000"/>
              </a:lnSpc>
              <a:buFont typeface="Monotype Sorts"/>
              <a:buNone/>
            </a:pPr>
            <a:r>
              <a:rPr lang="en-US" altLang="en-US" sz="2400" dirty="0">
                <a:cs typeface="Times New Roman" panose="02020603050405020304" pitchFamily="18" charset="0"/>
              </a:rPr>
              <a:t>The insertion sort algorithm sorts a list of values by repeatedly inserting an unsorted element into a sorted </a:t>
            </a:r>
            <a:r>
              <a:rPr lang="en-US" altLang="en-US" sz="2400" dirty="0" err="1">
                <a:cs typeface="Times New Roman" panose="02020603050405020304" pitchFamily="18" charset="0"/>
              </a:rPr>
              <a:t>sublist</a:t>
            </a:r>
            <a:r>
              <a:rPr lang="en-US" altLang="en-US" sz="2400" dirty="0">
                <a:cs typeface="Times New Roman" panose="02020603050405020304" pitchFamily="18" charset="0"/>
              </a:rPr>
              <a:t> until the whole list is sorted. </a:t>
            </a:r>
          </a:p>
        </p:txBody>
      </p:sp>
      <p:graphicFrame>
        <p:nvGraphicFramePr>
          <p:cNvPr id="7" name="Object 7">
            <a:extLst>
              <a:ext uri="{FF2B5EF4-FFF2-40B4-BE49-F238E27FC236}">
                <a16:creationId xmlns:a16="http://schemas.microsoft.com/office/drawing/2014/main" id="{66AFBA6B-8003-749C-A8D3-3D30CA146BBA}"/>
              </a:ext>
            </a:extLst>
          </p:cNvPr>
          <p:cNvGraphicFramePr>
            <a:graphicFrameLocks noChangeAspect="1"/>
          </p:cNvGraphicFramePr>
          <p:nvPr>
            <p:extLst>
              <p:ext uri="{D42A27DB-BD31-4B8C-83A1-F6EECF244321}">
                <p14:modId xmlns:p14="http://schemas.microsoft.com/office/powerpoint/2010/main" val="2931322023"/>
              </p:ext>
            </p:extLst>
          </p:nvPr>
        </p:nvGraphicFramePr>
        <p:xfrm>
          <a:off x="762000" y="2667000"/>
          <a:ext cx="7671171" cy="3200400"/>
        </p:xfrm>
        <a:graphic>
          <a:graphicData uri="http://schemas.openxmlformats.org/presentationml/2006/ole">
            <mc:AlternateContent xmlns:mc="http://schemas.openxmlformats.org/markup-compatibility/2006">
              <mc:Choice xmlns:v="urn:schemas-microsoft-com:vml" Requires="v">
                <p:oleObj name="Picture" r:id="rId3" imgW="4700016" imgH="1952244" progId="Word.Picture.8">
                  <p:embed/>
                </p:oleObj>
              </mc:Choice>
              <mc:Fallback>
                <p:oleObj name="Picture" r:id="rId3" imgW="4700016" imgH="1952244" progId="Word.Picture.8">
                  <p:embed/>
                  <p:pic>
                    <p:nvPicPr>
                      <p:cNvPr id="20486" name="Object 7">
                        <a:extLst>
                          <a:ext uri="{FF2B5EF4-FFF2-40B4-BE49-F238E27FC236}">
                            <a16:creationId xmlns:a16="http://schemas.microsoft.com/office/drawing/2014/main" id="{FEABC075-DE53-FFFE-5076-D791EDC2200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0" y="2667000"/>
                        <a:ext cx="7671171" cy="3200400"/>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7592460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4">
            <a:extLst>
              <a:ext uri="{FF2B5EF4-FFF2-40B4-BE49-F238E27FC236}">
                <a16:creationId xmlns:a16="http://schemas.microsoft.com/office/drawing/2014/main" id="{BE707E70-51B9-B744-6973-1ABE96CC7C44}"/>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036EE346-3A84-4036-A8B6-3D632A8AA565}" type="slidenum">
              <a:rPr lang="en-US" altLang="en-US" sz="1400" smtClean="0"/>
              <a:pPr>
                <a:spcBef>
                  <a:spcPct val="0"/>
                </a:spcBef>
                <a:buClrTx/>
                <a:buSzTx/>
                <a:buFontTx/>
                <a:buNone/>
              </a:pPr>
              <a:t>5</a:t>
            </a:fld>
            <a:endParaRPr lang="en-US" altLang="en-US" sz="1400"/>
          </a:p>
        </p:txBody>
      </p:sp>
      <p:sp>
        <p:nvSpPr>
          <p:cNvPr id="21507" name="Rectangle 2">
            <a:extLst>
              <a:ext uri="{FF2B5EF4-FFF2-40B4-BE49-F238E27FC236}">
                <a16:creationId xmlns:a16="http://schemas.microsoft.com/office/drawing/2014/main" id="{330ECF27-EAD0-113A-14F8-F2EE55A43309}"/>
              </a:ext>
            </a:extLst>
          </p:cNvPr>
          <p:cNvSpPr>
            <a:spLocks noGrp="1" noChangeArrowheads="1"/>
          </p:cNvSpPr>
          <p:nvPr>
            <p:ph type="title"/>
          </p:nvPr>
        </p:nvSpPr>
        <p:spPr>
          <a:xfrm>
            <a:off x="609600" y="304800"/>
            <a:ext cx="7772400" cy="609600"/>
          </a:xfrm>
        </p:spPr>
        <p:txBody>
          <a:bodyPr/>
          <a:lstStyle/>
          <a:p>
            <a:r>
              <a:rPr lang="en-US" altLang="en-US"/>
              <a:t>From Idea to Solution</a:t>
            </a:r>
            <a:endParaRPr lang="en-US" altLang="en-US">
              <a:solidFill>
                <a:schemeClr val="tx1"/>
              </a:solidFill>
              <a:latin typeface="Book Antiqua" panose="02040602050305030304" pitchFamily="18" charset="0"/>
              <a:hlinkClick r:id="rId2" action="ppaction://program"/>
            </a:endParaRPr>
          </a:p>
        </p:txBody>
      </p:sp>
      <p:sp>
        <p:nvSpPr>
          <p:cNvPr id="116740" name="Rectangle 3">
            <a:extLst>
              <a:ext uri="{FF2B5EF4-FFF2-40B4-BE49-F238E27FC236}">
                <a16:creationId xmlns:a16="http://schemas.microsoft.com/office/drawing/2014/main" id="{480F4B52-05CC-75EA-76D6-743B0DBE00EF}"/>
              </a:ext>
            </a:extLst>
          </p:cNvPr>
          <p:cNvSpPr>
            <a:spLocks noChangeArrowheads="1"/>
          </p:cNvSpPr>
          <p:nvPr/>
        </p:nvSpPr>
        <p:spPr bwMode="auto">
          <a:xfrm>
            <a:off x="228600" y="1276350"/>
            <a:ext cx="8305800" cy="1466850"/>
          </a:xfrm>
          <a:prstGeom prst="rect">
            <a:avLst/>
          </a:prstGeom>
          <a:noFill/>
          <a:ln>
            <a:noFill/>
          </a:ln>
        </p:spPr>
        <p:txBody>
          <a:bodyPr lIns="92075" tIns="46038" rIns="92075" bIns="46038"/>
          <a:lstStyle/>
          <a:p>
            <a:pPr>
              <a:lnSpc>
                <a:spcPct val="90000"/>
              </a:lnSpc>
              <a:spcBef>
                <a:spcPct val="20000"/>
              </a:spcBef>
              <a:buClr>
                <a:schemeClr val="tx2"/>
              </a:buClr>
              <a:buSzPct val="75000"/>
              <a:buFont typeface="Monotype Sorts" pitchFamily="2" charset="2"/>
              <a:buNone/>
              <a:defRPr/>
            </a:pPr>
            <a:r>
              <a:rPr lang="en-US" sz="1700" b="1" dirty="0">
                <a:solidFill>
                  <a:schemeClr val="accent4"/>
                </a:solidFill>
                <a:latin typeface="Courier New" pitchFamily="49" charset="0"/>
                <a:cs typeface="Courier New" pitchFamily="49" charset="0"/>
              </a:rPr>
              <a:t>for (</a:t>
            </a:r>
            <a:r>
              <a:rPr lang="en-US" sz="1700" b="1" dirty="0" err="1">
                <a:solidFill>
                  <a:schemeClr val="accent4"/>
                </a:solidFill>
                <a:latin typeface="Courier New" pitchFamily="49" charset="0"/>
                <a:cs typeface="Courier New" pitchFamily="49" charset="0"/>
              </a:rPr>
              <a:t>int</a:t>
            </a:r>
            <a:r>
              <a:rPr lang="en-US" sz="1700" b="1" dirty="0">
                <a:solidFill>
                  <a:schemeClr val="accent4"/>
                </a:solidFill>
                <a:latin typeface="Courier New" pitchFamily="49" charset="0"/>
                <a:cs typeface="Courier New" pitchFamily="49" charset="0"/>
              </a:rPr>
              <a:t> </a:t>
            </a:r>
            <a:r>
              <a:rPr lang="en-US" sz="1700" b="1" dirty="0" err="1">
                <a:solidFill>
                  <a:schemeClr val="accent4"/>
                </a:solidFill>
                <a:latin typeface="Courier New" pitchFamily="49" charset="0"/>
                <a:cs typeface="Courier New" pitchFamily="49" charset="0"/>
              </a:rPr>
              <a:t>i</a:t>
            </a:r>
            <a:r>
              <a:rPr lang="en-US" sz="1700" b="1" dirty="0">
                <a:solidFill>
                  <a:schemeClr val="accent4"/>
                </a:solidFill>
                <a:latin typeface="Courier New" pitchFamily="49" charset="0"/>
                <a:cs typeface="Courier New" pitchFamily="49" charset="0"/>
              </a:rPr>
              <a:t> = 1; </a:t>
            </a:r>
            <a:r>
              <a:rPr lang="en-US" sz="1700" b="1" dirty="0" err="1">
                <a:solidFill>
                  <a:schemeClr val="accent4"/>
                </a:solidFill>
                <a:latin typeface="Courier New" pitchFamily="49" charset="0"/>
                <a:cs typeface="Courier New" pitchFamily="49" charset="0"/>
              </a:rPr>
              <a:t>i</a:t>
            </a:r>
            <a:r>
              <a:rPr lang="en-US" sz="1700" b="1" dirty="0">
                <a:solidFill>
                  <a:schemeClr val="accent4"/>
                </a:solidFill>
                <a:latin typeface="Courier New" pitchFamily="49" charset="0"/>
                <a:cs typeface="Courier New" pitchFamily="49" charset="0"/>
              </a:rPr>
              <a:t> &lt; </a:t>
            </a:r>
            <a:r>
              <a:rPr lang="en-US" sz="1700" b="1" dirty="0" err="1">
                <a:solidFill>
                  <a:schemeClr val="accent4"/>
                </a:solidFill>
                <a:latin typeface="Courier New" pitchFamily="49" charset="0"/>
                <a:cs typeface="Courier New" pitchFamily="49" charset="0"/>
              </a:rPr>
              <a:t>list.length</a:t>
            </a:r>
            <a:r>
              <a:rPr lang="en-US" sz="1700" b="1" dirty="0">
                <a:solidFill>
                  <a:schemeClr val="accent4"/>
                </a:solidFill>
                <a:latin typeface="Courier New" pitchFamily="49" charset="0"/>
                <a:cs typeface="Courier New" pitchFamily="49" charset="0"/>
              </a:rPr>
              <a:t>; </a:t>
            </a:r>
            <a:r>
              <a:rPr lang="en-US" sz="1700" b="1" dirty="0" err="1">
                <a:solidFill>
                  <a:schemeClr val="accent4"/>
                </a:solidFill>
                <a:latin typeface="Courier New" pitchFamily="49" charset="0"/>
                <a:cs typeface="Courier New" pitchFamily="49" charset="0"/>
              </a:rPr>
              <a:t>i</a:t>
            </a:r>
            <a:r>
              <a:rPr lang="en-US" sz="1700" b="1" dirty="0">
                <a:solidFill>
                  <a:schemeClr val="accent4"/>
                </a:solidFill>
                <a:latin typeface="Courier New" pitchFamily="49" charset="0"/>
                <a:cs typeface="Courier New" pitchFamily="49" charset="0"/>
              </a:rPr>
              <a:t>++) {</a:t>
            </a:r>
            <a:endParaRPr lang="en-US" sz="1700" b="1" dirty="0">
              <a:solidFill>
                <a:schemeClr val="accent4"/>
              </a:solidFill>
              <a:latin typeface="Courier New" pitchFamily="49" charset="0"/>
              <a:cs typeface="Times New Roman" pitchFamily="18" charset="0"/>
            </a:endParaRPr>
          </a:p>
          <a:p>
            <a:pPr>
              <a:lnSpc>
                <a:spcPct val="90000"/>
              </a:lnSpc>
              <a:spcBef>
                <a:spcPct val="20000"/>
              </a:spcBef>
              <a:buClr>
                <a:schemeClr val="tx2"/>
              </a:buClr>
              <a:buSzPct val="75000"/>
              <a:buFont typeface="Monotype Sorts" pitchFamily="2" charset="2"/>
              <a:buNone/>
              <a:defRPr/>
            </a:pPr>
            <a:r>
              <a:rPr lang="en-US" sz="1700" b="1" dirty="0">
                <a:solidFill>
                  <a:schemeClr val="accent4"/>
                </a:solidFill>
                <a:latin typeface="Courier New" pitchFamily="49" charset="0"/>
                <a:cs typeface="Courier New" pitchFamily="49" charset="0"/>
              </a:rPr>
              <a:t>  insert list[</a:t>
            </a:r>
            <a:r>
              <a:rPr lang="en-US" sz="1700" b="1" dirty="0" err="1">
                <a:solidFill>
                  <a:schemeClr val="accent4"/>
                </a:solidFill>
                <a:latin typeface="Courier New" pitchFamily="49" charset="0"/>
                <a:cs typeface="Courier New" pitchFamily="49" charset="0"/>
              </a:rPr>
              <a:t>i</a:t>
            </a:r>
            <a:r>
              <a:rPr lang="en-US" sz="1700" b="1" dirty="0">
                <a:solidFill>
                  <a:schemeClr val="accent4"/>
                </a:solidFill>
                <a:latin typeface="Courier New" pitchFamily="49" charset="0"/>
                <a:cs typeface="Courier New" pitchFamily="49" charset="0"/>
              </a:rPr>
              <a:t>] into a sorted </a:t>
            </a:r>
            <a:r>
              <a:rPr lang="en-US" sz="1700" b="1" dirty="0" err="1">
                <a:solidFill>
                  <a:schemeClr val="accent4"/>
                </a:solidFill>
                <a:latin typeface="Courier New" pitchFamily="49" charset="0"/>
                <a:cs typeface="Courier New" pitchFamily="49" charset="0"/>
              </a:rPr>
              <a:t>sublist</a:t>
            </a:r>
            <a:r>
              <a:rPr lang="en-US" sz="1700" b="1" dirty="0">
                <a:solidFill>
                  <a:schemeClr val="accent4"/>
                </a:solidFill>
                <a:latin typeface="Courier New" pitchFamily="49" charset="0"/>
                <a:cs typeface="Courier New" pitchFamily="49" charset="0"/>
              </a:rPr>
              <a:t> list[0..i-1] so that   </a:t>
            </a:r>
          </a:p>
          <a:p>
            <a:pPr>
              <a:lnSpc>
                <a:spcPct val="90000"/>
              </a:lnSpc>
              <a:spcBef>
                <a:spcPct val="20000"/>
              </a:spcBef>
              <a:buClr>
                <a:schemeClr val="tx2"/>
              </a:buClr>
              <a:buSzPct val="75000"/>
              <a:buFont typeface="Monotype Sorts" pitchFamily="2" charset="2"/>
              <a:buNone/>
              <a:defRPr/>
            </a:pPr>
            <a:r>
              <a:rPr lang="en-US" sz="1700" b="1" dirty="0">
                <a:solidFill>
                  <a:schemeClr val="accent4"/>
                </a:solidFill>
                <a:latin typeface="Courier New" pitchFamily="49" charset="0"/>
                <a:cs typeface="Courier New" pitchFamily="49" charset="0"/>
              </a:rPr>
              <a:t>  list[0..i] is sorted</a:t>
            </a:r>
          </a:p>
          <a:p>
            <a:pPr>
              <a:lnSpc>
                <a:spcPct val="90000"/>
              </a:lnSpc>
              <a:spcBef>
                <a:spcPct val="20000"/>
              </a:spcBef>
              <a:buClr>
                <a:schemeClr val="tx2"/>
              </a:buClr>
              <a:buSzPct val="75000"/>
              <a:buFont typeface="Monotype Sorts" pitchFamily="2" charset="2"/>
              <a:buNone/>
              <a:defRPr/>
            </a:pPr>
            <a:r>
              <a:rPr lang="en-US" sz="1700" b="1" dirty="0">
                <a:solidFill>
                  <a:schemeClr val="accent4"/>
                </a:solidFill>
                <a:latin typeface="Courier New" pitchFamily="49" charset="0"/>
                <a:cs typeface="Courier New" pitchFamily="49" charset="0"/>
              </a:rPr>
              <a:t>}</a:t>
            </a:r>
          </a:p>
        </p:txBody>
      </p:sp>
      <p:sp>
        <p:nvSpPr>
          <p:cNvPr id="21509" name="Rectangle 4">
            <a:extLst>
              <a:ext uri="{FF2B5EF4-FFF2-40B4-BE49-F238E27FC236}">
                <a16:creationId xmlns:a16="http://schemas.microsoft.com/office/drawing/2014/main" id="{F383CA88-F539-7F0B-51B9-543B7178E39B}"/>
              </a:ext>
            </a:extLst>
          </p:cNvPr>
          <p:cNvSpPr>
            <a:spLocks noChangeArrowheads="1"/>
          </p:cNvSpPr>
          <p:nvPr/>
        </p:nvSpPr>
        <p:spPr bwMode="auto">
          <a:xfrm>
            <a:off x="1076325" y="2584450"/>
            <a:ext cx="77978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nSpc>
                <a:spcPct val="90000"/>
              </a:lnSpc>
              <a:buFont typeface="Monotype Sorts"/>
              <a:buNone/>
            </a:pPr>
            <a:r>
              <a:rPr lang="en-US" altLang="en-US" sz="1700" b="1" dirty="0">
                <a:solidFill>
                  <a:schemeClr val="bg2"/>
                </a:solidFill>
                <a:latin typeface="Courier New" panose="02070309020205020404" pitchFamily="49" charset="0"/>
                <a:cs typeface="Courier New" panose="02070309020205020404" pitchFamily="49" charset="0"/>
              </a:rPr>
              <a:t>list[0]</a:t>
            </a:r>
          </a:p>
        </p:txBody>
      </p:sp>
      <p:sp>
        <p:nvSpPr>
          <p:cNvPr id="21510" name="Rectangle 5">
            <a:extLst>
              <a:ext uri="{FF2B5EF4-FFF2-40B4-BE49-F238E27FC236}">
                <a16:creationId xmlns:a16="http://schemas.microsoft.com/office/drawing/2014/main" id="{AB0F9646-1FE2-C6C1-050B-B02D4A371BA6}"/>
              </a:ext>
            </a:extLst>
          </p:cNvPr>
          <p:cNvSpPr>
            <a:spLocks noChangeArrowheads="1"/>
          </p:cNvSpPr>
          <p:nvPr/>
        </p:nvSpPr>
        <p:spPr bwMode="auto">
          <a:xfrm>
            <a:off x="1076325" y="3276600"/>
            <a:ext cx="7758113"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nSpc>
                <a:spcPct val="90000"/>
              </a:lnSpc>
              <a:buFont typeface="Monotype Sorts"/>
              <a:buNone/>
            </a:pPr>
            <a:r>
              <a:rPr lang="en-US" altLang="en-US" sz="1700" b="1" dirty="0">
                <a:solidFill>
                  <a:schemeClr val="bg2"/>
                </a:solidFill>
                <a:latin typeface="Courier New" panose="02070309020205020404" pitchFamily="49" charset="0"/>
                <a:cs typeface="Courier New" panose="02070309020205020404" pitchFamily="49" charset="0"/>
              </a:rPr>
              <a:t>list[0] list[1]</a:t>
            </a:r>
          </a:p>
        </p:txBody>
      </p:sp>
      <p:sp>
        <p:nvSpPr>
          <p:cNvPr id="21511" name="Rectangle 6">
            <a:extLst>
              <a:ext uri="{FF2B5EF4-FFF2-40B4-BE49-F238E27FC236}">
                <a16:creationId xmlns:a16="http://schemas.microsoft.com/office/drawing/2014/main" id="{DF198DDC-0C98-6978-A241-8974F0504D70}"/>
              </a:ext>
            </a:extLst>
          </p:cNvPr>
          <p:cNvSpPr>
            <a:spLocks noChangeArrowheads="1"/>
          </p:cNvSpPr>
          <p:nvPr/>
        </p:nvSpPr>
        <p:spPr bwMode="auto">
          <a:xfrm>
            <a:off x="1076325" y="3967163"/>
            <a:ext cx="7335838" cy="500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nSpc>
                <a:spcPct val="90000"/>
              </a:lnSpc>
              <a:buFont typeface="Monotype Sorts"/>
              <a:buNone/>
            </a:pPr>
            <a:r>
              <a:rPr lang="en-US" altLang="en-US" sz="1700" b="1">
                <a:solidFill>
                  <a:schemeClr val="bg2"/>
                </a:solidFill>
                <a:latin typeface="Courier New" panose="02070309020205020404" pitchFamily="49" charset="0"/>
                <a:cs typeface="Courier New" panose="02070309020205020404" pitchFamily="49" charset="0"/>
              </a:rPr>
              <a:t>list[0] list[1] list[2]</a:t>
            </a:r>
          </a:p>
        </p:txBody>
      </p:sp>
      <p:sp>
        <p:nvSpPr>
          <p:cNvPr id="21512" name="Rectangle 7">
            <a:extLst>
              <a:ext uri="{FF2B5EF4-FFF2-40B4-BE49-F238E27FC236}">
                <a16:creationId xmlns:a16="http://schemas.microsoft.com/office/drawing/2014/main" id="{3E87EE5B-A689-F2B1-A909-854A33A42508}"/>
              </a:ext>
            </a:extLst>
          </p:cNvPr>
          <p:cNvSpPr>
            <a:spLocks noChangeArrowheads="1"/>
          </p:cNvSpPr>
          <p:nvPr/>
        </p:nvSpPr>
        <p:spPr bwMode="auto">
          <a:xfrm>
            <a:off x="1076325" y="4657725"/>
            <a:ext cx="6799263"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nSpc>
                <a:spcPct val="90000"/>
              </a:lnSpc>
              <a:buFont typeface="Monotype Sorts"/>
              <a:buNone/>
            </a:pPr>
            <a:r>
              <a:rPr lang="en-US" altLang="en-US" sz="1700" b="1">
                <a:solidFill>
                  <a:schemeClr val="bg2"/>
                </a:solidFill>
                <a:latin typeface="Courier New" panose="02070309020205020404" pitchFamily="49" charset="0"/>
                <a:cs typeface="Courier New" panose="02070309020205020404" pitchFamily="49" charset="0"/>
              </a:rPr>
              <a:t>list[0] list[1] list[2] list[3]</a:t>
            </a:r>
            <a:endParaRPr lang="en-US" altLang="en-US" sz="1700" b="1">
              <a:solidFill>
                <a:schemeClr val="bg2"/>
              </a:solidFill>
              <a:latin typeface="Courier New" panose="02070309020205020404" pitchFamily="49" charset="0"/>
              <a:cs typeface="Times New Roman" panose="02020603050405020304" pitchFamily="18" charset="0"/>
            </a:endParaRPr>
          </a:p>
          <a:p>
            <a:pPr>
              <a:lnSpc>
                <a:spcPct val="90000"/>
              </a:lnSpc>
              <a:buFont typeface="Monotype Sorts"/>
              <a:buNone/>
            </a:pPr>
            <a:endParaRPr lang="en-US" altLang="en-US" sz="1700">
              <a:solidFill>
                <a:schemeClr val="bg2"/>
              </a:solidFill>
              <a:latin typeface="Courier New" panose="02070309020205020404" pitchFamily="49" charset="0"/>
              <a:cs typeface="Courier New" panose="02070309020205020404" pitchFamily="49" charset="0"/>
            </a:endParaRPr>
          </a:p>
        </p:txBody>
      </p:sp>
      <p:sp>
        <p:nvSpPr>
          <p:cNvPr id="21513" name="Rectangle 10">
            <a:extLst>
              <a:ext uri="{FF2B5EF4-FFF2-40B4-BE49-F238E27FC236}">
                <a16:creationId xmlns:a16="http://schemas.microsoft.com/office/drawing/2014/main" id="{81BA1F53-4B8A-C82A-9173-E02C32FEF3ED}"/>
              </a:ext>
            </a:extLst>
          </p:cNvPr>
          <p:cNvSpPr>
            <a:spLocks noChangeArrowheads="1"/>
          </p:cNvSpPr>
          <p:nvPr/>
        </p:nvSpPr>
        <p:spPr bwMode="auto">
          <a:xfrm>
            <a:off x="1116013" y="5272088"/>
            <a:ext cx="6799262" cy="500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nSpc>
                <a:spcPct val="90000"/>
              </a:lnSpc>
              <a:buFont typeface="Monotype Sorts"/>
              <a:buNone/>
            </a:pPr>
            <a:r>
              <a:rPr lang="en-US" altLang="en-US" sz="1700" b="1">
                <a:solidFill>
                  <a:schemeClr val="bg2"/>
                </a:solidFill>
                <a:latin typeface="Courier New" panose="02070309020205020404" pitchFamily="49" charset="0"/>
                <a:cs typeface="Courier New" panose="02070309020205020404" pitchFamily="49" charset="0"/>
              </a:rPr>
              <a:t>list[0] list[1] list[2] list[3] ...</a:t>
            </a:r>
            <a:endParaRPr lang="en-US" altLang="en-US" sz="1700" b="1">
              <a:solidFill>
                <a:schemeClr val="bg2"/>
              </a:solidFill>
              <a:latin typeface="Courier New" panose="02070309020205020404" pitchFamily="49" charset="0"/>
              <a:cs typeface="Times New Roman" panose="02020603050405020304" pitchFamily="18" charset="0"/>
            </a:endParaRPr>
          </a:p>
          <a:p>
            <a:pPr>
              <a:lnSpc>
                <a:spcPct val="90000"/>
              </a:lnSpc>
              <a:buFont typeface="Monotype Sorts"/>
              <a:buNone/>
            </a:pPr>
            <a:endParaRPr lang="en-US" altLang="en-US" sz="1700" b="1">
              <a:solidFill>
                <a:schemeClr val="bg2"/>
              </a:solidFill>
              <a:latin typeface="Courier New" panose="02070309020205020404" pitchFamily="49" charset="0"/>
              <a:cs typeface="Courier New" panose="02070309020205020404" pitchFamily="49"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Number Placeholder 4">
            <a:extLst>
              <a:ext uri="{FF2B5EF4-FFF2-40B4-BE49-F238E27FC236}">
                <a16:creationId xmlns:a16="http://schemas.microsoft.com/office/drawing/2014/main" id="{776D3418-47AE-E4BD-1284-AEE3D5248B68}"/>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FA56A63C-DEDD-4545-83E8-12B19C1BE260}" type="slidenum">
              <a:rPr lang="en-US" altLang="en-US" sz="1400" smtClean="0"/>
              <a:pPr>
                <a:spcBef>
                  <a:spcPct val="0"/>
                </a:spcBef>
                <a:buClrTx/>
                <a:buSzTx/>
                <a:buFontTx/>
                <a:buNone/>
              </a:pPr>
              <a:t>6</a:t>
            </a:fld>
            <a:endParaRPr lang="en-US" altLang="en-US" sz="1400"/>
          </a:p>
        </p:txBody>
      </p:sp>
      <p:sp>
        <p:nvSpPr>
          <p:cNvPr id="22531" name="Rectangle 2">
            <a:extLst>
              <a:ext uri="{FF2B5EF4-FFF2-40B4-BE49-F238E27FC236}">
                <a16:creationId xmlns:a16="http://schemas.microsoft.com/office/drawing/2014/main" id="{7A8AE8D8-9D48-9CE6-9CCC-5DC3A098F9C8}"/>
              </a:ext>
            </a:extLst>
          </p:cNvPr>
          <p:cNvSpPr>
            <a:spLocks noGrp="1" noChangeArrowheads="1"/>
          </p:cNvSpPr>
          <p:nvPr>
            <p:ph type="title"/>
          </p:nvPr>
        </p:nvSpPr>
        <p:spPr>
          <a:xfrm>
            <a:off x="609600" y="304800"/>
            <a:ext cx="7772400" cy="609600"/>
          </a:xfrm>
        </p:spPr>
        <p:txBody>
          <a:bodyPr/>
          <a:lstStyle/>
          <a:p>
            <a:r>
              <a:rPr lang="en-US" altLang="en-US"/>
              <a:t>From Idea to Solution</a:t>
            </a:r>
            <a:endParaRPr lang="en-US" altLang="en-US">
              <a:solidFill>
                <a:schemeClr val="tx1"/>
              </a:solidFill>
              <a:latin typeface="Book Antiqua" panose="02040602050305030304" pitchFamily="18" charset="0"/>
              <a:hlinkClick r:id="rId2" action="ppaction://program"/>
            </a:endParaRPr>
          </a:p>
        </p:txBody>
      </p:sp>
      <p:sp>
        <p:nvSpPr>
          <p:cNvPr id="117764" name="Rectangle 3">
            <a:extLst>
              <a:ext uri="{FF2B5EF4-FFF2-40B4-BE49-F238E27FC236}">
                <a16:creationId xmlns:a16="http://schemas.microsoft.com/office/drawing/2014/main" id="{1E1B5346-EB4E-AC6C-81EE-D5DFCFD86E0E}"/>
              </a:ext>
            </a:extLst>
          </p:cNvPr>
          <p:cNvSpPr>
            <a:spLocks noChangeArrowheads="1"/>
          </p:cNvSpPr>
          <p:nvPr/>
        </p:nvSpPr>
        <p:spPr bwMode="auto">
          <a:xfrm>
            <a:off x="0" y="1047750"/>
            <a:ext cx="9144000" cy="1466850"/>
          </a:xfrm>
          <a:prstGeom prst="rect">
            <a:avLst/>
          </a:prstGeom>
          <a:noFill/>
          <a:ln>
            <a:noFill/>
          </a:ln>
        </p:spPr>
        <p:txBody>
          <a:bodyPr lIns="92075" tIns="46038" rIns="92075" bIns="46038"/>
          <a:lstStyle/>
          <a:p>
            <a:pPr>
              <a:lnSpc>
                <a:spcPct val="90000"/>
              </a:lnSpc>
              <a:spcBef>
                <a:spcPct val="20000"/>
              </a:spcBef>
              <a:buClr>
                <a:schemeClr val="tx2"/>
              </a:buClr>
              <a:buSzPct val="75000"/>
              <a:buFont typeface="Monotype Sorts" pitchFamily="2" charset="2"/>
              <a:buNone/>
              <a:defRPr/>
            </a:pPr>
            <a:r>
              <a:rPr lang="en-US" sz="1700" b="1" dirty="0">
                <a:solidFill>
                  <a:schemeClr val="accent4"/>
                </a:solidFill>
                <a:latin typeface="Courier New" pitchFamily="49" charset="0"/>
                <a:cs typeface="Courier New" pitchFamily="49" charset="0"/>
              </a:rPr>
              <a:t>for (</a:t>
            </a:r>
            <a:r>
              <a:rPr lang="en-US" sz="1700" b="1" dirty="0" err="1">
                <a:solidFill>
                  <a:schemeClr val="accent4"/>
                </a:solidFill>
                <a:latin typeface="Courier New" pitchFamily="49" charset="0"/>
                <a:cs typeface="Courier New" pitchFamily="49" charset="0"/>
              </a:rPr>
              <a:t>int</a:t>
            </a:r>
            <a:r>
              <a:rPr lang="en-US" sz="1700" b="1" dirty="0">
                <a:solidFill>
                  <a:schemeClr val="accent4"/>
                </a:solidFill>
                <a:latin typeface="Courier New" pitchFamily="49" charset="0"/>
                <a:cs typeface="Courier New" pitchFamily="49" charset="0"/>
              </a:rPr>
              <a:t> </a:t>
            </a:r>
            <a:r>
              <a:rPr lang="en-US" sz="1700" b="1" dirty="0" err="1">
                <a:solidFill>
                  <a:schemeClr val="accent4"/>
                </a:solidFill>
                <a:latin typeface="Courier New" pitchFamily="49" charset="0"/>
                <a:cs typeface="Courier New" pitchFamily="49" charset="0"/>
              </a:rPr>
              <a:t>i</a:t>
            </a:r>
            <a:r>
              <a:rPr lang="en-US" sz="1700" b="1" dirty="0">
                <a:solidFill>
                  <a:schemeClr val="accent4"/>
                </a:solidFill>
                <a:latin typeface="Courier New" pitchFamily="49" charset="0"/>
                <a:cs typeface="Courier New" pitchFamily="49" charset="0"/>
              </a:rPr>
              <a:t> = 1; </a:t>
            </a:r>
            <a:r>
              <a:rPr lang="en-US" sz="1700" b="1" dirty="0" err="1">
                <a:solidFill>
                  <a:schemeClr val="accent4"/>
                </a:solidFill>
                <a:latin typeface="Courier New" pitchFamily="49" charset="0"/>
                <a:cs typeface="Courier New" pitchFamily="49" charset="0"/>
              </a:rPr>
              <a:t>i</a:t>
            </a:r>
            <a:r>
              <a:rPr lang="en-US" sz="1700" b="1" dirty="0">
                <a:solidFill>
                  <a:schemeClr val="accent4"/>
                </a:solidFill>
                <a:latin typeface="Courier New" pitchFamily="49" charset="0"/>
                <a:cs typeface="Courier New" pitchFamily="49" charset="0"/>
              </a:rPr>
              <a:t> &lt; </a:t>
            </a:r>
            <a:r>
              <a:rPr lang="en-US" sz="1700" b="1" dirty="0" err="1">
                <a:solidFill>
                  <a:schemeClr val="accent4"/>
                </a:solidFill>
                <a:latin typeface="Courier New" pitchFamily="49" charset="0"/>
                <a:cs typeface="Courier New" pitchFamily="49" charset="0"/>
              </a:rPr>
              <a:t>list.length</a:t>
            </a:r>
            <a:r>
              <a:rPr lang="en-US" sz="1700" b="1" dirty="0">
                <a:solidFill>
                  <a:schemeClr val="accent4"/>
                </a:solidFill>
                <a:latin typeface="Courier New" pitchFamily="49" charset="0"/>
                <a:cs typeface="Courier New" pitchFamily="49" charset="0"/>
              </a:rPr>
              <a:t>; </a:t>
            </a:r>
            <a:r>
              <a:rPr lang="en-US" sz="1700" b="1" dirty="0" err="1">
                <a:solidFill>
                  <a:schemeClr val="accent4"/>
                </a:solidFill>
                <a:latin typeface="Courier New" pitchFamily="49" charset="0"/>
                <a:cs typeface="Courier New" pitchFamily="49" charset="0"/>
              </a:rPr>
              <a:t>i</a:t>
            </a:r>
            <a:r>
              <a:rPr lang="en-US" sz="1700" b="1" dirty="0">
                <a:solidFill>
                  <a:schemeClr val="accent4"/>
                </a:solidFill>
                <a:latin typeface="Courier New" pitchFamily="49" charset="0"/>
                <a:cs typeface="Courier New" pitchFamily="49" charset="0"/>
              </a:rPr>
              <a:t>++) {</a:t>
            </a:r>
            <a:endParaRPr lang="en-US" sz="1700" b="1" dirty="0">
              <a:solidFill>
                <a:schemeClr val="accent4"/>
              </a:solidFill>
              <a:latin typeface="Courier New" pitchFamily="49" charset="0"/>
              <a:cs typeface="Times New Roman" pitchFamily="18" charset="0"/>
            </a:endParaRPr>
          </a:p>
          <a:p>
            <a:pPr>
              <a:lnSpc>
                <a:spcPct val="90000"/>
              </a:lnSpc>
              <a:spcBef>
                <a:spcPct val="20000"/>
              </a:spcBef>
              <a:buClr>
                <a:schemeClr val="tx2"/>
              </a:buClr>
              <a:buSzPct val="75000"/>
              <a:buFont typeface="Monotype Sorts" pitchFamily="2" charset="2"/>
              <a:buNone/>
              <a:defRPr/>
            </a:pPr>
            <a:r>
              <a:rPr lang="en-US" sz="1700" b="1" dirty="0">
                <a:solidFill>
                  <a:schemeClr val="accent4"/>
                </a:solidFill>
                <a:latin typeface="Courier New" pitchFamily="49" charset="0"/>
                <a:cs typeface="Courier New" pitchFamily="49" charset="0"/>
              </a:rPr>
              <a:t>  insert list[</a:t>
            </a:r>
            <a:r>
              <a:rPr lang="en-US" sz="1700" b="1" dirty="0" err="1">
                <a:solidFill>
                  <a:schemeClr val="accent4"/>
                </a:solidFill>
                <a:latin typeface="Courier New" pitchFamily="49" charset="0"/>
                <a:cs typeface="Courier New" pitchFamily="49" charset="0"/>
              </a:rPr>
              <a:t>i</a:t>
            </a:r>
            <a:r>
              <a:rPr lang="en-US" sz="1700" b="1" dirty="0">
                <a:solidFill>
                  <a:schemeClr val="accent4"/>
                </a:solidFill>
                <a:latin typeface="Courier New" pitchFamily="49" charset="0"/>
                <a:cs typeface="Courier New" pitchFamily="49" charset="0"/>
              </a:rPr>
              <a:t>] into a sorted </a:t>
            </a:r>
            <a:r>
              <a:rPr lang="en-US" sz="1700" b="1" dirty="0" err="1">
                <a:solidFill>
                  <a:schemeClr val="accent4"/>
                </a:solidFill>
                <a:latin typeface="Courier New" pitchFamily="49" charset="0"/>
                <a:cs typeface="Courier New" pitchFamily="49" charset="0"/>
              </a:rPr>
              <a:t>sublist</a:t>
            </a:r>
            <a:r>
              <a:rPr lang="en-US" sz="1700" b="1" dirty="0">
                <a:solidFill>
                  <a:schemeClr val="accent4"/>
                </a:solidFill>
                <a:latin typeface="Courier New" pitchFamily="49" charset="0"/>
                <a:cs typeface="Courier New" pitchFamily="49" charset="0"/>
              </a:rPr>
              <a:t> list[0..i-1] so that   </a:t>
            </a:r>
          </a:p>
          <a:p>
            <a:pPr>
              <a:lnSpc>
                <a:spcPct val="90000"/>
              </a:lnSpc>
              <a:spcBef>
                <a:spcPct val="20000"/>
              </a:spcBef>
              <a:buClr>
                <a:schemeClr val="tx2"/>
              </a:buClr>
              <a:buSzPct val="75000"/>
              <a:buFont typeface="Monotype Sorts" pitchFamily="2" charset="2"/>
              <a:buNone/>
              <a:defRPr/>
            </a:pPr>
            <a:r>
              <a:rPr lang="en-US" sz="1700" b="1" dirty="0">
                <a:solidFill>
                  <a:schemeClr val="accent4"/>
                </a:solidFill>
                <a:latin typeface="Courier New" pitchFamily="49" charset="0"/>
                <a:cs typeface="Courier New" pitchFamily="49" charset="0"/>
              </a:rPr>
              <a:t>  list[0..i] is sorted</a:t>
            </a:r>
          </a:p>
          <a:p>
            <a:pPr>
              <a:lnSpc>
                <a:spcPct val="90000"/>
              </a:lnSpc>
              <a:spcBef>
                <a:spcPct val="20000"/>
              </a:spcBef>
              <a:buClr>
                <a:schemeClr val="tx2"/>
              </a:buClr>
              <a:buSzPct val="75000"/>
              <a:buFont typeface="Monotype Sorts" pitchFamily="2" charset="2"/>
              <a:buNone/>
              <a:defRPr/>
            </a:pPr>
            <a:r>
              <a:rPr lang="en-US" sz="1700" b="1" dirty="0">
                <a:solidFill>
                  <a:schemeClr val="accent4"/>
                </a:solidFill>
                <a:latin typeface="Courier New" pitchFamily="49" charset="0"/>
                <a:cs typeface="Courier New" pitchFamily="49" charset="0"/>
              </a:rPr>
              <a:t>}</a:t>
            </a:r>
          </a:p>
        </p:txBody>
      </p:sp>
      <p:sp>
        <p:nvSpPr>
          <p:cNvPr id="460809" name="AutoShape 9">
            <a:hlinkClick r:id="" action="ppaction://noaction" highlightClick="1"/>
            <a:extLst>
              <a:ext uri="{FF2B5EF4-FFF2-40B4-BE49-F238E27FC236}">
                <a16:creationId xmlns:a16="http://schemas.microsoft.com/office/drawing/2014/main" id="{8704B5D1-2714-B075-B02A-C98577C9116A}"/>
              </a:ext>
            </a:extLst>
          </p:cNvPr>
          <p:cNvSpPr>
            <a:spLocks noChangeArrowheads="1"/>
          </p:cNvSpPr>
          <p:nvPr/>
        </p:nvSpPr>
        <p:spPr bwMode="auto">
          <a:xfrm>
            <a:off x="6030913" y="5656263"/>
            <a:ext cx="2470150" cy="533400"/>
          </a:xfrm>
          <a:prstGeom prst="actionButtonBlank">
            <a:avLst/>
          </a:prstGeom>
          <a:solidFill>
            <a:srgbClr val="00B050"/>
          </a:solidFill>
          <a:ln>
            <a:noFill/>
          </a:ln>
          <a:effectLst>
            <a:prstShdw prst="shdw17" dist="17961" dir="2700000">
              <a:schemeClr val="tx1">
                <a:gamma/>
                <a:shade val="60000"/>
                <a:invGamma/>
              </a:schemeClr>
            </a:prstShdw>
          </a:effectLst>
        </p:spPr>
        <p:txBody>
          <a:bodyPr wrap="none" anchor="ctr"/>
          <a:lstStyle/>
          <a:p>
            <a:pPr algn="ctr">
              <a:defRPr/>
            </a:pPr>
            <a:r>
              <a:rPr lang="en-US" dirty="0" err="1">
                <a:latin typeface="Book Antiqua" pitchFamily="18" charset="0"/>
                <a:hlinkClick r:id="rId3" action="ppaction://hlinkfile">
                  <a:extLst>
                    <a:ext uri="{A12FA001-AC4F-418D-AE19-62706E023703}">
                      <ahyp:hlinkClr xmlns:ahyp="http://schemas.microsoft.com/office/drawing/2018/hyperlinkcolor" val="tx"/>
                    </a:ext>
                  </a:extLst>
                </a:hlinkClick>
              </a:rPr>
              <a:t>InsertSort</a:t>
            </a:r>
            <a:endParaRPr lang="en-US" dirty="0"/>
          </a:p>
        </p:txBody>
      </p:sp>
      <p:sp>
        <p:nvSpPr>
          <p:cNvPr id="460810" name="Rectangle 10">
            <a:extLst>
              <a:ext uri="{FF2B5EF4-FFF2-40B4-BE49-F238E27FC236}">
                <a16:creationId xmlns:a16="http://schemas.microsoft.com/office/drawing/2014/main" id="{7D83DB50-06DA-A799-E0F6-4FCFB96E026B}"/>
              </a:ext>
            </a:extLst>
          </p:cNvPr>
          <p:cNvSpPr>
            <a:spLocks noChangeArrowheads="1"/>
          </p:cNvSpPr>
          <p:nvPr/>
        </p:nvSpPr>
        <p:spPr bwMode="auto">
          <a:xfrm>
            <a:off x="962025" y="2622550"/>
            <a:ext cx="2219325" cy="347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4400">
                <a:solidFill>
                  <a:schemeClr val="tx2"/>
                </a:solidFill>
              </a:rPr>
              <a:t>Expand</a:t>
            </a:r>
            <a:endParaRPr lang="en-US" altLang="en-US" sz="4400">
              <a:latin typeface="Book Antiqua" panose="02040602050305030304" pitchFamily="18" charset="0"/>
              <a:hlinkClick r:id="rId2" action="ppaction://program"/>
            </a:endParaRPr>
          </a:p>
        </p:txBody>
      </p:sp>
      <p:sp>
        <p:nvSpPr>
          <p:cNvPr id="460811" name="Rectangle 11">
            <a:extLst>
              <a:ext uri="{FF2B5EF4-FFF2-40B4-BE49-F238E27FC236}">
                <a16:creationId xmlns:a16="http://schemas.microsoft.com/office/drawing/2014/main" id="{51A3135C-87B7-91F9-D006-30ED70766D4E}"/>
              </a:ext>
            </a:extLst>
          </p:cNvPr>
          <p:cNvSpPr>
            <a:spLocks noChangeArrowheads="1"/>
          </p:cNvSpPr>
          <p:nvPr/>
        </p:nvSpPr>
        <p:spPr bwMode="auto">
          <a:xfrm>
            <a:off x="0" y="3160713"/>
            <a:ext cx="9144000" cy="2227262"/>
          </a:xfrm>
          <a:prstGeom prst="rect">
            <a:avLst/>
          </a:prstGeom>
          <a:noFill/>
          <a:ln>
            <a:noFill/>
          </a:ln>
        </p:spPr>
        <p:txBody>
          <a:bodyPr lIns="92075" tIns="46038" rIns="92075" bIns="46038"/>
          <a:lstStyle/>
          <a:p>
            <a:pPr>
              <a:defRPr/>
            </a:pPr>
            <a:r>
              <a:rPr lang="en-US" sz="1700" dirty="0">
                <a:solidFill>
                  <a:schemeClr val="bg2"/>
                </a:solidFill>
                <a:latin typeface="Courier New" pitchFamily="49" charset="0"/>
                <a:cs typeface="Courier New" pitchFamily="49" charset="0"/>
              </a:rPr>
              <a:t>    </a:t>
            </a:r>
          </a:p>
          <a:p>
            <a:pPr>
              <a:defRPr/>
            </a:pPr>
            <a:r>
              <a:rPr lang="en-US" sz="1700" dirty="0">
                <a:solidFill>
                  <a:schemeClr val="bg2"/>
                </a:solidFill>
                <a:latin typeface="Courier New" pitchFamily="49" charset="0"/>
                <a:cs typeface="Courier New" pitchFamily="49" charset="0"/>
              </a:rPr>
              <a:t> </a:t>
            </a:r>
            <a:r>
              <a:rPr lang="en-US" sz="1700" b="1" dirty="0">
                <a:solidFill>
                  <a:schemeClr val="accent4"/>
                </a:solidFill>
                <a:latin typeface="Courier New" pitchFamily="49" charset="0"/>
                <a:cs typeface="Courier New" pitchFamily="49" charset="0"/>
              </a:rPr>
              <a:t>double </a:t>
            </a:r>
            <a:r>
              <a:rPr lang="en-US" sz="1700" b="1" dirty="0" err="1">
                <a:solidFill>
                  <a:schemeClr val="accent4"/>
                </a:solidFill>
                <a:latin typeface="Courier New" pitchFamily="49" charset="0"/>
                <a:cs typeface="Courier New" pitchFamily="49" charset="0"/>
              </a:rPr>
              <a:t>currentElement</a:t>
            </a:r>
            <a:r>
              <a:rPr lang="en-US" sz="1700" b="1" dirty="0">
                <a:solidFill>
                  <a:schemeClr val="accent4"/>
                </a:solidFill>
                <a:latin typeface="Courier New" pitchFamily="49" charset="0"/>
                <a:cs typeface="Courier New" pitchFamily="49" charset="0"/>
              </a:rPr>
              <a:t> = list[</a:t>
            </a:r>
            <a:r>
              <a:rPr lang="en-US" sz="1700" b="1" dirty="0" err="1">
                <a:solidFill>
                  <a:schemeClr val="accent4"/>
                </a:solidFill>
                <a:latin typeface="Courier New" pitchFamily="49" charset="0"/>
                <a:cs typeface="Courier New" pitchFamily="49" charset="0"/>
              </a:rPr>
              <a:t>i</a:t>
            </a:r>
            <a:r>
              <a:rPr lang="en-US" sz="1700" b="1" dirty="0">
                <a:solidFill>
                  <a:schemeClr val="accent4"/>
                </a:solidFill>
                <a:latin typeface="Courier New" pitchFamily="49" charset="0"/>
                <a:cs typeface="Courier New" pitchFamily="49" charset="0"/>
              </a:rPr>
              <a:t>];</a:t>
            </a:r>
          </a:p>
          <a:p>
            <a:pPr>
              <a:defRPr/>
            </a:pPr>
            <a:r>
              <a:rPr lang="en-US" sz="1700" b="1" dirty="0">
                <a:solidFill>
                  <a:schemeClr val="accent4"/>
                </a:solidFill>
                <a:latin typeface="Courier New" pitchFamily="49" charset="0"/>
                <a:cs typeface="Courier New" pitchFamily="49" charset="0"/>
              </a:rPr>
              <a:t> </a:t>
            </a:r>
            <a:r>
              <a:rPr lang="en-US" sz="1700" b="1" dirty="0" err="1">
                <a:solidFill>
                  <a:schemeClr val="accent4"/>
                </a:solidFill>
                <a:latin typeface="Courier New" pitchFamily="49" charset="0"/>
                <a:cs typeface="Courier New" pitchFamily="49" charset="0"/>
              </a:rPr>
              <a:t>int</a:t>
            </a:r>
            <a:r>
              <a:rPr lang="en-US" sz="1700" b="1" dirty="0">
                <a:solidFill>
                  <a:schemeClr val="accent4"/>
                </a:solidFill>
                <a:latin typeface="Courier New" pitchFamily="49" charset="0"/>
                <a:cs typeface="Courier New" pitchFamily="49" charset="0"/>
              </a:rPr>
              <a:t> k;</a:t>
            </a:r>
          </a:p>
          <a:p>
            <a:pPr>
              <a:defRPr/>
            </a:pPr>
            <a:r>
              <a:rPr lang="en-US" sz="1700" b="1" dirty="0">
                <a:solidFill>
                  <a:schemeClr val="accent4"/>
                </a:solidFill>
                <a:latin typeface="Courier New" pitchFamily="49" charset="0"/>
                <a:cs typeface="Courier New" pitchFamily="49" charset="0"/>
              </a:rPr>
              <a:t> for (k = </a:t>
            </a:r>
            <a:r>
              <a:rPr lang="en-US" sz="1700" b="1" dirty="0" err="1">
                <a:solidFill>
                  <a:schemeClr val="accent4"/>
                </a:solidFill>
                <a:latin typeface="Courier New" pitchFamily="49" charset="0"/>
                <a:cs typeface="Courier New" pitchFamily="49" charset="0"/>
              </a:rPr>
              <a:t>i</a:t>
            </a:r>
            <a:r>
              <a:rPr lang="en-US" sz="1700" b="1" dirty="0">
                <a:solidFill>
                  <a:schemeClr val="accent4"/>
                </a:solidFill>
                <a:latin typeface="Courier New" pitchFamily="49" charset="0"/>
                <a:cs typeface="Courier New" pitchFamily="49" charset="0"/>
              </a:rPr>
              <a:t> - 1; k &gt;= 0 &amp;&amp; list[k] &gt; </a:t>
            </a:r>
            <a:r>
              <a:rPr lang="en-US" sz="1700" b="1" dirty="0" err="1">
                <a:solidFill>
                  <a:schemeClr val="accent4"/>
                </a:solidFill>
                <a:latin typeface="Courier New" pitchFamily="49" charset="0"/>
                <a:cs typeface="Courier New" pitchFamily="49" charset="0"/>
              </a:rPr>
              <a:t>currentElement</a:t>
            </a:r>
            <a:r>
              <a:rPr lang="en-US" sz="1700" b="1" dirty="0">
                <a:solidFill>
                  <a:schemeClr val="accent4"/>
                </a:solidFill>
                <a:latin typeface="Courier New" pitchFamily="49" charset="0"/>
                <a:cs typeface="Courier New" pitchFamily="49" charset="0"/>
              </a:rPr>
              <a:t>; k--) {</a:t>
            </a:r>
          </a:p>
          <a:p>
            <a:pPr>
              <a:defRPr/>
            </a:pPr>
            <a:r>
              <a:rPr lang="en-US" sz="1700" b="1" dirty="0">
                <a:solidFill>
                  <a:schemeClr val="accent4"/>
                </a:solidFill>
                <a:latin typeface="Courier New" pitchFamily="49" charset="0"/>
                <a:cs typeface="Courier New" pitchFamily="49" charset="0"/>
              </a:rPr>
              <a:t>   list[k + 1] = list[k];</a:t>
            </a:r>
          </a:p>
          <a:p>
            <a:pPr>
              <a:defRPr/>
            </a:pPr>
            <a:r>
              <a:rPr lang="en-US" sz="1700" b="1" dirty="0">
                <a:solidFill>
                  <a:schemeClr val="accent4"/>
                </a:solidFill>
                <a:latin typeface="Courier New" pitchFamily="49" charset="0"/>
                <a:cs typeface="Courier New" pitchFamily="49" charset="0"/>
              </a:rPr>
              <a:t> }</a:t>
            </a:r>
          </a:p>
          <a:p>
            <a:pPr>
              <a:defRPr/>
            </a:pPr>
            <a:r>
              <a:rPr lang="en-US" sz="1700" b="1" dirty="0">
                <a:solidFill>
                  <a:schemeClr val="accent4"/>
                </a:solidFill>
                <a:latin typeface="Courier New" pitchFamily="49" charset="0"/>
                <a:cs typeface="Courier New" pitchFamily="49" charset="0"/>
              </a:rPr>
              <a:t> // Insert the current element into list[k + 1]</a:t>
            </a:r>
          </a:p>
          <a:p>
            <a:pPr>
              <a:defRPr/>
            </a:pPr>
            <a:r>
              <a:rPr lang="en-US" sz="1700" b="1" dirty="0">
                <a:solidFill>
                  <a:schemeClr val="accent4"/>
                </a:solidFill>
                <a:latin typeface="Courier New" pitchFamily="49" charset="0"/>
                <a:cs typeface="Courier New" pitchFamily="49" charset="0"/>
              </a:rPr>
              <a:t> list[k + 1] = </a:t>
            </a:r>
            <a:r>
              <a:rPr lang="en-US" sz="1700" b="1" dirty="0" err="1">
                <a:solidFill>
                  <a:schemeClr val="accent4"/>
                </a:solidFill>
                <a:latin typeface="Courier New" pitchFamily="49" charset="0"/>
                <a:cs typeface="Courier New" pitchFamily="49" charset="0"/>
              </a:rPr>
              <a:t>currentElement</a:t>
            </a:r>
            <a:r>
              <a:rPr lang="en-US" sz="1700" b="1" dirty="0">
                <a:solidFill>
                  <a:schemeClr val="accent4"/>
                </a:solidFill>
                <a:latin typeface="Courier New" pitchFamily="49" charset="0"/>
                <a:cs typeface="Courier New" pitchFamily="49" charset="0"/>
              </a:rPr>
              <a:t>;</a:t>
            </a:r>
          </a:p>
        </p:txBody>
      </p:sp>
      <p:sp>
        <p:nvSpPr>
          <p:cNvPr id="460812" name="Line 12">
            <a:extLst>
              <a:ext uri="{FF2B5EF4-FFF2-40B4-BE49-F238E27FC236}">
                <a16:creationId xmlns:a16="http://schemas.microsoft.com/office/drawing/2014/main" id="{F617548A-B3E5-347E-E4E5-AB15A6FAEE82}"/>
              </a:ext>
            </a:extLst>
          </p:cNvPr>
          <p:cNvSpPr>
            <a:spLocks noChangeShapeType="1"/>
          </p:cNvSpPr>
          <p:nvPr/>
        </p:nvSpPr>
        <p:spPr bwMode="auto">
          <a:xfrm>
            <a:off x="769938" y="1624013"/>
            <a:ext cx="1587" cy="1517650"/>
          </a:xfrm>
          <a:prstGeom prst="line">
            <a:avLst/>
          </a:prstGeom>
          <a:noFill/>
          <a:ln w="44450">
            <a:solidFill>
              <a:srgbClr val="FF0000"/>
            </a:solidFill>
            <a:round/>
            <a:headEnd type="none" w="sm" len="sm"/>
            <a:tailEnd type="stealth"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537" name="AutoShape 13">
            <a:hlinkClick r:id="rId4" highlightClick="1"/>
            <a:extLst>
              <a:ext uri="{FF2B5EF4-FFF2-40B4-BE49-F238E27FC236}">
                <a16:creationId xmlns:a16="http://schemas.microsoft.com/office/drawing/2014/main" id="{30EB76FE-2D52-D081-EB67-BA0326B490B4}"/>
              </a:ext>
            </a:extLst>
          </p:cNvPr>
          <p:cNvSpPr>
            <a:spLocks noChangeArrowheads="1"/>
          </p:cNvSpPr>
          <p:nvPr/>
        </p:nvSpPr>
        <p:spPr bwMode="auto">
          <a:xfrm>
            <a:off x="5378450" y="5618163"/>
            <a:ext cx="468313" cy="576262"/>
          </a:xfrm>
          <a:prstGeom prst="actionButtonDocumen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nodeType="withEffect">
                                  <p:stCondLst>
                                    <p:cond delay="0"/>
                                  </p:stCondLst>
                                  <p:childTnLst>
                                    <p:set>
                                      <p:cBhvr>
                                        <p:cTn id="6" dur="1" fill="hold">
                                          <p:stCondLst>
                                            <p:cond delay="0"/>
                                          </p:stCondLst>
                                        </p:cTn>
                                        <p:tgtEl>
                                          <p:spTgt spid="460812"/>
                                        </p:tgtEl>
                                        <p:attrNameLst>
                                          <p:attrName>style.visibility</p:attrName>
                                        </p:attrNameLst>
                                      </p:cBhvr>
                                      <p:to>
                                        <p:strVal val="visible"/>
                                      </p:to>
                                    </p:set>
                                    <p:anim calcmode="lin" valueType="num">
                                      <p:cBhvr additive="base">
                                        <p:cTn id="7" dur="500" fill="hold"/>
                                        <p:tgtEl>
                                          <p:spTgt spid="460812"/>
                                        </p:tgtEl>
                                        <p:attrNameLst>
                                          <p:attrName>ppt_x</p:attrName>
                                        </p:attrNameLst>
                                      </p:cBhvr>
                                      <p:tavLst>
                                        <p:tav tm="0">
                                          <p:val>
                                            <p:strVal val="0-#ppt_w/2"/>
                                          </p:val>
                                        </p:tav>
                                        <p:tav tm="100000">
                                          <p:val>
                                            <p:strVal val="#ppt_x"/>
                                          </p:val>
                                        </p:tav>
                                      </p:tavLst>
                                    </p:anim>
                                    <p:anim calcmode="lin" valueType="num">
                                      <p:cBhvr additive="base">
                                        <p:cTn id="8" dur="500" fill="hold"/>
                                        <p:tgtEl>
                                          <p:spTgt spid="460812"/>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460810"/>
                                        </p:tgtEl>
                                        <p:attrNameLst>
                                          <p:attrName>style.visibility</p:attrName>
                                        </p:attrNameLst>
                                      </p:cBhvr>
                                      <p:to>
                                        <p:strVal val="visible"/>
                                      </p:to>
                                    </p:set>
                                    <p:anim calcmode="lin" valueType="num">
                                      <p:cBhvr additive="base">
                                        <p:cTn id="11" dur="500" fill="hold"/>
                                        <p:tgtEl>
                                          <p:spTgt spid="460810"/>
                                        </p:tgtEl>
                                        <p:attrNameLst>
                                          <p:attrName>ppt_x</p:attrName>
                                        </p:attrNameLst>
                                      </p:cBhvr>
                                      <p:tavLst>
                                        <p:tav tm="0">
                                          <p:val>
                                            <p:strVal val="0-#ppt_w/2"/>
                                          </p:val>
                                        </p:tav>
                                        <p:tav tm="100000">
                                          <p:val>
                                            <p:strVal val="#ppt_x"/>
                                          </p:val>
                                        </p:tav>
                                      </p:tavLst>
                                    </p:anim>
                                    <p:anim calcmode="lin" valueType="num">
                                      <p:cBhvr additive="base">
                                        <p:cTn id="12" dur="500" fill="hold"/>
                                        <p:tgtEl>
                                          <p:spTgt spid="460810"/>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460811"/>
                                        </p:tgtEl>
                                        <p:attrNameLst>
                                          <p:attrName>style.visibility</p:attrName>
                                        </p:attrNameLst>
                                      </p:cBhvr>
                                      <p:to>
                                        <p:strVal val="visible"/>
                                      </p:to>
                                    </p:set>
                                    <p:anim calcmode="lin" valueType="num">
                                      <p:cBhvr additive="base">
                                        <p:cTn id="15" dur="500" fill="hold"/>
                                        <p:tgtEl>
                                          <p:spTgt spid="460811"/>
                                        </p:tgtEl>
                                        <p:attrNameLst>
                                          <p:attrName>ppt_x</p:attrName>
                                        </p:attrNameLst>
                                      </p:cBhvr>
                                      <p:tavLst>
                                        <p:tav tm="0">
                                          <p:val>
                                            <p:strVal val="0-#ppt_w/2"/>
                                          </p:val>
                                        </p:tav>
                                        <p:tav tm="100000">
                                          <p:val>
                                            <p:strVal val="#ppt_x"/>
                                          </p:val>
                                        </p:tav>
                                      </p:tavLst>
                                    </p:anim>
                                    <p:anim calcmode="lin" valueType="num">
                                      <p:cBhvr additive="base">
                                        <p:cTn id="16" dur="500" fill="hold"/>
                                        <p:tgtEl>
                                          <p:spTgt spid="4608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10" grpId="0"/>
      <p:bldP spid="460811"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Number Placeholder 4">
            <a:extLst>
              <a:ext uri="{FF2B5EF4-FFF2-40B4-BE49-F238E27FC236}">
                <a16:creationId xmlns:a16="http://schemas.microsoft.com/office/drawing/2014/main" id="{4163474C-A8A3-251F-0169-424F473946B6}"/>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8817639C-1285-47F8-9B8B-BCBD009CB887}" type="slidenum">
              <a:rPr lang="en-US" altLang="en-US" sz="1400" smtClean="0"/>
              <a:pPr>
                <a:spcBef>
                  <a:spcPct val="0"/>
                </a:spcBef>
                <a:buClrTx/>
                <a:buSzTx/>
                <a:buFontTx/>
                <a:buNone/>
              </a:pPr>
              <a:t>7</a:t>
            </a:fld>
            <a:endParaRPr lang="en-US" altLang="en-US" sz="1400"/>
          </a:p>
        </p:txBody>
      </p:sp>
      <p:sp>
        <p:nvSpPr>
          <p:cNvPr id="23555" name="Rectangle 2">
            <a:extLst>
              <a:ext uri="{FF2B5EF4-FFF2-40B4-BE49-F238E27FC236}">
                <a16:creationId xmlns:a16="http://schemas.microsoft.com/office/drawing/2014/main" id="{1513FE29-0B4C-A8BB-38C2-A9FA5EC7C2B2}"/>
              </a:ext>
            </a:extLst>
          </p:cNvPr>
          <p:cNvSpPr>
            <a:spLocks noGrp="1" noChangeArrowheads="1"/>
          </p:cNvSpPr>
          <p:nvPr>
            <p:ph type="title"/>
          </p:nvPr>
        </p:nvSpPr>
        <p:spPr>
          <a:xfrm>
            <a:off x="685800" y="228600"/>
            <a:ext cx="7772400" cy="685800"/>
          </a:xfrm>
        </p:spPr>
        <p:txBody>
          <a:bodyPr/>
          <a:lstStyle/>
          <a:p>
            <a:r>
              <a:rPr lang="en-US" altLang="en-US"/>
              <a:t>Bubble Sort</a:t>
            </a:r>
          </a:p>
        </p:txBody>
      </p:sp>
      <p:graphicFrame>
        <p:nvGraphicFramePr>
          <p:cNvPr id="23562" name="Object 12">
            <a:extLst>
              <a:ext uri="{FF2B5EF4-FFF2-40B4-BE49-F238E27FC236}">
                <a16:creationId xmlns:a16="http://schemas.microsoft.com/office/drawing/2014/main" id="{D3A8F235-3BFD-BCDB-F23D-763D89956039}"/>
              </a:ext>
            </a:extLst>
          </p:cNvPr>
          <p:cNvGraphicFramePr>
            <a:graphicFrameLocks noChangeAspect="1"/>
          </p:cNvGraphicFramePr>
          <p:nvPr/>
        </p:nvGraphicFramePr>
        <p:xfrm>
          <a:off x="457200" y="914400"/>
          <a:ext cx="8153400" cy="2501900"/>
        </p:xfrm>
        <a:graphic>
          <a:graphicData uri="http://schemas.openxmlformats.org/presentationml/2006/ole">
            <mc:AlternateContent xmlns:mc="http://schemas.openxmlformats.org/markup-compatibility/2006">
              <mc:Choice xmlns:v="urn:schemas-microsoft-com:vml" Requires="v">
                <p:oleObj name="Picture" r:id="rId2" imgW="4599302" imgH="1407292" progId="Word.Picture.8">
                  <p:embed/>
                </p:oleObj>
              </mc:Choice>
              <mc:Fallback>
                <p:oleObj name="Picture" r:id="rId2" imgW="4599302" imgH="1407292" progId="Word.Picture.8">
                  <p:embed/>
                  <p:pic>
                    <p:nvPicPr>
                      <p:cNvPr id="0" name="Object 1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914400"/>
                        <a:ext cx="8153400" cy="2501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3564" name="Object 14">
            <a:extLst>
              <a:ext uri="{FF2B5EF4-FFF2-40B4-BE49-F238E27FC236}">
                <a16:creationId xmlns:a16="http://schemas.microsoft.com/office/drawing/2014/main" id="{7D4316BB-D044-89F4-480D-E104EFAE2CD7}"/>
              </a:ext>
            </a:extLst>
          </p:cNvPr>
          <p:cNvGraphicFramePr>
            <a:graphicFrameLocks noChangeAspect="1"/>
          </p:cNvGraphicFramePr>
          <p:nvPr/>
        </p:nvGraphicFramePr>
        <p:xfrm>
          <a:off x="990600" y="4876800"/>
          <a:ext cx="3657600" cy="687388"/>
        </p:xfrm>
        <a:graphic>
          <a:graphicData uri="http://schemas.openxmlformats.org/presentationml/2006/ole">
            <mc:AlternateContent xmlns:mc="http://schemas.openxmlformats.org/markup-compatibility/2006">
              <mc:Choice xmlns:v="urn:schemas-microsoft-com:vml" Requires="v">
                <p:oleObj name="Equation" r:id="rId4" imgW="2235200" imgH="419100" progId="Equation.3">
                  <p:embed/>
                </p:oleObj>
              </mc:Choice>
              <mc:Fallback>
                <p:oleObj name="Equation" r:id="rId4" imgW="2235200" imgH="419100" progId="Equation.3">
                  <p:embed/>
                  <p:pic>
                    <p:nvPicPr>
                      <p:cNvPr id="0" name="Object 1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90600" y="4876800"/>
                        <a:ext cx="3657600" cy="68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3565" name="Rectangle 16">
            <a:extLst>
              <a:ext uri="{FF2B5EF4-FFF2-40B4-BE49-F238E27FC236}">
                <a16:creationId xmlns:a16="http://schemas.microsoft.com/office/drawing/2014/main" id="{5763DF42-5B3F-6446-B799-CB72AC2672B7}"/>
              </a:ext>
            </a:extLst>
          </p:cNvPr>
          <p:cNvSpPr>
            <a:spLocks noGrp="1" noChangeArrowheads="1"/>
          </p:cNvSpPr>
          <p:nvPr>
            <p:ph type="body" idx="1"/>
          </p:nvPr>
        </p:nvSpPr>
        <p:spPr>
          <a:xfrm>
            <a:off x="457200" y="4191000"/>
            <a:ext cx="4876800" cy="381000"/>
          </a:xfrm>
        </p:spPr>
        <p:txBody>
          <a:bodyPr/>
          <a:lstStyle/>
          <a:p>
            <a:pPr marL="0" indent="0">
              <a:spcBef>
                <a:spcPct val="0"/>
              </a:spcBef>
              <a:buFont typeface="Monotype Sorts"/>
              <a:buNone/>
            </a:pPr>
            <a:r>
              <a:rPr lang="en-US" altLang="en-US" sz="2800"/>
              <a:t>Bubble sort time: O(n</a:t>
            </a:r>
            <a:r>
              <a:rPr lang="en-US" altLang="en-US" sz="2800" baseline="30000"/>
              <a:t>2</a:t>
            </a:r>
            <a:r>
              <a:rPr lang="en-US" altLang="en-US" sz="2800"/>
              <a:t>)</a:t>
            </a:r>
          </a:p>
        </p:txBody>
      </p:sp>
      <p:sp>
        <p:nvSpPr>
          <p:cNvPr id="354321" name="AutoShape 17">
            <a:hlinkClick r:id="" action="ppaction://noaction" highlightClick="1"/>
            <a:extLst>
              <a:ext uri="{FF2B5EF4-FFF2-40B4-BE49-F238E27FC236}">
                <a16:creationId xmlns:a16="http://schemas.microsoft.com/office/drawing/2014/main" id="{E593ACFF-CA76-F97C-2C86-81CF3039B7BD}"/>
              </a:ext>
            </a:extLst>
          </p:cNvPr>
          <p:cNvSpPr>
            <a:spLocks noChangeArrowheads="1"/>
          </p:cNvSpPr>
          <p:nvPr/>
        </p:nvSpPr>
        <p:spPr bwMode="auto">
          <a:xfrm>
            <a:off x="6400800" y="4114800"/>
            <a:ext cx="1600200" cy="533400"/>
          </a:xfrm>
          <a:prstGeom prst="actionButtonBlank">
            <a:avLst/>
          </a:prstGeom>
          <a:solidFill>
            <a:srgbClr val="00B050"/>
          </a:solidFill>
          <a:ln>
            <a:noFill/>
          </a:ln>
          <a:effectLst>
            <a:prstShdw prst="shdw17" dist="17961" dir="2700000">
              <a:schemeClr val="tx1">
                <a:gamma/>
                <a:shade val="60000"/>
                <a:invGamma/>
              </a:schemeClr>
            </a:prstShdw>
          </a:effectLst>
        </p:spPr>
        <p:txBody>
          <a:bodyPr wrap="none" anchor="ctr"/>
          <a:lstStyle/>
          <a:p>
            <a:pPr algn="ctr">
              <a:defRPr/>
            </a:pPr>
            <a:r>
              <a:rPr lang="en-US" dirty="0" err="1">
                <a:latin typeface="Book Antiqua" pitchFamily="18" charset="0"/>
                <a:hlinkClick r:id="rId6" action="ppaction://program">
                  <a:extLst>
                    <a:ext uri="{A12FA001-AC4F-418D-AE19-62706E023703}">
                      <ahyp:hlinkClr xmlns:ahyp="http://schemas.microsoft.com/office/drawing/2018/hyperlinkcolor" val="tx"/>
                    </a:ext>
                  </a:extLst>
                </a:hlinkClick>
              </a:rPr>
              <a:t>BubbleSort</a:t>
            </a:r>
            <a:endParaRPr lang="en-US" dirty="0"/>
          </a:p>
        </p:txBody>
      </p:sp>
      <p:sp>
        <p:nvSpPr>
          <p:cNvPr id="23567" name="AutoShape 18">
            <a:hlinkClick r:id="rId7" action="ppaction://program" highlightClick="1"/>
            <a:extLst>
              <a:ext uri="{FF2B5EF4-FFF2-40B4-BE49-F238E27FC236}">
                <a16:creationId xmlns:a16="http://schemas.microsoft.com/office/drawing/2014/main" id="{744A078D-405E-5B54-E6C8-14F01E3DF327}"/>
              </a:ext>
            </a:extLst>
          </p:cNvPr>
          <p:cNvSpPr>
            <a:spLocks noChangeArrowheads="1"/>
          </p:cNvSpPr>
          <p:nvPr/>
        </p:nvSpPr>
        <p:spPr bwMode="auto">
          <a:xfrm>
            <a:off x="6400800" y="4724400"/>
            <a:ext cx="1600200" cy="533400"/>
          </a:xfrm>
          <a:prstGeom prst="actionButtonBlank">
            <a:avLst/>
          </a:prstGeom>
          <a:solidFill>
            <a:srgbClr val="38A1BA"/>
          </a:solidFill>
          <a:ln>
            <a:noFill/>
          </a:ln>
          <a:effectLst>
            <a:prstShdw prst="shdw17" dist="17961" dir="2700000">
              <a:srgbClr val="226170"/>
            </a:prstShdw>
          </a:effectLst>
          <a:extLst>
            <a:ext uri="{91240B29-F687-4F45-9708-019B960494DF}">
              <a14:hiddenLine xmlns:a14="http://schemas.microsoft.com/office/drawing/2010/main" w="19050">
                <a:solidFill>
                  <a:schemeClr val="tx1"/>
                </a:solidFill>
                <a:miter lim="800000"/>
                <a:headEnd type="none" w="sm" len="sm"/>
                <a:tailEnd type="none" w="sm" len="sm"/>
              </a14:hiddenLine>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400">
                <a:latin typeface="Book Antiqua" panose="02040602050305030304" pitchFamily="18" charset="0"/>
              </a:rPr>
              <a:t>Run</a:t>
            </a:r>
            <a:endParaRPr lang="en-US" altLang="en-US" sz="2400"/>
          </a:p>
        </p:txBody>
      </p:sp>
      <p:sp>
        <p:nvSpPr>
          <p:cNvPr id="23568" name="AutoShape 19">
            <a:hlinkClick r:id="rId8" highlightClick="1"/>
            <a:extLst>
              <a:ext uri="{FF2B5EF4-FFF2-40B4-BE49-F238E27FC236}">
                <a16:creationId xmlns:a16="http://schemas.microsoft.com/office/drawing/2014/main" id="{BE08F226-C1D6-7FAC-AD97-C5D449FC8F3E}"/>
              </a:ext>
            </a:extLst>
          </p:cNvPr>
          <p:cNvSpPr>
            <a:spLocks noChangeArrowheads="1"/>
          </p:cNvSpPr>
          <p:nvPr/>
        </p:nvSpPr>
        <p:spPr bwMode="auto">
          <a:xfrm>
            <a:off x="5791200" y="4114800"/>
            <a:ext cx="468313" cy="576263"/>
          </a:xfrm>
          <a:prstGeom prst="actionButtonDocumen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Number Placeholder 4">
            <a:extLst>
              <a:ext uri="{FF2B5EF4-FFF2-40B4-BE49-F238E27FC236}">
                <a16:creationId xmlns:a16="http://schemas.microsoft.com/office/drawing/2014/main" id="{94EE58FC-C22E-70D1-7D36-2C2DE38DB4F4}"/>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FEB4F5F6-0FB5-4538-B338-0800F1FB2C00}" type="slidenum">
              <a:rPr lang="en-US" altLang="en-US" sz="1400" smtClean="0"/>
              <a:pPr>
                <a:spcBef>
                  <a:spcPct val="0"/>
                </a:spcBef>
                <a:buClrTx/>
                <a:buSzTx/>
                <a:buFontTx/>
                <a:buNone/>
              </a:pPr>
              <a:t>8</a:t>
            </a:fld>
            <a:endParaRPr lang="en-US" altLang="en-US" sz="1400"/>
          </a:p>
        </p:txBody>
      </p:sp>
      <p:sp>
        <p:nvSpPr>
          <p:cNvPr id="24579" name="Rectangle 2">
            <a:extLst>
              <a:ext uri="{FF2B5EF4-FFF2-40B4-BE49-F238E27FC236}">
                <a16:creationId xmlns:a16="http://schemas.microsoft.com/office/drawing/2014/main" id="{8247043A-045D-F0E1-3471-7BB48AFC0F6F}"/>
              </a:ext>
            </a:extLst>
          </p:cNvPr>
          <p:cNvSpPr>
            <a:spLocks noGrp="1" noChangeArrowheads="1"/>
          </p:cNvSpPr>
          <p:nvPr>
            <p:ph type="title"/>
          </p:nvPr>
        </p:nvSpPr>
        <p:spPr>
          <a:xfrm>
            <a:off x="0" y="152400"/>
            <a:ext cx="8839200" cy="533400"/>
          </a:xfrm>
        </p:spPr>
        <p:txBody>
          <a:bodyPr/>
          <a:lstStyle/>
          <a:p>
            <a:r>
              <a:rPr lang="en-US" altLang="en-US" sz="3600"/>
              <a:t>Bubble Sort Animation</a:t>
            </a:r>
          </a:p>
        </p:txBody>
      </p:sp>
      <p:sp>
        <p:nvSpPr>
          <p:cNvPr id="24591" name="Rounded Rectangle 1">
            <a:hlinkClick r:id="rId2"/>
            <a:extLst>
              <a:ext uri="{FF2B5EF4-FFF2-40B4-BE49-F238E27FC236}">
                <a16:creationId xmlns:a16="http://schemas.microsoft.com/office/drawing/2014/main" id="{6340E34E-9BFF-1D7D-43A8-4303C310F5B4}"/>
              </a:ext>
            </a:extLst>
          </p:cNvPr>
          <p:cNvSpPr>
            <a:spLocks noChangeArrowheads="1"/>
          </p:cNvSpPr>
          <p:nvPr/>
        </p:nvSpPr>
        <p:spPr bwMode="auto">
          <a:xfrm>
            <a:off x="152400" y="838200"/>
            <a:ext cx="8686800" cy="1066800"/>
          </a:xfrm>
          <a:prstGeom prst="roundRect">
            <a:avLst>
              <a:gd name="adj" fmla="val 1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round/>
                <a:headEnd type="none" w="sm" len="sm"/>
                <a:tailEnd type="none" w="sm" len="sm"/>
              </a14:hiddenLine>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 typeface="Monotype Sorts"/>
              <a:buNone/>
            </a:pPr>
            <a:r>
              <a:rPr lang="en-US" altLang="en-US" sz="2800" u="sng">
                <a:solidFill>
                  <a:srgbClr val="424242"/>
                </a:solidFill>
              </a:rPr>
              <a:t>http://www.cs.armstrong.edu/liang/animation/web/BubbleSort.html</a:t>
            </a:r>
          </a:p>
        </p:txBody>
      </p:sp>
      <p:pic>
        <p:nvPicPr>
          <p:cNvPr id="24592" name="Picture 16">
            <a:extLst>
              <a:ext uri="{FF2B5EF4-FFF2-40B4-BE49-F238E27FC236}">
                <a16:creationId xmlns:a16="http://schemas.microsoft.com/office/drawing/2014/main" id="{45170BA2-C5AD-DDC4-726D-7B03588257E9}"/>
              </a:ext>
              <a:ext uri="{C183D7F6-B498-43B3-948B-1728B52AA6E4}">
                <adec:decorative xmlns:adec="http://schemas.microsoft.com/office/drawing/2017/decorative" val="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87525" y="1676400"/>
            <a:ext cx="5416550" cy="4775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Number Placeholder 4">
            <a:extLst>
              <a:ext uri="{FF2B5EF4-FFF2-40B4-BE49-F238E27FC236}">
                <a16:creationId xmlns:a16="http://schemas.microsoft.com/office/drawing/2014/main" id="{766DCFBB-2FE0-0E4C-29A3-EB2D91548550}"/>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0BAEA7A6-834E-4016-A045-52256C6AC7CC}" type="slidenum">
              <a:rPr lang="en-US" altLang="en-US" sz="1400" smtClean="0"/>
              <a:pPr>
                <a:spcBef>
                  <a:spcPct val="0"/>
                </a:spcBef>
                <a:buClrTx/>
                <a:buSzTx/>
                <a:buFontTx/>
                <a:buNone/>
              </a:pPr>
              <a:t>9</a:t>
            </a:fld>
            <a:endParaRPr lang="en-US" altLang="en-US" sz="1400"/>
          </a:p>
        </p:txBody>
      </p:sp>
      <p:sp>
        <p:nvSpPr>
          <p:cNvPr id="25603" name="Rectangle 2">
            <a:extLst>
              <a:ext uri="{FF2B5EF4-FFF2-40B4-BE49-F238E27FC236}">
                <a16:creationId xmlns:a16="http://schemas.microsoft.com/office/drawing/2014/main" id="{A5EFD438-4148-705D-5E9A-FE4C956F1893}"/>
              </a:ext>
            </a:extLst>
          </p:cNvPr>
          <p:cNvSpPr>
            <a:spLocks noGrp="1" noChangeArrowheads="1"/>
          </p:cNvSpPr>
          <p:nvPr>
            <p:ph type="title"/>
          </p:nvPr>
        </p:nvSpPr>
        <p:spPr>
          <a:xfrm>
            <a:off x="685800" y="228600"/>
            <a:ext cx="7772400" cy="685800"/>
          </a:xfrm>
        </p:spPr>
        <p:txBody>
          <a:bodyPr/>
          <a:lstStyle/>
          <a:p>
            <a:r>
              <a:rPr lang="en-US" altLang="en-US"/>
              <a:t>Merge Sort</a:t>
            </a:r>
          </a:p>
        </p:txBody>
      </p:sp>
      <p:graphicFrame>
        <p:nvGraphicFramePr>
          <p:cNvPr id="25612" name="Object 13">
            <a:extLst>
              <a:ext uri="{FF2B5EF4-FFF2-40B4-BE49-F238E27FC236}">
                <a16:creationId xmlns:a16="http://schemas.microsoft.com/office/drawing/2014/main" id="{A96B5F0D-3EB8-C5B7-8344-B1124C26A9D6}"/>
              </a:ext>
            </a:extLst>
          </p:cNvPr>
          <p:cNvGraphicFramePr>
            <a:graphicFrameLocks noChangeAspect="1"/>
          </p:cNvGraphicFramePr>
          <p:nvPr/>
        </p:nvGraphicFramePr>
        <p:xfrm>
          <a:off x="77788" y="909638"/>
          <a:ext cx="7312025" cy="5245100"/>
        </p:xfrm>
        <a:graphic>
          <a:graphicData uri="http://schemas.openxmlformats.org/presentationml/2006/ole">
            <mc:AlternateContent xmlns:mc="http://schemas.openxmlformats.org/markup-compatibility/2006">
              <mc:Choice xmlns:v="urn:schemas-microsoft-com:vml" Requires="v">
                <p:oleObj name="Picture" r:id="rId2" imgW="3970020" imgH="2830068" progId="Word.Picture.8">
                  <p:embed/>
                </p:oleObj>
              </mc:Choice>
              <mc:Fallback>
                <p:oleObj name="Picture" r:id="rId2" imgW="3970020" imgH="2830068" progId="Word.Picture.8">
                  <p:embed/>
                  <p:pic>
                    <p:nvPicPr>
                      <p:cNvPr id="0" name="Object 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788" y="909638"/>
                        <a:ext cx="7312025" cy="524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55344" name="AutoShape 16">
            <a:hlinkClick r:id="" action="ppaction://noaction" highlightClick="1"/>
            <a:extLst>
              <a:ext uri="{FF2B5EF4-FFF2-40B4-BE49-F238E27FC236}">
                <a16:creationId xmlns:a16="http://schemas.microsoft.com/office/drawing/2014/main" id="{2CC31125-8AE9-18BE-4FEE-79B41C363C74}"/>
              </a:ext>
            </a:extLst>
          </p:cNvPr>
          <p:cNvSpPr>
            <a:spLocks noChangeArrowheads="1"/>
          </p:cNvSpPr>
          <p:nvPr/>
        </p:nvSpPr>
        <p:spPr bwMode="auto">
          <a:xfrm>
            <a:off x="7467600" y="4953000"/>
            <a:ext cx="1600200" cy="533400"/>
          </a:xfrm>
          <a:prstGeom prst="actionButtonBlank">
            <a:avLst/>
          </a:prstGeom>
          <a:solidFill>
            <a:srgbClr val="00B050"/>
          </a:solidFill>
          <a:ln>
            <a:noFill/>
          </a:ln>
          <a:effectLst>
            <a:prstShdw prst="shdw17" dist="17961" dir="2700000">
              <a:schemeClr val="tx1">
                <a:gamma/>
                <a:shade val="60000"/>
                <a:invGamma/>
              </a:schemeClr>
            </a:prstShdw>
          </a:effectLst>
        </p:spPr>
        <p:txBody>
          <a:bodyPr wrap="none" anchor="ctr"/>
          <a:lstStyle/>
          <a:p>
            <a:pPr algn="ctr">
              <a:defRPr/>
            </a:pPr>
            <a:r>
              <a:rPr lang="en-US" dirty="0" err="1">
                <a:latin typeface="Book Antiqua" pitchFamily="18" charset="0"/>
                <a:hlinkClick r:id="rId4" action="ppaction://program">
                  <a:extLst>
                    <a:ext uri="{A12FA001-AC4F-418D-AE19-62706E023703}">
                      <ahyp:hlinkClr xmlns:ahyp="http://schemas.microsoft.com/office/drawing/2018/hyperlinkcolor" val="tx"/>
                    </a:ext>
                  </a:extLst>
                </a:hlinkClick>
              </a:rPr>
              <a:t>MergeSort</a:t>
            </a:r>
            <a:endParaRPr lang="en-US" dirty="0"/>
          </a:p>
        </p:txBody>
      </p:sp>
      <p:sp>
        <p:nvSpPr>
          <p:cNvPr id="25614" name="AutoShape 17">
            <a:hlinkClick r:id="rId5" action="ppaction://program" highlightClick="1"/>
            <a:extLst>
              <a:ext uri="{FF2B5EF4-FFF2-40B4-BE49-F238E27FC236}">
                <a16:creationId xmlns:a16="http://schemas.microsoft.com/office/drawing/2014/main" id="{77081AF4-B82E-7D68-46D6-C9BBAC7AE50F}"/>
              </a:ext>
            </a:extLst>
          </p:cNvPr>
          <p:cNvSpPr>
            <a:spLocks noChangeArrowheads="1"/>
          </p:cNvSpPr>
          <p:nvPr/>
        </p:nvSpPr>
        <p:spPr bwMode="auto">
          <a:xfrm>
            <a:off x="7467600" y="5562600"/>
            <a:ext cx="1600200" cy="533400"/>
          </a:xfrm>
          <a:prstGeom prst="actionButtonBlank">
            <a:avLst/>
          </a:prstGeom>
          <a:solidFill>
            <a:srgbClr val="38A1BA"/>
          </a:solidFill>
          <a:ln>
            <a:noFill/>
          </a:ln>
          <a:effectLst>
            <a:prstShdw prst="shdw17" dist="17961" dir="2700000">
              <a:srgbClr val="226170"/>
            </a:prstShdw>
          </a:effectLst>
          <a:extLst>
            <a:ext uri="{91240B29-F687-4F45-9708-019B960494DF}">
              <a14:hiddenLine xmlns:a14="http://schemas.microsoft.com/office/drawing/2010/main" w="19050">
                <a:solidFill>
                  <a:schemeClr val="tx1"/>
                </a:solidFill>
                <a:miter lim="800000"/>
                <a:headEnd type="none" w="sm" len="sm"/>
                <a:tailEnd type="none" w="sm" len="sm"/>
              </a14:hiddenLine>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400">
                <a:latin typeface="Book Antiqua" panose="02040602050305030304" pitchFamily="18" charset="0"/>
              </a:rPr>
              <a:t>Run</a:t>
            </a:r>
            <a:endParaRPr lang="en-US" altLang="en-US" sz="2400"/>
          </a:p>
        </p:txBody>
      </p:sp>
      <p:sp>
        <p:nvSpPr>
          <p:cNvPr id="25615" name="AutoShape 18">
            <a:hlinkClick r:id="rId6" highlightClick="1"/>
            <a:extLst>
              <a:ext uri="{FF2B5EF4-FFF2-40B4-BE49-F238E27FC236}">
                <a16:creationId xmlns:a16="http://schemas.microsoft.com/office/drawing/2014/main" id="{EBCDF05E-5B97-2782-5003-72E968A45385}"/>
              </a:ext>
            </a:extLst>
          </p:cNvPr>
          <p:cNvSpPr>
            <a:spLocks noChangeArrowheads="1"/>
          </p:cNvSpPr>
          <p:nvPr/>
        </p:nvSpPr>
        <p:spPr bwMode="auto">
          <a:xfrm>
            <a:off x="7467600" y="4343400"/>
            <a:ext cx="468313" cy="576263"/>
          </a:xfrm>
          <a:prstGeom prst="actionButtonDocumen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Number Placeholder 4">
            <a:extLst>
              <a:ext uri="{FF2B5EF4-FFF2-40B4-BE49-F238E27FC236}">
                <a16:creationId xmlns:a16="http://schemas.microsoft.com/office/drawing/2014/main" id="{BBC95B03-CF72-EF94-BC27-E3CD7AE78BB6}"/>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BFA01E69-E6FE-4BF3-A1CC-545A28956BAC}" type="slidenum">
              <a:rPr lang="en-US" altLang="en-US" sz="1400" smtClean="0"/>
              <a:pPr>
                <a:spcBef>
                  <a:spcPct val="0"/>
                </a:spcBef>
                <a:buClrTx/>
                <a:buSzTx/>
                <a:buFontTx/>
                <a:buNone/>
              </a:pPr>
              <a:t>10</a:t>
            </a:fld>
            <a:endParaRPr lang="en-US" altLang="en-US" sz="1400"/>
          </a:p>
        </p:txBody>
      </p:sp>
      <p:sp>
        <p:nvSpPr>
          <p:cNvPr id="26627" name="Rectangle 2">
            <a:extLst>
              <a:ext uri="{FF2B5EF4-FFF2-40B4-BE49-F238E27FC236}">
                <a16:creationId xmlns:a16="http://schemas.microsoft.com/office/drawing/2014/main" id="{F9787A30-C08C-BB5E-D66C-C025229816A7}"/>
              </a:ext>
            </a:extLst>
          </p:cNvPr>
          <p:cNvSpPr>
            <a:spLocks noGrp="1" noChangeArrowheads="1"/>
          </p:cNvSpPr>
          <p:nvPr>
            <p:ph type="title"/>
          </p:nvPr>
        </p:nvSpPr>
        <p:spPr>
          <a:xfrm>
            <a:off x="685800" y="228600"/>
            <a:ext cx="7772400" cy="685800"/>
          </a:xfrm>
        </p:spPr>
        <p:txBody>
          <a:bodyPr/>
          <a:lstStyle/>
          <a:p>
            <a:r>
              <a:rPr lang="en-US" altLang="en-US"/>
              <a:t>Merge Sort</a:t>
            </a:r>
          </a:p>
        </p:txBody>
      </p:sp>
      <p:sp>
        <p:nvSpPr>
          <p:cNvPr id="26636" name="Rectangle 14">
            <a:extLst>
              <a:ext uri="{FF2B5EF4-FFF2-40B4-BE49-F238E27FC236}">
                <a16:creationId xmlns:a16="http://schemas.microsoft.com/office/drawing/2014/main" id="{7DEC968E-7E23-B61C-25DA-225323C1C34D}"/>
              </a:ext>
            </a:extLst>
          </p:cNvPr>
          <p:cNvSpPr>
            <a:spLocks noGrp="1" noChangeArrowheads="1"/>
          </p:cNvSpPr>
          <p:nvPr>
            <p:ph type="body" idx="1"/>
          </p:nvPr>
        </p:nvSpPr>
        <p:spPr>
          <a:xfrm>
            <a:off x="228600" y="1219200"/>
            <a:ext cx="7467600" cy="4953000"/>
          </a:xfrm>
        </p:spPr>
        <p:txBody>
          <a:bodyPr/>
          <a:lstStyle/>
          <a:p>
            <a:pPr marL="263525" indent="0">
              <a:spcBef>
                <a:spcPct val="0"/>
              </a:spcBef>
              <a:buFont typeface="Monotype Sorts"/>
              <a:buNone/>
            </a:pPr>
            <a:r>
              <a:rPr lang="en-US" altLang="en-US"/>
              <a:t>mergeSort(list):</a:t>
            </a:r>
          </a:p>
          <a:p>
            <a:pPr marL="263525" indent="0">
              <a:spcBef>
                <a:spcPct val="0"/>
              </a:spcBef>
              <a:buFont typeface="Monotype Sorts"/>
              <a:buNone/>
            </a:pPr>
            <a:r>
              <a:rPr lang="en-US" altLang="en-US"/>
              <a:t>    firstHalf = mergeSort(firstHalf);</a:t>
            </a:r>
          </a:p>
          <a:p>
            <a:pPr marL="263525" indent="0">
              <a:spcBef>
                <a:spcPct val="0"/>
              </a:spcBef>
              <a:buFont typeface="Monotype Sorts"/>
              <a:buNone/>
            </a:pPr>
            <a:r>
              <a:rPr lang="en-US" altLang="en-US"/>
              <a:t>    secondHalf = mergeSort(secondHalf);</a:t>
            </a:r>
          </a:p>
          <a:p>
            <a:pPr marL="263525" indent="0">
              <a:spcBef>
                <a:spcPct val="0"/>
              </a:spcBef>
              <a:buFont typeface="Monotype Sorts"/>
              <a:buNone/>
            </a:pPr>
            <a:r>
              <a:rPr lang="en-US" altLang="en-US"/>
              <a:t>    list = merge(firstHalf, secondHalf);</a:t>
            </a:r>
          </a:p>
          <a:p>
            <a:pPr marL="263525" indent="0">
              <a:spcBef>
                <a:spcPct val="0"/>
              </a:spcBef>
              <a:buFont typeface="Monotype Sorts"/>
              <a:buNone/>
            </a:pPr>
            <a:endParaRPr lang="en-US"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Number Placeholder 4">
            <a:extLst>
              <a:ext uri="{FF2B5EF4-FFF2-40B4-BE49-F238E27FC236}">
                <a16:creationId xmlns:a16="http://schemas.microsoft.com/office/drawing/2014/main" id="{82B472F2-16FA-FB9C-783D-B41BD166CFD3}"/>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6CEE9F13-298A-45BF-801C-317640BDBA9A}" type="slidenum">
              <a:rPr lang="en-US" altLang="en-US" sz="1400" smtClean="0"/>
              <a:pPr>
                <a:spcBef>
                  <a:spcPct val="0"/>
                </a:spcBef>
                <a:buClrTx/>
                <a:buSzTx/>
                <a:buFontTx/>
                <a:buNone/>
              </a:pPr>
              <a:t>11</a:t>
            </a:fld>
            <a:endParaRPr lang="en-US" altLang="en-US" sz="1400"/>
          </a:p>
        </p:txBody>
      </p:sp>
      <p:sp>
        <p:nvSpPr>
          <p:cNvPr id="27651" name="Rectangle 2">
            <a:extLst>
              <a:ext uri="{FF2B5EF4-FFF2-40B4-BE49-F238E27FC236}">
                <a16:creationId xmlns:a16="http://schemas.microsoft.com/office/drawing/2014/main" id="{1683518B-B746-EEC2-E909-4195287DEDAA}"/>
              </a:ext>
            </a:extLst>
          </p:cNvPr>
          <p:cNvSpPr>
            <a:spLocks noGrp="1" noChangeArrowheads="1"/>
          </p:cNvSpPr>
          <p:nvPr>
            <p:ph type="title"/>
          </p:nvPr>
        </p:nvSpPr>
        <p:spPr>
          <a:xfrm>
            <a:off x="685800" y="228600"/>
            <a:ext cx="7772400" cy="685800"/>
          </a:xfrm>
        </p:spPr>
        <p:txBody>
          <a:bodyPr/>
          <a:lstStyle/>
          <a:p>
            <a:r>
              <a:rPr lang="en-US" altLang="en-US"/>
              <a:t>Merge Two Sorted Lists</a:t>
            </a:r>
          </a:p>
        </p:txBody>
      </p:sp>
      <p:graphicFrame>
        <p:nvGraphicFramePr>
          <p:cNvPr id="27661" name="Object 14">
            <a:extLst>
              <a:ext uri="{FF2B5EF4-FFF2-40B4-BE49-F238E27FC236}">
                <a16:creationId xmlns:a16="http://schemas.microsoft.com/office/drawing/2014/main" id="{46594BA0-D599-598A-02DC-D653B6BFCA0E}"/>
              </a:ext>
            </a:extLst>
          </p:cNvPr>
          <p:cNvGraphicFramePr>
            <a:graphicFrameLocks noChangeAspect="1"/>
          </p:cNvGraphicFramePr>
          <p:nvPr>
            <p:extLst>
              <p:ext uri="{D42A27DB-BD31-4B8C-83A1-F6EECF244321}">
                <p14:modId xmlns:p14="http://schemas.microsoft.com/office/powerpoint/2010/main" val="1761276618"/>
              </p:ext>
            </p:extLst>
          </p:nvPr>
        </p:nvGraphicFramePr>
        <p:xfrm>
          <a:off x="-76200" y="1490317"/>
          <a:ext cx="9144000" cy="3478213"/>
        </p:xfrm>
        <a:graphic>
          <a:graphicData uri="http://schemas.openxmlformats.org/presentationml/2006/ole">
            <mc:AlternateContent xmlns:mc="http://schemas.openxmlformats.org/markup-compatibility/2006">
              <mc:Choice xmlns:v="urn:schemas-microsoft-com:vml" Requires="v">
                <p:oleObj name="Picture" r:id="rId2" imgW="5514121" imgH="2092066" progId="Word.Picture.8">
                  <p:embed/>
                </p:oleObj>
              </mc:Choice>
              <mc:Fallback>
                <p:oleObj name="Picture" r:id="rId2" imgW="5514121" imgH="2092066" progId="Word.Picture.8">
                  <p:embed/>
                  <p:pic>
                    <p:nvPicPr>
                      <p:cNvPr id="0" name="Object 1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 y="1490317"/>
                        <a:ext cx="9144000" cy="3478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Number Placeholder 4">
            <a:extLst>
              <a:ext uri="{FF2B5EF4-FFF2-40B4-BE49-F238E27FC236}">
                <a16:creationId xmlns:a16="http://schemas.microsoft.com/office/drawing/2014/main" id="{7FB46B42-04DA-C443-559F-AEB318410733}"/>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EC968E23-140C-4ECA-A0EB-7B43AAF752E2}" type="slidenum">
              <a:rPr lang="en-US" altLang="en-US" sz="1400" smtClean="0"/>
              <a:pPr>
                <a:spcBef>
                  <a:spcPct val="0"/>
                </a:spcBef>
                <a:buClrTx/>
                <a:buSzTx/>
                <a:buFontTx/>
                <a:buNone/>
              </a:pPr>
              <a:t>12</a:t>
            </a:fld>
            <a:endParaRPr lang="en-US" altLang="en-US" sz="1400"/>
          </a:p>
        </p:txBody>
      </p:sp>
      <p:sp>
        <p:nvSpPr>
          <p:cNvPr id="28675" name="Rectangle 2">
            <a:extLst>
              <a:ext uri="{FF2B5EF4-FFF2-40B4-BE49-F238E27FC236}">
                <a16:creationId xmlns:a16="http://schemas.microsoft.com/office/drawing/2014/main" id="{B36F1488-ABAF-DC32-252E-8D1EA38A7C07}"/>
              </a:ext>
            </a:extLst>
          </p:cNvPr>
          <p:cNvSpPr>
            <a:spLocks noGrp="1" noChangeArrowheads="1"/>
          </p:cNvSpPr>
          <p:nvPr>
            <p:ph type="title"/>
          </p:nvPr>
        </p:nvSpPr>
        <p:spPr>
          <a:xfrm>
            <a:off x="685800" y="228600"/>
            <a:ext cx="7772400" cy="685800"/>
          </a:xfrm>
        </p:spPr>
        <p:txBody>
          <a:bodyPr/>
          <a:lstStyle/>
          <a:p>
            <a:r>
              <a:rPr lang="en-US" altLang="en-US"/>
              <a:t>Merge Sort Time</a:t>
            </a:r>
          </a:p>
        </p:txBody>
      </p:sp>
      <p:sp>
        <p:nvSpPr>
          <p:cNvPr id="28684" name="Rectangle 26">
            <a:extLst>
              <a:ext uri="{FF2B5EF4-FFF2-40B4-BE49-F238E27FC236}">
                <a16:creationId xmlns:a16="http://schemas.microsoft.com/office/drawing/2014/main" id="{937C2A90-3A08-2A6F-8371-DD55F041EF95}"/>
              </a:ext>
            </a:extLst>
          </p:cNvPr>
          <p:cNvSpPr>
            <a:spLocks noGrp="1" noChangeArrowheads="1"/>
          </p:cNvSpPr>
          <p:nvPr>
            <p:ph type="body" idx="1"/>
          </p:nvPr>
        </p:nvSpPr>
        <p:spPr>
          <a:xfrm>
            <a:off x="228600" y="1265583"/>
            <a:ext cx="8763000" cy="4953000"/>
          </a:xfrm>
        </p:spPr>
        <p:txBody>
          <a:bodyPr/>
          <a:lstStyle/>
          <a:p>
            <a:pPr marL="263525" indent="0">
              <a:spcBef>
                <a:spcPct val="0"/>
              </a:spcBef>
              <a:buFont typeface="Monotype Sorts"/>
              <a:buNone/>
            </a:pPr>
            <a:r>
              <a:rPr lang="en-US" altLang="en-US" dirty="0"/>
              <a:t>Let </a:t>
            </a:r>
            <a:r>
              <a:rPr lang="en-US" altLang="en-US" i="1" dirty="0"/>
              <a:t>T(n)</a:t>
            </a:r>
            <a:r>
              <a:rPr lang="en-US" altLang="en-US" dirty="0"/>
              <a:t> denote the time required for sorting an array of  </a:t>
            </a:r>
            <a:r>
              <a:rPr lang="en-US" altLang="en-US" i="1" dirty="0"/>
              <a:t>n</a:t>
            </a:r>
            <a:r>
              <a:rPr lang="en-US" altLang="en-US" dirty="0"/>
              <a:t> elements using merge sort. Without loss of generality, assume </a:t>
            </a:r>
            <a:r>
              <a:rPr lang="en-US" altLang="en-US" i="1" dirty="0"/>
              <a:t>n</a:t>
            </a:r>
            <a:r>
              <a:rPr lang="en-US" altLang="en-US" dirty="0"/>
              <a:t> is a power of 2. The merge sort algorithm splits the array into two subarrays, sorts the subarrays using the same algorithm recursively, and then merges the subarrays. So, </a:t>
            </a:r>
          </a:p>
        </p:txBody>
      </p:sp>
      <p:graphicFrame>
        <p:nvGraphicFramePr>
          <p:cNvPr id="28686" name="Object 30">
            <a:extLst>
              <a:ext uri="{FF2B5EF4-FFF2-40B4-BE49-F238E27FC236}">
                <a16:creationId xmlns:a16="http://schemas.microsoft.com/office/drawing/2014/main" id="{A2A238D4-58E3-83BB-0E59-1C2A764600D5}"/>
              </a:ext>
            </a:extLst>
          </p:cNvPr>
          <p:cNvGraphicFramePr>
            <a:graphicFrameLocks noChangeAspect="1"/>
          </p:cNvGraphicFramePr>
          <p:nvPr/>
        </p:nvGraphicFramePr>
        <p:xfrm>
          <a:off x="1524000" y="4611688"/>
          <a:ext cx="3886200" cy="646112"/>
        </p:xfrm>
        <a:graphic>
          <a:graphicData uri="http://schemas.openxmlformats.org/presentationml/2006/ole">
            <mc:AlternateContent xmlns:mc="http://schemas.openxmlformats.org/markup-compatibility/2006">
              <mc:Choice xmlns:v="urn:schemas-microsoft-com:vml" Requires="v">
                <p:oleObj name="Equation" r:id="rId2" imgW="2005729" imgH="393529" progId="Equation.3">
                  <p:embed/>
                </p:oleObj>
              </mc:Choice>
              <mc:Fallback>
                <p:oleObj name="Equation" r:id="rId2" imgW="2005729" imgH="393529" progId="Equation.3">
                  <p:embed/>
                  <p:pic>
                    <p:nvPicPr>
                      <p:cNvPr id="0" name="Object 3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4611688"/>
                        <a:ext cx="38862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8687" name="Object 32">
            <a:extLst>
              <a:ext uri="{FF2B5EF4-FFF2-40B4-BE49-F238E27FC236}">
                <a16:creationId xmlns:a16="http://schemas.microsoft.com/office/drawing/2014/main" id="{65B1135A-2738-146B-1F0A-0ED0DF245CF7}"/>
              </a:ext>
            </a:extLst>
          </p:cNvPr>
          <p:cNvGraphicFramePr>
            <a:graphicFrameLocks noChangeAspect="1"/>
          </p:cNvGraphicFramePr>
          <p:nvPr/>
        </p:nvGraphicFramePr>
        <p:xfrm>
          <a:off x="3581400" y="5638800"/>
          <a:ext cx="3224213" cy="646113"/>
        </p:xfrm>
        <a:graphic>
          <a:graphicData uri="http://schemas.openxmlformats.org/presentationml/2006/ole">
            <mc:AlternateContent xmlns:mc="http://schemas.openxmlformats.org/markup-compatibility/2006">
              <mc:Choice xmlns:v="urn:schemas-microsoft-com:vml" Requires="v">
                <p:oleObj name="Equation" r:id="rId4" imgW="1663700" imgH="393700" progId="Equation.3">
                  <p:embed/>
                </p:oleObj>
              </mc:Choice>
              <mc:Fallback>
                <p:oleObj name="Equation" r:id="rId4" imgW="1663700" imgH="393700" progId="Equation.3">
                  <p:embed/>
                  <p:pic>
                    <p:nvPicPr>
                      <p:cNvPr id="0" name="Object 3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81400" y="5638800"/>
                        <a:ext cx="32242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Number Placeholder 4">
            <a:extLst>
              <a:ext uri="{FF2B5EF4-FFF2-40B4-BE49-F238E27FC236}">
                <a16:creationId xmlns:a16="http://schemas.microsoft.com/office/drawing/2014/main" id="{2A845757-0216-99A8-F7F3-45AC93EFEFB1}"/>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A42548E2-CE92-4A61-90BB-AE248ED41AE5}" type="slidenum">
              <a:rPr lang="en-US" altLang="en-US" sz="1400" smtClean="0"/>
              <a:pPr>
                <a:spcBef>
                  <a:spcPct val="0"/>
                </a:spcBef>
                <a:buClrTx/>
                <a:buSzTx/>
                <a:buFontTx/>
                <a:buNone/>
              </a:pPr>
              <a:t>13</a:t>
            </a:fld>
            <a:endParaRPr lang="en-US" altLang="en-US" sz="1400"/>
          </a:p>
        </p:txBody>
      </p:sp>
      <p:sp>
        <p:nvSpPr>
          <p:cNvPr id="29699" name="Rectangle 2">
            <a:extLst>
              <a:ext uri="{FF2B5EF4-FFF2-40B4-BE49-F238E27FC236}">
                <a16:creationId xmlns:a16="http://schemas.microsoft.com/office/drawing/2014/main" id="{675B1F8C-9434-EFFC-ACE2-5F6B75B0076A}"/>
              </a:ext>
            </a:extLst>
          </p:cNvPr>
          <p:cNvSpPr>
            <a:spLocks noGrp="1" noChangeArrowheads="1"/>
          </p:cNvSpPr>
          <p:nvPr>
            <p:ph type="title"/>
          </p:nvPr>
        </p:nvSpPr>
        <p:spPr>
          <a:xfrm>
            <a:off x="685800" y="228600"/>
            <a:ext cx="7772400" cy="685800"/>
          </a:xfrm>
        </p:spPr>
        <p:txBody>
          <a:bodyPr/>
          <a:lstStyle/>
          <a:p>
            <a:r>
              <a:rPr lang="en-US" altLang="en-US"/>
              <a:t>Merge Sort Time</a:t>
            </a:r>
          </a:p>
        </p:txBody>
      </p:sp>
      <p:sp>
        <p:nvSpPr>
          <p:cNvPr id="29708" name="Rectangle 11">
            <a:extLst>
              <a:ext uri="{FF2B5EF4-FFF2-40B4-BE49-F238E27FC236}">
                <a16:creationId xmlns:a16="http://schemas.microsoft.com/office/drawing/2014/main" id="{0C5FC3BC-7B5D-CE9A-766A-BC0677974FE2}"/>
              </a:ext>
            </a:extLst>
          </p:cNvPr>
          <p:cNvSpPr>
            <a:spLocks noGrp="1" noChangeArrowheads="1"/>
          </p:cNvSpPr>
          <p:nvPr>
            <p:ph type="body" idx="1"/>
          </p:nvPr>
        </p:nvSpPr>
        <p:spPr>
          <a:xfrm>
            <a:off x="228600" y="1066800"/>
            <a:ext cx="8610600" cy="3048000"/>
          </a:xfrm>
        </p:spPr>
        <p:txBody>
          <a:bodyPr/>
          <a:lstStyle/>
          <a:p>
            <a:pPr marL="263525" indent="0">
              <a:lnSpc>
                <a:spcPct val="80000"/>
              </a:lnSpc>
              <a:spcBef>
                <a:spcPct val="0"/>
              </a:spcBef>
              <a:buFont typeface="Monotype Sorts"/>
              <a:buNone/>
            </a:pPr>
            <a:r>
              <a:rPr lang="en-US" altLang="en-US"/>
              <a:t>The first </a:t>
            </a:r>
            <a:r>
              <a:rPr lang="en-US" altLang="en-US" i="1"/>
              <a:t>T(n/2)</a:t>
            </a:r>
            <a:r>
              <a:rPr lang="en-US" altLang="en-US"/>
              <a:t> is the time for sorting the first half of the array and the second </a:t>
            </a:r>
            <a:r>
              <a:rPr lang="en-US" altLang="en-US" i="1"/>
              <a:t>T(n/2)</a:t>
            </a:r>
            <a:r>
              <a:rPr lang="en-US" altLang="en-US"/>
              <a:t> is the time for sorting the second half. To merge two subarrays, it takes at most </a:t>
            </a:r>
            <a:r>
              <a:rPr lang="en-US" altLang="en-US" i="1"/>
              <a:t>n-1</a:t>
            </a:r>
            <a:r>
              <a:rPr lang="en-US" altLang="en-US"/>
              <a:t> comparisons to compare the elements from the two subarrays and </a:t>
            </a:r>
            <a:r>
              <a:rPr lang="en-US" altLang="en-US" i="1"/>
              <a:t>n</a:t>
            </a:r>
            <a:r>
              <a:rPr lang="en-US" altLang="en-US"/>
              <a:t> moves to move elements to the temporary array. So, the total time is </a:t>
            </a:r>
            <a:r>
              <a:rPr lang="en-US" altLang="en-US" i="1"/>
              <a:t>2n-1</a:t>
            </a:r>
            <a:r>
              <a:rPr lang="en-US" altLang="en-US"/>
              <a:t>. Therefore,</a:t>
            </a:r>
          </a:p>
        </p:txBody>
      </p:sp>
      <p:graphicFrame>
        <p:nvGraphicFramePr>
          <p:cNvPr id="29711" name="Object 14">
            <a:extLst>
              <a:ext uri="{FF2B5EF4-FFF2-40B4-BE49-F238E27FC236}">
                <a16:creationId xmlns:a16="http://schemas.microsoft.com/office/drawing/2014/main" id="{EBBF84D9-C495-B91C-0EC8-70BC4C38391D}"/>
              </a:ext>
            </a:extLst>
          </p:cNvPr>
          <p:cNvGraphicFramePr>
            <a:graphicFrameLocks noChangeAspect="1"/>
          </p:cNvGraphicFramePr>
          <p:nvPr/>
        </p:nvGraphicFramePr>
        <p:xfrm>
          <a:off x="1087438" y="4279900"/>
          <a:ext cx="6969125" cy="1990725"/>
        </p:xfrm>
        <a:graphic>
          <a:graphicData uri="http://schemas.openxmlformats.org/presentationml/2006/ole">
            <mc:AlternateContent xmlns:mc="http://schemas.openxmlformats.org/markup-compatibility/2006">
              <mc:Choice xmlns:v="urn:schemas-microsoft-com:vml" Requires="v">
                <p:oleObj name="Equation" r:id="rId2" imgW="4813300" imgH="1447800" progId="Equation.3">
                  <p:embed/>
                </p:oleObj>
              </mc:Choice>
              <mc:Fallback>
                <p:oleObj name="Equation" r:id="rId2" imgW="4813300" imgH="1447800" progId="Equation.3">
                  <p:embed/>
                  <p:pic>
                    <p:nvPicPr>
                      <p:cNvPr id="0" name="Object 1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7438" y="4279900"/>
                        <a:ext cx="6969125" cy="199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Number Placeholder 4">
            <a:extLst>
              <a:ext uri="{FF2B5EF4-FFF2-40B4-BE49-F238E27FC236}">
                <a16:creationId xmlns:a16="http://schemas.microsoft.com/office/drawing/2014/main" id="{EAC92BF5-CCDF-AA9C-5498-96F3C9BFA7D7}"/>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6547295C-E895-4E07-A208-AF9E848579A3}" type="slidenum">
              <a:rPr lang="en-US" altLang="en-US" sz="1400" smtClean="0"/>
              <a:pPr>
                <a:spcBef>
                  <a:spcPct val="0"/>
                </a:spcBef>
                <a:buClrTx/>
                <a:buSzTx/>
                <a:buFontTx/>
                <a:buNone/>
              </a:pPr>
              <a:t>14</a:t>
            </a:fld>
            <a:endParaRPr lang="en-US" altLang="en-US" sz="1400"/>
          </a:p>
        </p:txBody>
      </p:sp>
      <p:sp>
        <p:nvSpPr>
          <p:cNvPr id="30723" name="Rectangle 2">
            <a:extLst>
              <a:ext uri="{FF2B5EF4-FFF2-40B4-BE49-F238E27FC236}">
                <a16:creationId xmlns:a16="http://schemas.microsoft.com/office/drawing/2014/main" id="{EC20FD51-1F1F-60E3-A3FF-9A81DB53818B}"/>
              </a:ext>
            </a:extLst>
          </p:cNvPr>
          <p:cNvSpPr>
            <a:spLocks noGrp="1" noChangeArrowheads="1"/>
          </p:cNvSpPr>
          <p:nvPr>
            <p:ph type="title"/>
          </p:nvPr>
        </p:nvSpPr>
        <p:spPr>
          <a:xfrm>
            <a:off x="685800" y="228600"/>
            <a:ext cx="7772400" cy="685800"/>
          </a:xfrm>
        </p:spPr>
        <p:txBody>
          <a:bodyPr/>
          <a:lstStyle/>
          <a:p>
            <a:r>
              <a:rPr lang="en-US" altLang="en-US"/>
              <a:t>Quick Sort</a:t>
            </a:r>
          </a:p>
        </p:txBody>
      </p:sp>
      <p:sp>
        <p:nvSpPr>
          <p:cNvPr id="30724" name="Rectangle 3">
            <a:extLst>
              <a:ext uri="{FF2B5EF4-FFF2-40B4-BE49-F238E27FC236}">
                <a16:creationId xmlns:a16="http://schemas.microsoft.com/office/drawing/2014/main" id="{2E1E732B-C60A-9C8C-5276-E17D390DC6C0}"/>
              </a:ext>
            </a:extLst>
          </p:cNvPr>
          <p:cNvSpPr>
            <a:spLocks noGrp="1" noChangeArrowheads="1"/>
          </p:cNvSpPr>
          <p:nvPr>
            <p:ph type="body" idx="1"/>
          </p:nvPr>
        </p:nvSpPr>
        <p:spPr>
          <a:xfrm>
            <a:off x="228600" y="1066800"/>
            <a:ext cx="8763000" cy="5105400"/>
          </a:xfrm>
        </p:spPr>
        <p:txBody>
          <a:bodyPr/>
          <a:lstStyle/>
          <a:p>
            <a:pPr marL="0" indent="0">
              <a:spcBef>
                <a:spcPct val="0"/>
              </a:spcBef>
              <a:buFont typeface="Monotype Sorts"/>
              <a:buNone/>
            </a:pPr>
            <a:r>
              <a:rPr lang="en-US" altLang="en-US"/>
              <a:t>Quick sort, developed by C. A. R. Hoare (1962), works as follows: The algorithm selects an element, called the </a:t>
            </a:r>
            <a:r>
              <a:rPr lang="en-US" altLang="en-US" i="1"/>
              <a:t>pivot</a:t>
            </a:r>
            <a:r>
              <a:rPr lang="en-US" altLang="en-US"/>
              <a:t>, in the array. Divide the array into two parts such that all the elements in the first part are less than or equal to the pivot and all the elements in the second part are greater than the pivot. Recursively apply the quick sort algorithm to the first part and then the second part.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Number Placeholder 4">
            <a:extLst>
              <a:ext uri="{FF2B5EF4-FFF2-40B4-BE49-F238E27FC236}">
                <a16:creationId xmlns:a16="http://schemas.microsoft.com/office/drawing/2014/main" id="{FC3AC0D1-043F-0D32-6F72-35CA81A4E6FC}"/>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2F02D261-383B-4CB1-897A-2F824BF1734F}" type="slidenum">
              <a:rPr lang="en-US" altLang="en-US" sz="1400" smtClean="0"/>
              <a:pPr>
                <a:spcBef>
                  <a:spcPct val="0"/>
                </a:spcBef>
                <a:buClrTx/>
                <a:buSzTx/>
                <a:buFontTx/>
                <a:buNone/>
              </a:pPr>
              <a:t>15</a:t>
            </a:fld>
            <a:endParaRPr lang="en-US" altLang="en-US" sz="1400"/>
          </a:p>
        </p:txBody>
      </p:sp>
      <p:sp>
        <p:nvSpPr>
          <p:cNvPr id="31747" name="Rectangle 2">
            <a:extLst>
              <a:ext uri="{FF2B5EF4-FFF2-40B4-BE49-F238E27FC236}">
                <a16:creationId xmlns:a16="http://schemas.microsoft.com/office/drawing/2014/main" id="{EC34F85E-156E-0800-E5F3-9C7283B22AE5}"/>
              </a:ext>
            </a:extLst>
          </p:cNvPr>
          <p:cNvSpPr>
            <a:spLocks noGrp="1" noChangeArrowheads="1"/>
          </p:cNvSpPr>
          <p:nvPr>
            <p:ph type="title"/>
          </p:nvPr>
        </p:nvSpPr>
        <p:spPr>
          <a:xfrm>
            <a:off x="685800" y="228600"/>
            <a:ext cx="7772400" cy="685800"/>
          </a:xfrm>
        </p:spPr>
        <p:txBody>
          <a:bodyPr/>
          <a:lstStyle/>
          <a:p>
            <a:r>
              <a:rPr lang="en-US" altLang="en-US"/>
              <a:t>Quick Sort</a:t>
            </a:r>
          </a:p>
        </p:txBody>
      </p:sp>
      <p:graphicFrame>
        <p:nvGraphicFramePr>
          <p:cNvPr id="31753" name="Object 8">
            <a:extLst>
              <a:ext uri="{FF2B5EF4-FFF2-40B4-BE49-F238E27FC236}">
                <a16:creationId xmlns:a16="http://schemas.microsoft.com/office/drawing/2014/main" id="{292EFD6F-A1DC-89DA-81C3-DE22B7E3ED4F}"/>
              </a:ext>
            </a:extLst>
          </p:cNvPr>
          <p:cNvGraphicFramePr>
            <a:graphicFrameLocks noChangeAspect="1"/>
          </p:cNvGraphicFramePr>
          <p:nvPr/>
        </p:nvGraphicFramePr>
        <p:xfrm>
          <a:off x="990600" y="1066800"/>
          <a:ext cx="6858000" cy="5122863"/>
        </p:xfrm>
        <a:graphic>
          <a:graphicData uri="http://schemas.openxmlformats.org/presentationml/2006/ole">
            <mc:AlternateContent xmlns:mc="http://schemas.openxmlformats.org/markup-compatibility/2006">
              <mc:Choice xmlns:v="urn:schemas-microsoft-com:vml" Requires="v">
                <p:oleObj name="Picture" r:id="rId2" imgW="4967751" imgH="3702454" progId="Word.Picture.8">
                  <p:embed/>
                </p:oleObj>
              </mc:Choice>
              <mc:Fallback>
                <p:oleObj name="Picture" r:id="rId2" imgW="4967751" imgH="3702454" progId="Word.Picture.8">
                  <p:embed/>
                  <p:pic>
                    <p:nvPicPr>
                      <p:cNvPr id="0" name="Object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600" y="1066800"/>
                        <a:ext cx="6858000" cy="5122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Number Placeholder 4">
            <a:extLst>
              <a:ext uri="{FF2B5EF4-FFF2-40B4-BE49-F238E27FC236}">
                <a16:creationId xmlns:a16="http://schemas.microsoft.com/office/drawing/2014/main" id="{03C88124-8B0A-31B3-6ADB-9FB51B3D3D41}"/>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EEE56DB6-098F-4130-9A5B-E650755498AA}" type="slidenum">
              <a:rPr lang="en-US" altLang="en-US" sz="1400" smtClean="0"/>
              <a:pPr>
                <a:spcBef>
                  <a:spcPct val="0"/>
                </a:spcBef>
                <a:buClrTx/>
                <a:buSzTx/>
                <a:buFontTx/>
                <a:buNone/>
              </a:pPr>
              <a:t>16</a:t>
            </a:fld>
            <a:endParaRPr lang="en-US" altLang="en-US" sz="1400"/>
          </a:p>
        </p:txBody>
      </p:sp>
      <p:sp>
        <p:nvSpPr>
          <p:cNvPr id="32771" name="Rectangle 2">
            <a:extLst>
              <a:ext uri="{FF2B5EF4-FFF2-40B4-BE49-F238E27FC236}">
                <a16:creationId xmlns:a16="http://schemas.microsoft.com/office/drawing/2014/main" id="{902082BE-22C5-889F-D1AF-B50296D2C1D9}"/>
              </a:ext>
            </a:extLst>
          </p:cNvPr>
          <p:cNvSpPr>
            <a:spLocks noGrp="1" noChangeArrowheads="1"/>
          </p:cNvSpPr>
          <p:nvPr>
            <p:ph type="title"/>
          </p:nvPr>
        </p:nvSpPr>
        <p:spPr>
          <a:xfrm>
            <a:off x="533400" y="228600"/>
            <a:ext cx="2362200" cy="685800"/>
          </a:xfrm>
        </p:spPr>
        <p:txBody>
          <a:bodyPr/>
          <a:lstStyle/>
          <a:p>
            <a:r>
              <a:rPr lang="en-US" altLang="en-US"/>
              <a:t>Partition</a:t>
            </a:r>
          </a:p>
        </p:txBody>
      </p:sp>
      <p:graphicFrame>
        <p:nvGraphicFramePr>
          <p:cNvPr id="32778" name="Object 11">
            <a:extLst>
              <a:ext uri="{FF2B5EF4-FFF2-40B4-BE49-F238E27FC236}">
                <a16:creationId xmlns:a16="http://schemas.microsoft.com/office/drawing/2014/main" id="{4D7D493D-8E2E-3189-A3DF-DA6B95BE8A30}"/>
              </a:ext>
            </a:extLst>
          </p:cNvPr>
          <p:cNvGraphicFramePr>
            <a:graphicFrameLocks noChangeAspect="1"/>
          </p:cNvGraphicFramePr>
          <p:nvPr/>
        </p:nvGraphicFramePr>
        <p:xfrm>
          <a:off x="3200400" y="381000"/>
          <a:ext cx="5232400" cy="5943600"/>
        </p:xfrm>
        <a:graphic>
          <a:graphicData uri="http://schemas.openxmlformats.org/presentationml/2006/ole">
            <mc:AlternateContent xmlns:mc="http://schemas.openxmlformats.org/markup-compatibility/2006">
              <mc:Choice xmlns:v="urn:schemas-microsoft-com:vml" Requires="v">
                <p:oleObj name="Picture" r:id="rId2" imgW="4764258" imgH="5414001" progId="Word.Picture.8">
                  <p:embed/>
                </p:oleObj>
              </mc:Choice>
              <mc:Fallback>
                <p:oleObj name="Picture" r:id="rId2" imgW="4764258" imgH="5414001" progId="Word.Picture.8">
                  <p:embed/>
                  <p:pic>
                    <p:nvPicPr>
                      <p:cNvPr id="0" name="Object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00400" y="381000"/>
                        <a:ext cx="5232400" cy="594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61485" name="AutoShape 13">
            <a:hlinkClick r:id="" action="ppaction://noaction" highlightClick="1"/>
            <a:extLst>
              <a:ext uri="{FF2B5EF4-FFF2-40B4-BE49-F238E27FC236}">
                <a16:creationId xmlns:a16="http://schemas.microsoft.com/office/drawing/2014/main" id="{E13818D9-F692-4A2A-0BFD-35643A2EEE74}"/>
              </a:ext>
            </a:extLst>
          </p:cNvPr>
          <p:cNvSpPr>
            <a:spLocks noChangeArrowheads="1"/>
          </p:cNvSpPr>
          <p:nvPr/>
        </p:nvSpPr>
        <p:spPr bwMode="auto">
          <a:xfrm>
            <a:off x="762000" y="4495800"/>
            <a:ext cx="1600200" cy="533400"/>
          </a:xfrm>
          <a:prstGeom prst="actionButtonBlank">
            <a:avLst/>
          </a:prstGeom>
          <a:solidFill>
            <a:srgbClr val="00B050"/>
          </a:solidFill>
          <a:ln>
            <a:noFill/>
          </a:ln>
          <a:effectLst>
            <a:prstShdw prst="shdw17" dist="17961" dir="2700000">
              <a:schemeClr val="tx1">
                <a:gamma/>
                <a:shade val="60000"/>
                <a:invGamma/>
              </a:schemeClr>
            </a:prstShdw>
          </a:effectLst>
        </p:spPr>
        <p:txBody>
          <a:bodyPr wrap="none" anchor="ctr"/>
          <a:lstStyle/>
          <a:p>
            <a:pPr algn="ctr">
              <a:defRPr/>
            </a:pPr>
            <a:r>
              <a:rPr lang="en-US" dirty="0" err="1">
                <a:latin typeface="Book Antiqua" pitchFamily="18" charset="0"/>
                <a:hlinkClick r:id="rId4" action="ppaction://program">
                  <a:extLst>
                    <a:ext uri="{A12FA001-AC4F-418D-AE19-62706E023703}">
                      <ahyp:hlinkClr xmlns:ahyp="http://schemas.microsoft.com/office/drawing/2018/hyperlinkcolor" val="tx"/>
                    </a:ext>
                  </a:extLst>
                </a:hlinkClick>
              </a:rPr>
              <a:t>QuickSort</a:t>
            </a:r>
            <a:endParaRPr lang="en-US" dirty="0"/>
          </a:p>
        </p:txBody>
      </p:sp>
      <p:sp>
        <p:nvSpPr>
          <p:cNvPr id="32780" name="AutoShape 14">
            <a:hlinkClick r:id="rId5" action="ppaction://program" highlightClick="1"/>
            <a:extLst>
              <a:ext uri="{FF2B5EF4-FFF2-40B4-BE49-F238E27FC236}">
                <a16:creationId xmlns:a16="http://schemas.microsoft.com/office/drawing/2014/main" id="{0EB42B97-0BDB-33DE-9E87-4F08AD18445F}"/>
              </a:ext>
            </a:extLst>
          </p:cNvPr>
          <p:cNvSpPr>
            <a:spLocks noChangeArrowheads="1"/>
          </p:cNvSpPr>
          <p:nvPr/>
        </p:nvSpPr>
        <p:spPr bwMode="auto">
          <a:xfrm>
            <a:off x="762000" y="5105400"/>
            <a:ext cx="1600200" cy="533400"/>
          </a:xfrm>
          <a:prstGeom prst="actionButtonBlank">
            <a:avLst/>
          </a:prstGeom>
          <a:solidFill>
            <a:srgbClr val="38A1BA"/>
          </a:solidFill>
          <a:ln>
            <a:noFill/>
          </a:ln>
          <a:effectLst>
            <a:prstShdw prst="shdw17" dist="17961" dir="2700000">
              <a:srgbClr val="226170"/>
            </a:prstShdw>
          </a:effectLst>
          <a:extLst>
            <a:ext uri="{91240B29-F687-4F45-9708-019B960494DF}">
              <a14:hiddenLine xmlns:a14="http://schemas.microsoft.com/office/drawing/2010/main" w="19050">
                <a:solidFill>
                  <a:schemeClr val="tx1"/>
                </a:solidFill>
                <a:miter lim="800000"/>
                <a:headEnd type="none" w="sm" len="sm"/>
                <a:tailEnd type="none" w="sm" len="sm"/>
              </a14:hiddenLine>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400">
                <a:latin typeface="Book Antiqua" panose="02040602050305030304" pitchFamily="18" charset="0"/>
              </a:rPr>
              <a:t>Run</a:t>
            </a:r>
            <a:endParaRPr lang="en-US" altLang="en-US" sz="2400"/>
          </a:p>
        </p:txBody>
      </p:sp>
      <p:sp>
        <p:nvSpPr>
          <p:cNvPr id="32781" name="AutoShape 15">
            <a:hlinkClick r:id="rId6" highlightClick="1"/>
            <a:extLst>
              <a:ext uri="{FF2B5EF4-FFF2-40B4-BE49-F238E27FC236}">
                <a16:creationId xmlns:a16="http://schemas.microsoft.com/office/drawing/2014/main" id="{C906B323-0635-AE31-A37B-716E91AE3CF2}"/>
              </a:ext>
            </a:extLst>
          </p:cNvPr>
          <p:cNvSpPr>
            <a:spLocks noChangeArrowheads="1"/>
          </p:cNvSpPr>
          <p:nvPr/>
        </p:nvSpPr>
        <p:spPr bwMode="auto">
          <a:xfrm>
            <a:off x="228600" y="4419600"/>
            <a:ext cx="468313" cy="576263"/>
          </a:xfrm>
          <a:prstGeom prst="actionButtonDocumen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Number Placeholder 4">
            <a:extLst>
              <a:ext uri="{FF2B5EF4-FFF2-40B4-BE49-F238E27FC236}">
                <a16:creationId xmlns:a16="http://schemas.microsoft.com/office/drawing/2014/main" id="{D87E4901-8A27-A08E-91C6-D614945997D2}"/>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E280C4CF-3DC2-468D-90DF-E8323440964F}" type="slidenum">
              <a:rPr lang="en-US" altLang="en-US" sz="1400" smtClean="0"/>
              <a:pPr>
                <a:spcBef>
                  <a:spcPct val="0"/>
                </a:spcBef>
                <a:buClrTx/>
                <a:buSzTx/>
                <a:buFontTx/>
                <a:buNone/>
              </a:pPr>
              <a:t>17</a:t>
            </a:fld>
            <a:endParaRPr lang="en-US" altLang="en-US" sz="1400"/>
          </a:p>
        </p:txBody>
      </p:sp>
      <p:sp>
        <p:nvSpPr>
          <p:cNvPr id="33795" name="Rectangle 2">
            <a:extLst>
              <a:ext uri="{FF2B5EF4-FFF2-40B4-BE49-F238E27FC236}">
                <a16:creationId xmlns:a16="http://schemas.microsoft.com/office/drawing/2014/main" id="{4655DD3A-F445-E8EA-D467-9F0330C5842F}"/>
              </a:ext>
            </a:extLst>
          </p:cNvPr>
          <p:cNvSpPr>
            <a:spLocks noGrp="1" noChangeArrowheads="1"/>
          </p:cNvSpPr>
          <p:nvPr>
            <p:ph type="title"/>
          </p:nvPr>
        </p:nvSpPr>
        <p:spPr>
          <a:xfrm>
            <a:off x="685800" y="228600"/>
            <a:ext cx="7772400" cy="685800"/>
          </a:xfrm>
        </p:spPr>
        <p:txBody>
          <a:bodyPr/>
          <a:lstStyle/>
          <a:p>
            <a:r>
              <a:rPr lang="en-US" altLang="en-US"/>
              <a:t>Quick Sort Time</a:t>
            </a:r>
          </a:p>
        </p:txBody>
      </p:sp>
      <p:sp>
        <p:nvSpPr>
          <p:cNvPr id="33804" name="Rectangle 11">
            <a:extLst>
              <a:ext uri="{FF2B5EF4-FFF2-40B4-BE49-F238E27FC236}">
                <a16:creationId xmlns:a16="http://schemas.microsoft.com/office/drawing/2014/main" id="{0B2B5F8F-6561-0B98-EBE2-224A54D5400E}"/>
              </a:ext>
            </a:extLst>
          </p:cNvPr>
          <p:cNvSpPr>
            <a:spLocks noGrp="1" noChangeArrowheads="1"/>
          </p:cNvSpPr>
          <p:nvPr>
            <p:ph type="body" idx="1"/>
          </p:nvPr>
        </p:nvSpPr>
        <p:spPr>
          <a:xfrm>
            <a:off x="228600" y="1066800"/>
            <a:ext cx="8610600" cy="1600200"/>
          </a:xfrm>
        </p:spPr>
        <p:txBody>
          <a:bodyPr/>
          <a:lstStyle/>
          <a:p>
            <a:pPr marL="263525" indent="0">
              <a:spcBef>
                <a:spcPct val="0"/>
              </a:spcBef>
              <a:buFont typeface="Monotype Sorts"/>
              <a:buNone/>
            </a:pPr>
            <a:r>
              <a:rPr lang="en-US" altLang="en-US"/>
              <a:t>To partition an array of </a:t>
            </a:r>
            <a:r>
              <a:rPr lang="en-US" altLang="en-US" i="1"/>
              <a:t>n</a:t>
            </a:r>
            <a:r>
              <a:rPr lang="en-US" altLang="en-US"/>
              <a:t> elements, it takes </a:t>
            </a:r>
            <a:r>
              <a:rPr lang="en-US" altLang="en-US" i="1"/>
              <a:t>n-1</a:t>
            </a:r>
            <a:r>
              <a:rPr lang="en-US" altLang="en-US"/>
              <a:t> comparisons and </a:t>
            </a:r>
            <a:r>
              <a:rPr lang="en-US" altLang="en-US" i="1"/>
              <a:t>n</a:t>
            </a:r>
            <a:r>
              <a:rPr lang="en-US" altLang="en-US"/>
              <a:t> moves in the worst case. So, the time required for partition is </a:t>
            </a:r>
            <a:r>
              <a:rPr lang="en-US" altLang="en-US" i="1"/>
              <a:t>O(n)</a:t>
            </a:r>
            <a:r>
              <a:rPr lang="en-US" altLang="en-US"/>
              <a: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Number Placeholder 4">
            <a:extLst>
              <a:ext uri="{FF2B5EF4-FFF2-40B4-BE49-F238E27FC236}">
                <a16:creationId xmlns:a16="http://schemas.microsoft.com/office/drawing/2014/main" id="{59333989-CD36-A20F-1468-0FF7A41AD983}"/>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02792C94-3C47-4EE7-9D54-6367E9082B92}" type="slidenum">
              <a:rPr lang="en-US" altLang="en-US" sz="1400" smtClean="0"/>
              <a:pPr>
                <a:spcBef>
                  <a:spcPct val="0"/>
                </a:spcBef>
                <a:buClrTx/>
                <a:buSzTx/>
                <a:buFontTx/>
                <a:buNone/>
              </a:pPr>
              <a:t>18</a:t>
            </a:fld>
            <a:endParaRPr lang="en-US" altLang="en-US" sz="1400"/>
          </a:p>
        </p:txBody>
      </p:sp>
      <p:sp>
        <p:nvSpPr>
          <p:cNvPr id="34819" name="Rectangle 2">
            <a:extLst>
              <a:ext uri="{FF2B5EF4-FFF2-40B4-BE49-F238E27FC236}">
                <a16:creationId xmlns:a16="http://schemas.microsoft.com/office/drawing/2014/main" id="{220F9E04-1BE4-BF7E-F0D9-D4E8697033AD}"/>
              </a:ext>
            </a:extLst>
          </p:cNvPr>
          <p:cNvSpPr>
            <a:spLocks noGrp="1" noChangeArrowheads="1"/>
          </p:cNvSpPr>
          <p:nvPr>
            <p:ph type="title"/>
          </p:nvPr>
        </p:nvSpPr>
        <p:spPr/>
        <p:txBody>
          <a:bodyPr/>
          <a:lstStyle/>
          <a:p>
            <a:r>
              <a:rPr lang="en-US" altLang="en-US"/>
              <a:t>Worst-Case Time</a:t>
            </a:r>
          </a:p>
        </p:txBody>
      </p:sp>
      <p:sp>
        <p:nvSpPr>
          <p:cNvPr id="34831" name="Rectangle 16">
            <a:extLst>
              <a:ext uri="{FF2B5EF4-FFF2-40B4-BE49-F238E27FC236}">
                <a16:creationId xmlns:a16="http://schemas.microsoft.com/office/drawing/2014/main" id="{6FB6A745-6EDF-1111-EA2A-823F34BDB2FD}"/>
              </a:ext>
            </a:extLst>
          </p:cNvPr>
          <p:cNvSpPr>
            <a:spLocks noChangeArrowheads="1"/>
          </p:cNvSpPr>
          <p:nvPr/>
        </p:nvSpPr>
        <p:spPr bwMode="auto">
          <a:xfrm>
            <a:off x="228600" y="1447800"/>
            <a:ext cx="8610600" cy="2057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263525">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Font typeface="Monotype Sorts"/>
              <a:buNone/>
            </a:pPr>
            <a:r>
              <a:rPr lang="en-US" altLang="en-US"/>
              <a:t>In the worst case, each time the pivot divides the array into one big subarray with the other empty. The size of the big subarray is one less than the one before divided. The algorithm requires     time:</a:t>
            </a:r>
          </a:p>
        </p:txBody>
      </p:sp>
      <p:graphicFrame>
        <p:nvGraphicFramePr>
          <p:cNvPr id="34832" name="Object 17">
            <a:extLst>
              <a:ext uri="{FF2B5EF4-FFF2-40B4-BE49-F238E27FC236}">
                <a16:creationId xmlns:a16="http://schemas.microsoft.com/office/drawing/2014/main" id="{E549B22B-9240-1A1C-B9B8-4E1F44ECFFA1}"/>
              </a:ext>
            </a:extLst>
          </p:cNvPr>
          <p:cNvGraphicFramePr>
            <a:graphicFrameLocks noChangeAspect="1"/>
          </p:cNvGraphicFramePr>
          <p:nvPr/>
        </p:nvGraphicFramePr>
        <p:xfrm>
          <a:off x="2133600" y="4267200"/>
          <a:ext cx="3048000" cy="336550"/>
        </p:xfrm>
        <a:graphic>
          <a:graphicData uri="http://schemas.openxmlformats.org/presentationml/2006/ole">
            <mc:AlternateContent xmlns:mc="http://schemas.openxmlformats.org/markup-compatibility/2006">
              <mc:Choice xmlns:v="urn:schemas-microsoft-com:vml" Requires="v">
                <p:oleObj name="Equation" r:id="rId2" imgW="2070100" imgH="228600" progId="Equation.3">
                  <p:embed/>
                </p:oleObj>
              </mc:Choice>
              <mc:Fallback>
                <p:oleObj name="Equation" r:id="rId2" imgW="2070100" imgH="228600" progId="Equation.3">
                  <p:embed/>
                  <p:pic>
                    <p:nvPicPr>
                      <p:cNvPr id="0" name="Object 1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33600" y="4267200"/>
                        <a:ext cx="30480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4833" name="Object 18">
            <a:extLst>
              <a:ext uri="{FF2B5EF4-FFF2-40B4-BE49-F238E27FC236}">
                <a16:creationId xmlns:a16="http://schemas.microsoft.com/office/drawing/2014/main" id="{9836EA01-339F-6B18-DBF8-82A3CC1B207C}"/>
              </a:ext>
            </a:extLst>
          </p:cNvPr>
          <p:cNvGraphicFramePr>
            <a:graphicFrameLocks noGrp="1" noChangeAspect="1"/>
          </p:cNvGraphicFramePr>
          <p:nvPr>
            <p:ph idx="1"/>
          </p:nvPr>
        </p:nvGraphicFramePr>
        <p:xfrm>
          <a:off x="7620000" y="3124200"/>
          <a:ext cx="406400" cy="228600"/>
        </p:xfrm>
        <a:graphic>
          <a:graphicData uri="http://schemas.openxmlformats.org/presentationml/2006/ole">
            <mc:AlternateContent xmlns:mc="http://schemas.openxmlformats.org/markup-compatibility/2006">
              <mc:Choice xmlns:v="urn:schemas-microsoft-com:vml" Requires="v">
                <p:oleObj name="Equation" r:id="rId4" imgW="406224" imgH="228501" progId="Equation.3">
                  <p:embed/>
                </p:oleObj>
              </mc:Choice>
              <mc:Fallback>
                <p:oleObj name="Equation" r:id="rId4" imgW="406224" imgH="228501" progId="Equation.3">
                  <p:embed/>
                  <p:pic>
                    <p:nvPicPr>
                      <p:cNvPr id="0" name="Object 18"/>
                      <p:cNvPicPr>
                        <a:picLocks noGrp="1"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20000" y="3124200"/>
                        <a:ext cx="406400" cy="228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Number Placeholder 4">
            <a:extLst>
              <a:ext uri="{FF2B5EF4-FFF2-40B4-BE49-F238E27FC236}">
                <a16:creationId xmlns:a16="http://schemas.microsoft.com/office/drawing/2014/main" id="{1A0641FD-F3B7-27F0-172A-62174B111621}"/>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4E337A13-067C-4DF8-A9CE-2F7CC1EACF96}" type="slidenum">
              <a:rPr lang="en-US" altLang="en-US" sz="1400" smtClean="0"/>
              <a:pPr>
                <a:spcBef>
                  <a:spcPct val="0"/>
                </a:spcBef>
                <a:buClrTx/>
                <a:buSzTx/>
                <a:buFontTx/>
                <a:buNone/>
              </a:pPr>
              <a:t>19</a:t>
            </a:fld>
            <a:endParaRPr lang="en-US" altLang="en-US" sz="1400"/>
          </a:p>
        </p:txBody>
      </p:sp>
      <p:sp>
        <p:nvSpPr>
          <p:cNvPr id="35843" name="Rectangle 2">
            <a:extLst>
              <a:ext uri="{FF2B5EF4-FFF2-40B4-BE49-F238E27FC236}">
                <a16:creationId xmlns:a16="http://schemas.microsoft.com/office/drawing/2014/main" id="{34553331-C453-E6FA-3406-E2768587F838}"/>
              </a:ext>
            </a:extLst>
          </p:cNvPr>
          <p:cNvSpPr>
            <a:spLocks noGrp="1" noChangeArrowheads="1"/>
          </p:cNvSpPr>
          <p:nvPr>
            <p:ph type="title"/>
          </p:nvPr>
        </p:nvSpPr>
        <p:spPr>
          <a:xfrm>
            <a:off x="685800" y="228600"/>
            <a:ext cx="7772400" cy="685800"/>
          </a:xfrm>
        </p:spPr>
        <p:txBody>
          <a:bodyPr/>
          <a:lstStyle/>
          <a:p>
            <a:r>
              <a:rPr lang="en-US" altLang="en-US"/>
              <a:t>Best-Case Time</a:t>
            </a:r>
          </a:p>
        </p:txBody>
      </p:sp>
      <p:sp>
        <p:nvSpPr>
          <p:cNvPr id="35854" name="Rectangle 14">
            <a:extLst>
              <a:ext uri="{FF2B5EF4-FFF2-40B4-BE49-F238E27FC236}">
                <a16:creationId xmlns:a16="http://schemas.microsoft.com/office/drawing/2014/main" id="{89DF35A0-AEA1-D588-5116-5BEE99471CDA}"/>
              </a:ext>
            </a:extLst>
          </p:cNvPr>
          <p:cNvSpPr>
            <a:spLocks noChangeArrowheads="1"/>
          </p:cNvSpPr>
          <p:nvPr/>
        </p:nvSpPr>
        <p:spPr bwMode="auto">
          <a:xfrm>
            <a:off x="304800" y="1219200"/>
            <a:ext cx="8610600" cy="2057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263525">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Font typeface="Monotype Sorts"/>
              <a:buNone/>
            </a:pPr>
            <a:r>
              <a:rPr lang="en-US" altLang="en-US"/>
              <a:t>In the best case, each time the pivot divides the array into two parts of about the same size. Let  </a:t>
            </a:r>
            <a:r>
              <a:rPr lang="en-US" altLang="en-US" i="1"/>
              <a:t>T(n)</a:t>
            </a:r>
            <a:r>
              <a:rPr lang="en-US" altLang="en-US"/>
              <a:t> denote the time required for sorting an array of  elements using quick sort. So, </a:t>
            </a:r>
          </a:p>
        </p:txBody>
      </p:sp>
      <p:graphicFrame>
        <p:nvGraphicFramePr>
          <p:cNvPr id="35857" name="Object 18">
            <a:extLst>
              <a:ext uri="{FF2B5EF4-FFF2-40B4-BE49-F238E27FC236}">
                <a16:creationId xmlns:a16="http://schemas.microsoft.com/office/drawing/2014/main" id="{DC3AEB63-BA0F-4E67-D75B-DEE159646E11}"/>
              </a:ext>
            </a:extLst>
          </p:cNvPr>
          <p:cNvGraphicFramePr>
            <a:graphicFrameLocks noChangeAspect="1"/>
          </p:cNvGraphicFramePr>
          <p:nvPr/>
        </p:nvGraphicFramePr>
        <p:xfrm>
          <a:off x="1600200" y="4038600"/>
          <a:ext cx="4419600" cy="793750"/>
        </p:xfrm>
        <a:graphic>
          <a:graphicData uri="http://schemas.openxmlformats.org/presentationml/2006/ole">
            <mc:AlternateContent xmlns:mc="http://schemas.openxmlformats.org/markup-compatibility/2006">
              <mc:Choice xmlns:v="urn:schemas-microsoft-com:vml" Requires="v">
                <p:oleObj name="Equation" r:id="rId2" imgW="2209800" imgH="393700" progId="Equation.3">
                  <p:embed/>
                </p:oleObj>
              </mc:Choice>
              <mc:Fallback>
                <p:oleObj name="Equation" r:id="rId2" imgW="2209800" imgH="393700" progId="Equation.3">
                  <p:embed/>
                  <p:pic>
                    <p:nvPicPr>
                      <p:cNvPr id="0" name="Object 1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0200" y="4038600"/>
                        <a:ext cx="4419600" cy="793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Number Placeholder 4">
            <a:extLst>
              <a:ext uri="{FF2B5EF4-FFF2-40B4-BE49-F238E27FC236}">
                <a16:creationId xmlns:a16="http://schemas.microsoft.com/office/drawing/2014/main" id="{7822B165-18EB-325D-BDA5-E348EBAAFFD3}"/>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906467B1-DD21-49AF-9152-E04816ADC6CD}" type="slidenum">
              <a:rPr lang="en-US" altLang="en-US" sz="1400" smtClean="0"/>
              <a:pPr>
                <a:spcBef>
                  <a:spcPct val="0"/>
                </a:spcBef>
                <a:buClrTx/>
                <a:buSzTx/>
                <a:buFontTx/>
                <a:buNone/>
              </a:pPr>
              <a:t>20</a:t>
            </a:fld>
            <a:endParaRPr lang="en-US" altLang="en-US" sz="1400"/>
          </a:p>
        </p:txBody>
      </p:sp>
      <p:sp>
        <p:nvSpPr>
          <p:cNvPr id="36867" name="Rectangle 2">
            <a:extLst>
              <a:ext uri="{FF2B5EF4-FFF2-40B4-BE49-F238E27FC236}">
                <a16:creationId xmlns:a16="http://schemas.microsoft.com/office/drawing/2014/main" id="{86B52ECE-53F8-5B1C-4198-8EBA335C93EC}"/>
              </a:ext>
            </a:extLst>
          </p:cNvPr>
          <p:cNvSpPr>
            <a:spLocks noGrp="1" noChangeArrowheads="1"/>
          </p:cNvSpPr>
          <p:nvPr>
            <p:ph type="title"/>
          </p:nvPr>
        </p:nvSpPr>
        <p:spPr>
          <a:xfrm>
            <a:off x="685800" y="228600"/>
            <a:ext cx="7772400" cy="685800"/>
          </a:xfrm>
        </p:spPr>
        <p:txBody>
          <a:bodyPr/>
          <a:lstStyle/>
          <a:p>
            <a:r>
              <a:rPr lang="en-US" altLang="en-US"/>
              <a:t>Average-Case Time</a:t>
            </a:r>
          </a:p>
        </p:txBody>
      </p:sp>
      <p:sp>
        <p:nvSpPr>
          <p:cNvPr id="36878" name="Rectangle 13">
            <a:extLst>
              <a:ext uri="{FF2B5EF4-FFF2-40B4-BE49-F238E27FC236}">
                <a16:creationId xmlns:a16="http://schemas.microsoft.com/office/drawing/2014/main" id="{930FA2DB-B936-9B68-3D35-DB0F55F87BDD}"/>
              </a:ext>
            </a:extLst>
          </p:cNvPr>
          <p:cNvSpPr>
            <a:spLocks noChangeArrowheads="1"/>
          </p:cNvSpPr>
          <p:nvPr/>
        </p:nvSpPr>
        <p:spPr bwMode="auto">
          <a:xfrm>
            <a:off x="304800" y="1219200"/>
            <a:ext cx="8610600" cy="304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263525">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Font typeface="Monotype Sorts"/>
              <a:buNone/>
            </a:pPr>
            <a:r>
              <a:rPr lang="en-US" altLang="en-US" dirty="0"/>
              <a:t>On the average, each time the pivot will not divide the array into two parts of the same size nor one empty part. Statistically, the sizes of the two parts are very close. So, the average time is </a:t>
            </a:r>
            <a:r>
              <a:rPr lang="en-US" altLang="en-US" i="1" dirty="0"/>
              <a:t>O(</a:t>
            </a:r>
            <a:r>
              <a:rPr lang="en-US" altLang="en-US" i="1" dirty="0" err="1"/>
              <a:t>nlogn</a:t>
            </a:r>
            <a:r>
              <a:rPr lang="en-US" altLang="en-US" i="1" dirty="0"/>
              <a:t>)</a:t>
            </a:r>
            <a:r>
              <a:rPr lang="en-US" altLang="en-US" dirty="0"/>
              <a:t>. The exact average-case analysis is beyond the scope of this book. </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Number Placeholder 4">
            <a:extLst>
              <a:ext uri="{FF2B5EF4-FFF2-40B4-BE49-F238E27FC236}">
                <a16:creationId xmlns:a16="http://schemas.microsoft.com/office/drawing/2014/main" id="{5CBE9CDE-FC44-F054-34EA-D6C4C8A06D34}"/>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CF2F35AF-B69A-4F9D-9437-A5CE21ADA7BE}" type="slidenum">
              <a:rPr lang="en-US" altLang="en-US" sz="1400" smtClean="0"/>
              <a:pPr>
                <a:spcBef>
                  <a:spcPct val="0"/>
                </a:spcBef>
                <a:buClrTx/>
                <a:buSzTx/>
                <a:buFontTx/>
                <a:buNone/>
              </a:pPr>
              <a:t>21</a:t>
            </a:fld>
            <a:endParaRPr lang="en-US" altLang="en-US" sz="1400"/>
          </a:p>
        </p:txBody>
      </p:sp>
      <p:sp>
        <p:nvSpPr>
          <p:cNvPr id="37891" name="Rectangle 2">
            <a:extLst>
              <a:ext uri="{FF2B5EF4-FFF2-40B4-BE49-F238E27FC236}">
                <a16:creationId xmlns:a16="http://schemas.microsoft.com/office/drawing/2014/main" id="{40F5E3F7-56A0-CCCD-9223-43D18B7AD771}"/>
              </a:ext>
            </a:extLst>
          </p:cNvPr>
          <p:cNvSpPr>
            <a:spLocks noGrp="1" noChangeArrowheads="1"/>
          </p:cNvSpPr>
          <p:nvPr>
            <p:ph type="title"/>
          </p:nvPr>
        </p:nvSpPr>
        <p:spPr>
          <a:xfrm>
            <a:off x="0" y="152400"/>
            <a:ext cx="8839200" cy="533400"/>
          </a:xfrm>
        </p:spPr>
        <p:txBody>
          <a:bodyPr/>
          <a:lstStyle/>
          <a:p>
            <a:r>
              <a:rPr lang="en-US" altLang="en-US" sz="3600"/>
              <a:t>Heap</a:t>
            </a:r>
          </a:p>
        </p:txBody>
      </p:sp>
      <p:sp>
        <p:nvSpPr>
          <p:cNvPr id="37902" name="Rectangle 13">
            <a:extLst>
              <a:ext uri="{FF2B5EF4-FFF2-40B4-BE49-F238E27FC236}">
                <a16:creationId xmlns:a16="http://schemas.microsoft.com/office/drawing/2014/main" id="{1D32939B-5F61-8BDA-246A-8FEC30B38507}"/>
              </a:ext>
            </a:extLst>
          </p:cNvPr>
          <p:cNvSpPr>
            <a:spLocks noGrp="1" noChangeArrowheads="1"/>
          </p:cNvSpPr>
          <p:nvPr>
            <p:ph type="body" idx="1"/>
          </p:nvPr>
        </p:nvSpPr>
        <p:spPr>
          <a:xfrm>
            <a:off x="152400" y="990600"/>
            <a:ext cx="8686800" cy="2690813"/>
          </a:xfrm>
        </p:spPr>
        <p:txBody>
          <a:bodyPr/>
          <a:lstStyle/>
          <a:p>
            <a:pPr marL="0" indent="0">
              <a:lnSpc>
                <a:spcPct val="90000"/>
              </a:lnSpc>
              <a:buFont typeface="Monotype Sorts"/>
              <a:buNone/>
            </a:pPr>
            <a:r>
              <a:rPr lang="en-US" altLang="en-US" sz="2800"/>
              <a:t>Heap is a useful data structure for designing efficient sorting algorithms and priority queues. A </a:t>
            </a:r>
            <a:r>
              <a:rPr lang="en-US" altLang="en-US" sz="2800" i="1"/>
              <a:t>heap</a:t>
            </a:r>
            <a:r>
              <a:rPr lang="en-US" altLang="en-US" sz="2800"/>
              <a:t> is a binary tree with the following properties:</a:t>
            </a:r>
          </a:p>
          <a:p>
            <a:pPr marL="0" indent="0">
              <a:lnSpc>
                <a:spcPct val="90000"/>
              </a:lnSpc>
              <a:buFont typeface="Monotype Sorts"/>
              <a:buNone/>
            </a:pPr>
            <a:endParaRPr lang="en-US" altLang="en-US" sz="2800"/>
          </a:p>
          <a:p>
            <a:pPr marL="0" indent="0">
              <a:lnSpc>
                <a:spcPct val="90000"/>
              </a:lnSpc>
            </a:pPr>
            <a:r>
              <a:rPr lang="en-US" altLang="en-US" sz="2800"/>
              <a:t>It is a complete binary tree.</a:t>
            </a:r>
          </a:p>
          <a:p>
            <a:pPr marL="0" indent="0">
              <a:lnSpc>
                <a:spcPct val="90000"/>
              </a:lnSpc>
            </a:pPr>
            <a:r>
              <a:rPr lang="en-US" altLang="en-US" sz="2800"/>
              <a:t>Each node is greater than or equal to any of its children.</a:t>
            </a:r>
            <a:endParaRPr lang="en-US" altLang="en-US" sz="36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Number Placeholder 4">
            <a:extLst>
              <a:ext uri="{FF2B5EF4-FFF2-40B4-BE49-F238E27FC236}">
                <a16:creationId xmlns:a16="http://schemas.microsoft.com/office/drawing/2014/main" id="{288CD267-D411-40AB-CA4E-5929F0CC8D17}"/>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66FEEEBD-30B9-404B-8C29-0B5985D0FB6D}" type="slidenum">
              <a:rPr lang="en-US" altLang="en-US" sz="1400" smtClean="0"/>
              <a:pPr>
                <a:spcBef>
                  <a:spcPct val="0"/>
                </a:spcBef>
                <a:buClrTx/>
                <a:buSzTx/>
                <a:buFontTx/>
                <a:buNone/>
              </a:pPr>
              <a:t>22</a:t>
            </a:fld>
            <a:endParaRPr lang="en-US" altLang="en-US" sz="1400"/>
          </a:p>
        </p:txBody>
      </p:sp>
      <p:sp>
        <p:nvSpPr>
          <p:cNvPr id="38915" name="Rectangle 2">
            <a:extLst>
              <a:ext uri="{FF2B5EF4-FFF2-40B4-BE49-F238E27FC236}">
                <a16:creationId xmlns:a16="http://schemas.microsoft.com/office/drawing/2014/main" id="{042E613D-A51A-8A6B-B584-A4B8C6133824}"/>
              </a:ext>
            </a:extLst>
          </p:cNvPr>
          <p:cNvSpPr>
            <a:spLocks noGrp="1" noChangeArrowheads="1"/>
          </p:cNvSpPr>
          <p:nvPr>
            <p:ph type="title"/>
          </p:nvPr>
        </p:nvSpPr>
        <p:spPr>
          <a:xfrm>
            <a:off x="0" y="152400"/>
            <a:ext cx="8839200" cy="533400"/>
          </a:xfrm>
        </p:spPr>
        <p:txBody>
          <a:bodyPr/>
          <a:lstStyle/>
          <a:p>
            <a:r>
              <a:rPr lang="en-US" altLang="en-US" sz="3600"/>
              <a:t>Complete Binary Tree</a:t>
            </a:r>
          </a:p>
        </p:txBody>
      </p:sp>
      <p:sp>
        <p:nvSpPr>
          <p:cNvPr id="38926" name="Rectangle 13">
            <a:extLst>
              <a:ext uri="{FF2B5EF4-FFF2-40B4-BE49-F238E27FC236}">
                <a16:creationId xmlns:a16="http://schemas.microsoft.com/office/drawing/2014/main" id="{A1910196-A31C-736A-F30D-E96418797153}"/>
              </a:ext>
            </a:extLst>
          </p:cNvPr>
          <p:cNvSpPr>
            <a:spLocks noGrp="1" noChangeArrowheads="1"/>
          </p:cNvSpPr>
          <p:nvPr>
            <p:ph type="body" idx="1"/>
          </p:nvPr>
        </p:nvSpPr>
        <p:spPr>
          <a:xfrm>
            <a:off x="152400" y="990600"/>
            <a:ext cx="8740775" cy="3230563"/>
          </a:xfrm>
        </p:spPr>
        <p:txBody>
          <a:bodyPr/>
          <a:lstStyle/>
          <a:p>
            <a:pPr marL="0" indent="0">
              <a:lnSpc>
                <a:spcPct val="90000"/>
              </a:lnSpc>
              <a:spcBef>
                <a:spcPct val="0"/>
              </a:spcBef>
              <a:buFont typeface="Monotype Sorts"/>
              <a:buNone/>
            </a:pPr>
            <a:r>
              <a:rPr lang="en-US" altLang="en-US" sz="2800"/>
              <a:t>A binary tree is </a:t>
            </a:r>
            <a:r>
              <a:rPr lang="en-US" altLang="en-US" sz="2800" i="1"/>
              <a:t>complete</a:t>
            </a:r>
            <a:r>
              <a:rPr lang="en-US" altLang="en-US" sz="2800"/>
              <a:t> if every level of the tree is full except that the last level may not be full and all the leaves on the last level are placed left-most. For example, in the following figure, the binary trees in (a) and (b) are complete, but the binary trees in (c) and (d) are not complete. Further, the binary tree in (a) is a heap, but the binary tree in (b) is not a heap, because the root (39) is less than its right child (42).</a:t>
            </a:r>
          </a:p>
        </p:txBody>
      </p:sp>
      <p:graphicFrame>
        <p:nvGraphicFramePr>
          <p:cNvPr id="38928" name="Object 15">
            <a:extLst>
              <a:ext uri="{FF2B5EF4-FFF2-40B4-BE49-F238E27FC236}">
                <a16:creationId xmlns:a16="http://schemas.microsoft.com/office/drawing/2014/main" id="{C4FDFDFD-C052-5BD2-FC0A-DDB99AA55D38}"/>
              </a:ext>
            </a:extLst>
          </p:cNvPr>
          <p:cNvGraphicFramePr>
            <a:graphicFrameLocks noChangeAspect="1"/>
          </p:cNvGraphicFramePr>
          <p:nvPr/>
        </p:nvGraphicFramePr>
        <p:xfrm>
          <a:off x="431800" y="4437063"/>
          <a:ext cx="8305800" cy="1706562"/>
        </p:xfrm>
        <a:graphic>
          <a:graphicData uri="http://schemas.openxmlformats.org/presentationml/2006/ole">
            <mc:AlternateContent xmlns:mc="http://schemas.openxmlformats.org/markup-compatibility/2006">
              <mc:Choice xmlns:v="urn:schemas-microsoft-com:vml" Requires="v">
                <p:oleObj name="Picture" r:id="rId2" imgW="5564904" imgH="1140931" progId="Word.Picture.8">
                  <p:embed/>
                </p:oleObj>
              </mc:Choice>
              <mc:Fallback>
                <p:oleObj name="Picture" r:id="rId2" imgW="5564904" imgH="1140931" progId="Word.Picture.8">
                  <p:embed/>
                  <p:pic>
                    <p:nvPicPr>
                      <p:cNvPr id="0" name="Object 1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1800" y="4437063"/>
                        <a:ext cx="8305800" cy="1706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Number Placeholder 4">
            <a:extLst>
              <a:ext uri="{FF2B5EF4-FFF2-40B4-BE49-F238E27FC236}">
                <a16:creationId xmlns:a16="http://schemas.microsoft.com/office/drawing/2014/main" id="{9846D8AB-9288-7588-8EC3-424ADCC26E65}"/>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DE205323-19EF-41BF-9183-020D67A6849F}" type="slidenum">
              <a:rPr lang="en-US" altLang="en-US" sz="1400" smtClean="0"/>
              <a:pPr>
                <a:spcBef>
                  <a:spcPct val="0"/>
                </a:spcBef>
                <a:buClrTx/>
                <a:buSzTx/>
                <a:buFontTx/>
                <a:buNone/>
              </a:pPr>
              <a:t>23</a:t>
            </a:fld>
            <a:endParaRPr lang="en-US" altLang="en-US" sz="1400"/>
          </a:p>
        </p:txBody>
      </p:sp>
      <p:sp>
        <p:nvSpPr>
          <p:cNvPr id="39939" name="Rectangle 2">
            <a:extLst>
              <a:ext uri="{FF2B5EF4-FFF2-40B4-BE49-F238E27FC236}">
                <a16:creationId xmlns:a16="http://schemas.microsoft.com/office/drawing/2014/main" id="{4C171CA1-2BBB-5975-4103-E99B5803C82C}"/>
              </a:ext>
            </a:extLst>
          </p:cNvPr>
          <p:cNvSpPr>
            <a:spLocks noGrp="1" noChangeArrowheads="1"/>
          </p:cNvSpPr>
          <p:nvPr>
            <p:ph type="title"/>
          </p:nvPr>
        </p:nvSpPr>
        <p:spPr>
          <a:xfrm>
            <a:off x="0" y="152400"/>
            <a:ext cx="8839200" cy="533400"/>
          </a:xfrm>
        </p:spPr>
        <p:txBody>
          <a:bodyPr/>
          <a:lstStyle/>
          <a:p>
            <a:r>
              <a:rPr lang="en-US" altLang="en-US" sz="3600"/>
              <a:t>See How a Heap Works</a:t>
            </a:r>
          </a:p>
        </p:txBody>
      </p:sp>
      <p:sp>
        <p:nvSpPr>
          <p:cNvPr id="39951" name="Rounded Rectangle 1">
            <a:hlinkClick r:id="rId2"/>
            <a:extLst>
              <a:ext uri="{FF2B5EF4-FFF2-40B4-BE49-F238E27FC236}">
                <a16:creationId xmlns:a16="http://schemas.microsoft.com/office/drawing/2014/main" id="{3D2DBA9B-B761-CE62-1A72-1B9AF24E16FC}"/>
              </a:ext>
            </a:extLst>
          </p:cNvPr>
          <p:cNvSpPr>
            <a:spLocks noChangeArrowheads="1"/>
          </p:cNvSpPr>
          <p:nvPr/>
        </p:nvSpPr>
        <p:spPr bwMode="auto">
          <a:xfrm>
            <a:off x="76200" y="685800"/>
            <a:ext cx="8763000" cy="881063"/>
          </a:xfrm>
          <a:prstGeom prst="roundRect">
            <a:avLst>
              <a:gd name="adj" fmla="val 1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round/>
                <a:headEnd type="none" w="sm" len="sm"/>
                <a:tailEnd type="none" w="sm" len="sm"/>
              </a14:hiddenLine>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 typeface="Monotype Sorts"/>
              <a:buNone/>
            </a:pPr>
            <a:r>
              <a:rPr lang="en-US" altLang="en-US" u="sng" dirty="0">
                <a:solidFill>
                  <a:srgbClr val="424242"/>
                </a:solidFill>
              </a:rPr>
              <a:t>http://www.cs.armstrong.edu/liang/animation/web/Heap.html </a:t>
            </a:r>
          </a:p>
        </p:txBody>
      </p:sp>
      <p:pic>
        <p:nvPicPr>
          <p:cNvPr id="39952" name="Picture 16">
            <a:extLst>
              <a:ext uri="{FF2B5EF4-FFF2-40B4-BE49-F238E27FC236}">
                <a16:creationId xmlns:a16="http://schemas.microsoft.com/office/drawing/2014/main" id="{A7ADC6A6-C650-1635-5159-A60A1FD0032F}"/>
              </a:ext>
              <a:ext uri="{C183D7F6-B498-43B3-948B-1728B52AA6E4}">
                <adec:decorative xmlns:adec="http://schemas.microsoft.com/office/drawing/2017/decorative" val="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11300" y="1752600"/>
            <a:ext cx="6597650" cy="4648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Number Placeholder 4">
            <a:extLst>
              <a:ext uri="{FF2B5EF4-FFF2-40B4-BE49-F238E27FC236}">
                <a16:creationId xmlns:a16="http://schemas.microsoft.com/office/drawing/2014/main" id="{21ADCED2-915E-99BA-F0AE-737BAAEC4217}"/>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5898D928-F0E0-456C-A3B8-6B8733FB039E}" type="slidenum">
              <a:rPr lang="en-US" altLang="en-US" sz="1400" smtClean="0"/>
              <a:pPr>
                <a:spcBef>
                  <a:spcPct val="0"/>
                </a:spcBef>
                <a:buClrTx/>
                <a:buSzTx/>
                <a:buFontTx/>
                <a:buNone/>
              </a:pPr>
              <a:t>24</a:t>
            </a:fld>
            <a:endParaRPr lang="en-US" altLang="en-US" sz="1400"/>
          </a:p>
        </p:txBody>
      </p:sp>
      <p:sp>
        <p:nvSpPr>
          <p:cNvPr id="40963" name="Rectangle 2">
            <a:extLst>
              <a:ext uri="{FF2B5EF4-FFF2-40B4-BE49-F238E27FC236}">
                <a16:creationId xmlns:a16="http://schemas.microsoft.com/office/drawing/2014/main" id="{187598FB-0DFB-5A5B-7EA8-C95A84F0F34F}"/>
              </a:ext>
            </a:extLst>
          </p:cNvPr>
          <p:cNvSpPr>
            <a:spLocks noGrp="1" noChangeArrowheads="1"/>
          </p:cNvSpPr>
          <p:nvPr>
            <p:ph type="title"/>
          </p:nvPr>
        </p:nvSpPr>
        <p:spPr>
          <a:xfrm>
            <a:off x="0" y="152400"/>
            <a:ext cx="8839200" cy="533400"/>
          </a:xfrm>
        </p:spPr>
        <p:txBody>
          <a:bodyPr/>
          <a:lstStyle/>
          <a:p>
            <a:r>
              <a:rPr lang="en-US" altLang="en-US" sz="3600"/>
              <a:t>Representing a Heap</a:t>
            </a:r>
          </a:p>
        </p:txBody>
      </p:sp>
      <p:sp>
        <p:nvSpPr>
          <p:cNvPr id="40973" name="Rectangle 12">
            <a:extLst>
              <a:ext uri="{FF2B5EF4-FFF2-40B4-BE49-F238E27FC236}">
                <a16:creationId xmlns:a16="http://schemas.microsoft.com/office/drawing/2014/main" id="{A0B40825-BAAE-5B02-A906-DE8681371A2F}"/>
              </a:ext>
            </a:extLst>
          </p:cNvPr>
          <p:cNvSpPr>
            <a:spLocks noGrp="1" noChangeArrowheads="1"/>
          </p:cNvSpPr>
          <p:nvPr>
            <p:ph type="body" idx="1"/>
          </p:nvPr>
        </p:nvSpPr>
        <p:spPr>
          <a:xfrm>
            <a:off x="152400" y="908050"/>
            <a:ext cx="8812213" cy="2628900"/>
          </a:xfrm>
        </p:spPr>
        <p:txBody>
          <a:bodyPr/>
          <a:lstStyle/>
          <a:p>
            <a:pPr marL="0" indent="0">
              <a:lnSpc>
                <a:spcPct val="90000"/>
              </a:lnSpc>
              <a:spcBef>
                <a:spcPct val="0"/>
              </a:spcBef>
              <a:buFont typeface="Monotype Sorts"/>
              <a:buNone/>
            </a:pPr>
            <a:r>
              <a:rPr lang="en-US" altLang="en-US" sz="2800"/>
              <a:t>For a node at position </a:t>
            </a:r>
            <a:r>
              <a:rPr lang="en-US" altLang="en-US" sz="2800" i="1"/>
              <a:t>i</a:t>
            </a:r>
            <a:r>
              <a:rPr lang="en-US" altLang="en-US" sz="2800"/>
              <a:t>, its left child is at position </a:t>
            </a:r>
            <a:r>
              <a:rPr lang="en-US" altLang="en-US" sz="2800" i="1"/>
              <a:t>2i+1</a:t>
            </a:r>
            <a:r>
              <a:rPr lang="en-US" altLang="en-US" sz="2800"/>
              <a:t> and its right child is at position </a:t>
            </a:r>
            <a:r>
              <a:rPr lang="en-US" altLang="en-US" sz="2800" i="1"/>
              <a:t>2i+2</a:t>
            </a:r>
            <a:r>
              <a:rPr lang="en-US" altLang="en-US" sz="2800"/>
              <a:t>, and its parent is at index (</a:t>
            </a:r>
            <a:r>
              <a:rPr lang="en-US" altLang="en-US" sz="2800" i="1"/>
              <a:t>i-1)/2</a:t>
            </a:r>
            <a:r>
              <a:rPr lang="en-US" altLang="en-US" sz="2800"/>
              <a:t>. For example, the node for element 39 is at position 4, so its left child (element 14) is at 9 (</a:t>
            </a:r>
            <a:r>
              <a:rPr lang="en-US" altLang="en-US" sz="2800" i="1"/>
              <a:t>2*4+1</a:t>
            </a:r>
            <a:r>
              <a:rPr lang="en-US" altLang="en-US" sz="2800"/>
              <a:t>), its right child (element 33) is at 10 (</a:t>
            </a:r>
            <a:r>
              <a:rPr lang="en-US" altLang="en-US" sz="2800" i="1"/>
              <a:t>2*4+2</a:t>
            </a:r>
            <a:r>
              <a:rPr lang="en-US" altLang="en-US" sz="2800"/>
              <a:t>), and its parent (element 42) is at 1 (</a:t>
            </a:r>
            <a:r>
              <a:rPr lang="en-US" altLang="en-US" sz="2800" i="1"/>
              <a:t>(4-1)/2</a:t>
            </a:r>
            <a:r>
              <a:rPr lang="en-US" altLang="en-US" sz="2800"/>
              <a:t>).</a:t>
            </a:r>
          </a:p>
        </p:txBody>
      </p:sp>
      <p:graphicFrame>
        <p:nvGraphicFramePr>
          <p:cNvPr id="40978" name="Object 17">
            <a:extLst>
              <a:ext uri="{FF2B5EF4-FFF2-40B4-BE49-F238E27FC236}">
                <a16:creationId xmlns:a16="http://schemas.microsoft.com/office/drawing/2014/main" id="{ED126FDC-BB98-6BD2-7708-56537519EF5F}"/>
              </a:ext>
            </a:extLst>
          </p:cNvPr>
          <p:cNvGraphicFramePr>
            <a:graphicFrameLocks noChangeAspect="1"/>
          </p:cNvGraphicFramePr>
          <p:nvPr/>
        </p:nvGraphicFramePr>
        <p:xfrm>
          <a:off x="287338" y="3429000"/>
          <a:ext cx="8569325" cy="2546350"/>
        </p:xfrm>
        <a:graphic>
          <a:graphicData uri="http://schemas.openxmlformats.org/presentationml/2006/ole">
            <mc:AlternateContent xmlns:mc="http://schemas.openxmlformats.org/markup-compatibility/2006">
              <mc:Choice xmlns:v="urn:schemas-microsoft-com:vml" Requires="v">
                <p:oleObj name="Picture" r:id="rId2" imgW="5559785" imgH="1652966" progId="Word.Picture.8">
                  <p:embed/>
                </p:oleObj>
              </mc:Choice>
              <mc:Fallback>
                <p:oleObj name="Picture" r:id="rId2" imgW="5559785" imgH="1652966" progId="Word.Picture.8">
                  <p:embed/>
                  <p:pic>
                    <p:nvPicPr>
                      <p:cNvPr id="0" name="Object 1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7338" y="3429000"/>
                        <a:ext cx="8569325" cy="2546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Number Placeholder 4">
            <a:extLst>
              <a:ext uri="{FF2B5EF4-FFF2-40B4-BE49-F238E27FC236}">
                <a16:creationId xmlns:a16="http://schemas.microsoft.com/office/drawing/2014/main" id="{F5B53973-DBB1-5EBF-B249-8E52F3D4C4C1}"/>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3AC1274E-FB08-4858-B661-A72B7F151EC0}" type="slidenum">
              <a:rPr lang="en-US" altLang="en-US" sz="1400" smtClean="0"/>
              <a:pPr>
                <a:spcBef>
                  <a:spcPct val="0"/>
                </a:spcBef>
                <a:buClrTx/>
                <a:buSzTx/>
                <a:buFontTx/>
                <a:buNone/>
              </a:pPr>
              <a:t>25</a:t>
            </a:fld>
            <a:endParaRPr lang="en-US" altLang="en-US" sz="1400"/>
          </a:p>
        </p:txBody>
      </p:sp>
      <p:sp>
        <p:nvSpPr>
          <p:cNvPr id="41987" name="Rectangle 2">
            <a:extLst>
              <a:ext uri="{FF2B5EF4-FFF2-40B4-BE49-F238E27FC236}">
                <a16:creationId xmlns:a16="http://schemas.microsoft.com/office/drawing/2014/main" id="{77CBA278-66F6-54F4-4B88-7E6E5F231A8C}"/>
              </a:ext>
            </a:extLst>
          </p:cNvPr>
          <p:cNvSpPr>
            <a:spLocks noGrp="1" noChangeArrowheads="1"/>
          </p:cNvSpPr>
          <p:nvPr>
            <p:ph type="title"/>
          </p:nvPr>
        </p:nvSpPr>
        <p:spPr>
          <a:xfrm>
            <a:off x="0" y="152400"/>
            <a:ext cx="8839200" cy="533400"/>
          </a:xfrm>
        </p:spPr>
        <p:txBody>
          <a:bodyPr/>
          <a:lstStyle/>
          <a:p>
            <a:r>
              <a:rPr lang="en-US" altLang="en-US" sz="3600"/>
              <a:t>Adding Elements to the Heap</a:t>
            </a:r>
          </a:p>
        </p:txBody>
      </p:sp>
      <p:sp>
        <p:nvSpPr>
          <p:cNvPr id="42000" name="Text Box 15">
            <a:extLst>
              <a:ext uri="{FF2B5EF4-FFF2-40B4-BE49-F238E27FC236}">
                <a16:creationId xmlns:a16="http://schemas.microsoft.com/office/drawing/2014/main" id="{EC0331B5-2C42-8284-F958-4389F2D64EF9}"/>
              </a:ext>
            </a:extLst>
          </p:cNvPr>
          <p:cNvSpPr txBox="1">
            <a:spLocks noChangeArrowheads="1"/>
          </p:cNvSpPr>
          <p:nvPr/>
        </p:nvSpPr>
        <p:spPr bwMode="auto">
          <a:xfrm>
            <a:off x="1943100" y="1341438"/>
            <a:ext cx="72009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400"/>
              <a:t>Adding 3, 5, 1, 19, 11, and 22 to a heap, initially empty</a:t>
            </a:r>
          </a:p>
        </p:txBody>
      </p:sp>
      <p:graphicFrame>
        <p:nvGraphicFramePr>
          <p:cNvPr id="42003" name="Object 18">
            <a:extLst>
              <a:ext uri="{FF2B5EF4-FFF2-40B4-BE49-F238E27FC236}">
                <a16:creationId xmlns:a16="http://schemas.microsoft.com/office/drawing/2014/main" id="{C742D6AE-E2A6-03E2-281A-0B3F4777660E}"/>
              </a:ext>
            </a:extLst>
          </p:cNvPr>
          <p:cNvGraphicFramePr>
            <a:graphicFrameLocks noChangeAspect="1"/>
          </p:cNvGraphicFramePr>
          <p:nvPr/>
        </p:nvGraphicFramePr>
        <p:xfrm>
          <a:off x="179388" y="1916113"/>
          <a:ext cx="8713787" cy="4437062"/>
        </p:xfrm>
        <a:graphic>
          <a:graphicData uri="http://schemas.openxmlformats.org/presentationml/2006/ole">
            <mc:AlternateContent xmlns:mc="http://schemas.openxmlformats.org/markup-compatibility/2006">
              <mc:Choice xmlns:v="urn:schemas-microsoft-com:vml" Requires="v">
                <p:oleObj name="Picture" r:id="rId2" imgW="5039106" imgH="2568677" progId="Word.Picture.8">
                  <p:embed/>
                </p:oleObj>
              </mc:Choice>
              <mc:Fallback>
                <p:oleObj name="Picture" r:id="rId2" imgW="5039106" imgH="2568677" progId="Word.Picture.8">
                  <p:embed/>
                  <p:pic>
                    <p:nvPicPr>
                      <p:cNvPr id="0" name="Object 1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9388" y="1916113"/>
                        <a:ext cx="8713787" cy="4437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Number Placeholder 4">
            <a:extLst>
              <a:ext uri="{FF2B5EF4-FFF2-40B4-BE49-F238E27FC236}">
                <a16:creationId xmlns:a16="http://schemas.microsoft.com/office/drawing/2014/main" id="{E8B070E3-785B-A6D4-6F04-3D9CF717F1AE}"/>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65A8401B-F343-4CE9-872C-AF99BB34520F}" type="slidenum">
              <a:rPr lang="en-US" altLang="en-US" sz="1400" smtClean="0"/>
              <a:pPr>
                <a:spcBef>
                  <a:spcPct val="0"/>
                </a:spcBef>
                <a:buClrTx/>
                <a:buSzTx/>
                <a:buFontTx/>
                <a:buNone/>
              </a:pPr>
              <a:t>26</a:t>
            </a:fld>
            <a:endParaRPr lang="en-US" altLang="en-US" sz="1400"/>
          </a:p>
        </p:txBody>
      </p:sp>
      <p:sp>
        <p:nvSpPr>
          <p:cNvPr id="43011" name="Rectangle 2">
            <a:extLst>
              <a:ext uri="{FF2B5EF4-FFF2-40B4-BE49-F238E27FC236}">
                <a16:creationId xmlns:a16="http://schemas.microsoft.com/office/drawing/2014/main" id="{AFB0057E-D600-E0CD-4343-15D75F4C817D}"/>
              </a:ext>
            </a:extLst>
          </p:cNvPr>
          <p:cNvSpPr>
            <a:spLocks noGrp="1" noChangeArrowheads="1"/>
          </p:cNvSpPr>
          <p:nvPr>
            <p:ph type="title"/>
          </p:nvPr>
        </p:nvSpPr>
        <p:spPr>
          <a:xfrm>
            <a:off x="0" y="152400"/>
            <a:ext cx="8839200" cy="533400"/>
          </a:xfrm>
        </p:spPr>
        <p:txBody>
          <a:bodyPr/>
          <a:lstStyle/>
          <a:p>
            <a:r>
              <a:rPr lang="en-US" altLang="en-US" sz="4000"/>
              <a:t>Rebuild the heap after adding a new node</a:t>
            </a:r>
          </a:p>
        </p:txBody>
      </p:sp>
      <p:sp>
        <p:nvSpPr>
          <p:cNvPr id="43024" name="Text Box 15">
            <a:extLst>
              <a:ext uri="{FF2B5EF4-FFF2-40B4-BE49-F238E27FC236}">
                <a16:creationId xmlns:a16="http://schemas.microsoft.com/office/drawing/2014/main" id="{FFA4F9E9-A593-9181-4371-C64285D48A90}"/>
              </a:ext>
            </a:extLst>
          </p:cNvPr>
          <p:cNvSpPr txBox="1">
            <a:spLocks noChangeArrowheads="1"/>
          </p:cNvSpPr>
          <p:nvPr/>
        </p:nvSpPr>
        <p:spPr bwMode="auto">
          <a:xfrm>
            <a:off x="5508625" y="1808163"/>
            <a:ext cx="31670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400"/>
              <a:t>Adding 88 to the heap</a:t>
            </a:r>
          </a:p>
        </p:txBody>
      </p:sp>
      <p:graphicFrame>
        <p:nvGraphicFramePr>
          <p:cNvPr id="43028" name="Object 19">
            <a:extLst>
              <a:ext uri="{FF2B5EF4-FFF2-40B4-BE49-F238E27FC236}">
                <a16:creationId xmlns:a16="http://schemas.microsoft.com/office/drawing/2014/main" id="{5BA718D3-0555-B3D0-3AE3-008A11E6A8BA}"/>
              </a:ext>
            </a:extLst>
          </p:cNvPr>
          <p:cNvGraphicFramePr>
            <a:graphicFrameLocks noChangeAspect="1"/>
          </p:cNvGraphicFramePr>
          <p:nvPr/>
        </p:nvGraphicFramePr>
        <p:xfrm>
          <a:off x="142875" y="2312988"/>
          <a:ext cx="8858250" cy="2427287"/>
        </p:xfrm>
        <a:graphic>
          <a:graphicData uri="http://schemas.openxmlformats.org/presentationml/2006/ole">
            <mc:AlternateContent xmlns:mc="http://schemas.openxmlformats.org/markup-compatibility/2006">
              <mc:Choice xmlns:v="urn:schemas-microsoft-com:vml" Requires="v">
                <p:oleObj name="Picture" r:id="rId2" imgW="4988369" imgH="1373206" progId="Word.Picture.8">
                  <p:embed/>
                </p:oleObj>
              </mc:Choice>
              <mc:Fallback>
                <p:oleObj name="Picture" r:id="rId2" imgW="4988369" imgH="1373206" progId="Word.Picture.8">
                  <p:embed/>
                  <p:pic>
                    <p:nvPicPr>
                      <p:cNvPr id="0" name="Object 1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2875" y="2312988"/>
                        <a:ext cx="8858250" cy="2427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Number Placeholder 4">
            <a:extLst>
              <a:ext uri="{FF2B5EF4-FFF2-40B4-BE49-F238E27FC236}">
                <a16:creationId xmlns:a16="http://schemas.microsoft.com/office/drawing/2014/main" id="{B477A3AF-BFD2-50BD-8643-DB094406CC9B}"/>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F8919474-8CB7-4B41-AF67-FD65EDDBA9FD}" type="slidenum">
              <a:rPr lang="en-US" altLang="en-US" sz="1400" smtClean="0"/>
              <a:pPr>
                <a:spcBef>
                  <a:spcPct val="0"/>
                </a:spcBef>
                <a:buClrTx/>
                <a:buSzTx/>
                <a:buFontTx/>
                <a:buNone/>
              </a:pPr>
              <a:t>27</a:t>
            </a:fld>
            <a:endParaRPr lang="en-US" altLang="en-US" sz="1400"/>
          </a:p>
        </p:txBody>
      </p:sp>
      <p:sp>
        <p:nvSpPr>
          <p:cNvPr id="44035" name="Rectangle 2">
            <a:extLst>
              <a:ext uri="{FF2B5EF4-FFF2-40B4-BE49-F238E27FC236}">
                <a16:creationId xmlns:a16="http://schemas.microsoft.com/office/drawing/2014/main" id="{7EC0E302-A86C-AEA9-1AAD-5CC5479138D6}"/>
              </a:ext>
            </a:extLst>
          </p:cNvPr>
          <p:cNvSpPr>
            <a:spLocks noGrp="1" noChangeArrowheads="1"/>
          </p:cNvSpPr>
          <p:nvPr>
            <p:ph type="title"/>
          </p:nvPr>
        </p:nvSpPr>
        <p:spPr>
          <a:xfrm>
            <a:off x="0" y="152400"/>
            <a:ext cx="8839200" cy="533400"/>
          </a:xfrm>
        </p:spPr>
        <p:txBody>
          <a:bodyPr/>
          <a:lstStyle/>
          <a:p>
            <a:r>
              <a:rPr lang="en-US" altLang="en-US" sz="3600"/>
              <a:t>Removing the Root and Rebuild the Tree</a:t>
            </a:r>
          </a:p>
        </p:txBody>
      </p:sp>
      <p:graphicFrame>
        <p:nvGraphicFramePr>
          <p:cNvPr id="44048" name="Object 15">
            <a:extLst>
              <a:ext uri="{FF2B5EF4-FFF2-40B4-BE49-F238E27FC236}">
                <a16:creationId xmlns:a16="http://schemas.microsoft.com/office/drawing/2014/main" id="{FCC97843-F667-FD9F-A177-3264CD73E960}"/>
              </a:ext>
            </a:extLst>
          </p:cNvPr>
          <p:cNvGraphicFramePr>
            <a:graphicFrameLocks noChangeAspect="1"/>
          </p:cNvGraphicFramePr>
          <p:nvPr/>
        </p:nvGraphicFramePr>
        <p:xfrm>
          <a:off x="989013" y="1323975"/>
          <a:ext cx="6878637" cy="4405313"/>
        </p:xfrm>
        <a:graphic>
          <a:graphicData uri="http://schemas.openxmlformats.org/presentationml/2006/ole">
            <mc:AlternateContent xmlns:mc="http://schemas.openxmlformats.org/markup-compatibility/2006">
              <mc:Choice xmlns:v="urn:schemas-microsoft-com:vml" Requires="v">
                <p:oleObj name="Picture" r:id="rId2" imgW="2606040" imgH="1662684" progId="Word.Picture.8">
                  <p:embed/>
                </p:oleObj>
              </mc:Choice>
              <mc:Fallback>
                <p:oleObj name="Picture" r:id="rId2" imgW="2606040" imgH="1662684" progId="Word.Picture.8">
                  <p:embed/>
                  <p:pic>
                    <p:nvPicPr>
                      <p:cNvPr id="0" name="Object 1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9013" y="1323975"/>
                        <a:ext cx="6878637" cy="4405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4049" name="Text Box 16">
            <a:extLst>
              <a:ext uri="{FF2B5EF4-FFF2-40B4-BE49-F238E27FC236}">
                <a16:creationId xmlns:a16="http://schemas.microsoft.com/office/drawing/2014/main" id="{7315909D-2D5C-E818-B958-30586239E16D}"/>
              </a:ext>
            </a:extLst>
          </p:cNvPr>
          <p:cNvSpPr txBox="1">
            <a:spLocks noChangeArrowheads="1"/>
          </p:cNvSpPr>
          <p:nvPr/>
        </p:nvSpPr>
        <p:spPr bwMode="auto">
          <a:xfrm>
            <a:off x="4967288" y="836613"/>
            <a:ext cx="41767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400"/>
              <a:t>Removing root 62 from the heap</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Number Placeholder 4">
            <a:extLst>
              <a:ext uri="{FF2B5EF4-FFF2-40B4-BE49-F238E27FC236}">
                <a16:creationId xmlns:a16="http://schemas.microsoft.com/office/drawing/2014/main" id="{BA2949F3-D830-E5B5-25B0-A35FBAE2B44B}"/>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A6CAB414-513A-47A5-9B6F-7C71FF0AF674}" type="slidenum">
              <a:rPr lang="en-US" altLang="en-US" sz="1400" smtClean="0"/>
              <a:pPr>
                <a:spcBef>
                  <a:spcPct val="0"/>
                </a:spcBef>
                <a:buClrTx/>
                <a:buSzTx/>
                <a:buFontTx/>
                <a:buNone/>
              </a:pPr>
              <a:t>28</a:t>
            </a:fld>
            <a:endParaRPr lang="en-US" altLang="en-US" sz="1400"/>
          </a:p>
        </p:txBody>
      </p:sp>
      <p:sp>
        <p:nvSpPr>
          <p:cNvPr id="45059" name="Rectangle 2">
            <a:extLst>
              <a:ext uri="{FF2B5EF4-FFF2-40B4-BE49-F238E27FC236}">
                <a16:creationId xmlns:a16="http://schemas.microsoft.com/office/drawing/2014/main" id="{EFA0BF87-FC94-2225-EA9E-38D3F6D85260}"/>
              </a:ext>
            </a:extLst>
          </p:cNvPr>
          <p:cNvSpPr>
            <a:spLocks noGrp="1" noChangeArrowheads="1"/>
          </p:cNvSpPr>
          <p:nvPr>
            <p:ph type="title"/>
          </p:nvPr>
        </p:nvSpPr>
        <p:spPr>
          <a:xfrm>
            <a:off x="0" y="152400"/>
            <a:ext cx="8839200" cy="533400"/>
          </a:xfrm>
        </p:spPr>
        <p:txBody>
          <a:bodyPr/>
          <a:lstStyle/>
          <a:p>
            <a:r>
              <a:rPr lang="en-US" altLang="en-US" sz="3600"/>
              <a:t>Removing the Root and Rebuild the Tree</a:t>
            </a:r>
          </a:p>
        </p:txBody>
      </p:sp>
      <p:graphicFrame>
        <p:nvGraphicFramePr>
          <p:cNvPr id="45072" name="Object 15">
            <a:extLst>
              <a:ext uri="{FF2B5EF4-FFF2-40B4-BE49-F238E27FC236}">
                <a16:creationId xmlns:a16="http://schemas.microsoft.com/office/drawing/2014/main" id="{6A8126A0-D7AC-F1D4-3563-F683E298B6B6}"/>
              </a:ext>
            </a:extLst>
          </p:cNvPr>
          <p:cNvGraphicFramePr>
            <a:graphicFrameLocks noChangeAspect="1"/>
          </p:cNvGraphicFramePr>
          <p:nvPr/>
        </p:nvGraphicFramePr>
        <p:xfrm>
          <a:off x="989013" y="1323975"/>
          <a:ext cx="6878637" cy="4405313"/>
        </p:xfrm>
        <a:graphic>
          <a:graphicData uri="http://schemas.openxmlformats.org/presentationml/2006/ole">
            <mc:AlternateContent xmlns:mc="http://schemas.openxmlformats.org/markup-compatibility/2006">
              <mc:Choice xmlns:v="urn:schemas-microsoft-com:vml" Requires="v">
                <p:oleObj name="Picture" r:id="rId2" imgW="2606040" imgH="1662684" progId="Word.Picture.8">
                  <p:embed/>
                </p:oleObj>
              </mc:Choice>
              <mc:Fallback>
                <p:oleObj name="Picture" r:id="rId2" imgW="2606040" imgH="1662684" progId="Word.Picture.8">
                  <p:embed/>
                  <p:pic>
                    <p:nvPicPr>
                      <p:cNvPr id="0" name="Object 1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9013" y="1323975"/>
                        <a:ext cx="6878637" cy="4405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5073" name="Text Box 16">
            <a:extLst>
              <a:ext uri="{FF2B5EF4-FFF2-40B4-BE49-F238E27FC236}">
                <a16:creationId xmlns:a16="http://schemas.microsoft.com/office/drawing/2014/main" id="{3E376A14-9131-80C2-51E0-7794703DF0B2}"/>
              </a:ext>
            </a:extLst>
          </p:cNvPr>
          <p:cNvSpPr txBox="1">
            <a:spLocks noChangeArrowheads="1"/>
          </p:cNvSpPr>
          <p:nvPr/>
        </p:nvSpPr>
        <p:spPr bwMode="auto">
          <a:xfrm>
            <a:off x="4967288" y="836613"/>
            <a:ext cx="41767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400"/>
              <a:t>Move 9 to root</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Number Placeholder 4">
            <a:extLst>
              <a:ext uri="{FF2B5EF4-FFF2-40B4-BE49-F238E27FC236}">
                <a16:creationId xmlns:a16="http://schemas.microsoft.com/office/drawing/2014/main" id="{8F8AC872-F698-8A0C-F81E-B03500576A7A}"/>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4703B855-B7A4-40BC-AA40-2A01EC2F455B}" type="slidenum">
              <a:rPr lang="en-US" altLang="en-US" sz="1400" smtClean="0"/>
              <a:pPr>
                <a:spcBef>
                  <a:spcPct val="0"/>
                </a:spcBef>
                <a:buClrTx/>
                <a:buSzTx/>
                <a:buFontTx/>
                <a:buNone/>
              </a:pPr>
              <a:t>29</a:t>
            </a:fld>
            <a:endParaRPr lang="en-US" altLang="en-US" sz="1400"/>
          </a:p>
        </p:txBody>
      </p:sp>
      <p:sp>
        <p:nvSpPr>
          <p:cNvPr id="46083" name="Rectangle 2">
            <a:extLst>
              <a:ext uri="{FF2B5EF4-FFF2-40B4-BE49-F238E27FC236}">
                <a16:creationId xmlns:a16="http://schemas.microsoft.com/office/drawing/2014/main" id="{3D53AE6D-4424-23B8-35DF-2220C12936B3}"/>
              </a:ext>
            </a:extLst>
          </p:cNvPr>
          <p:cNvSpPr>
            <a:spLocks noGrp="1" noChangeArrowheads="1"/>
          </p:cNvSpPr>
          <p:nvPr>
            <p:ph type="title"/>
          </p:nvPr>
        </p:nvSpPr>
        <p:spPr>
          <a:xfrm>
            <a:off x="0" y="152400"/>
            <a:ext cx="8839200" cy="533400"/>
          </a:xfrm>
        </p:spPr>
        <p:txBody>
          <a:bodyPr/>
          <a:lstStyle/>
          <a:p>
            <a:r>
              <a:rPr lang="en-US" altLang="en-US" sz="3600"/>
              <a:t>Removing the Root and Rebuild the Tree</a:t>
            </a:r>
          </a:p>
        </p:txBody>
      </p:sp>
      <p:graphicFrame>
        <p:nvGraphicFramePr>
          <p:cNvPr id="46096" name="Object 15">
            <a:extLst>
              <a:ext uri="{FF2B5EF4-FFF2-40B4-BE49-F238E27FC236}">
                <a16:creationId xmlns:a16="http://schemas.microsoft.com/office/drawing/2014/main" id="{BEE2511A-FB57-218E-BF02-9B749B112C3C}"/>
              </a:ext>
            </a:extLst>
          </p:cNvPr>
          <p:cNvGraphicFramePr>
            <a:graphicFrameLocks noChangeAspect="1"/>
          </p:cNvGraphicFramePr>
          <p:nvPr/>
        </p:nvGraphicFramePr>
        <p:xfrm>
          <a:off x="989013" y="1323975"/>
          <a:ext cx="6878637" cy="4405313"/>
        </p:xfrm>
        <a:graphic>
          <a:graphicData uri="http://schemas.openxmlformats.org/presentationml/2006/ole">
            <mc:AlternateContent xmlns:mc="http://schemas.openxmlformats.org/markup-compatibility/2006">
              <mc:Choice xmlns:v="urn:schemas-microsoft-com:vml" Requires="v">
                <p:oleObj name="Picture" r:id="rId2" imgW="2606040" imgH="1662684" progId="Word.Picture.8">
                  <p:embed/>
                </p:oleObj>
              </mc:Choice>
              <mc:Fallback>
                <p:oleObj name="Picture" r:id="rId2" imgW="2606040" imgH="1662684" progId="Word.Picture.8">
                  <p:embed/>
                  <p:pic>
                    <p:nvPicPr>
                      <p:cNvPr id="0" name="Object 1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9013" y="1323975"/>
                        <a:ext cx="6878637" cy="4405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6097" name="Text Box 16">
            <a:extLst>
              <a:ext uri="{FF2B5EF4-FFF2-40B4-BE49-F238E27FC236}">
                <a16:creationId xmlns:a16="http://schemas.microsoft.com/office/drawing/2014/main" id="{354AE0B4-9C59-3F94-DC82-BDCDD51B41ED}"/>
              </a:ext>
            </a:extLst>
          </p:cNvPr>
          <p:cNvSpPr txBox="1">
            <a:spLocks noChangeArrowheads="1"/>
          </p:cNvSpPr>
          <p:nvPr/>
        </p:nvSpPr>
        <p:spPr bwMode="auto">
          <a:xfrm>
            <a:off x="4967288" y="836613"/>
            <a:ext cx="41767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400"/>
              <a:t>Swap 9 with 59</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Number Placeholder 4">
            <a:extLst>
              <a:ext uri="{FF2B5EF4-FFF2-40B4-BE49-F238E27FC236}">
                <a16:creationId xmlns:a16="http://schemas.microsoft.com/office/drawing/2014/main" id="{1747758A-1FF4-1563-D10C-67C936AD2867}"/>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1CB3F9BA-2F67-415A-B63D-5EEA707A30CF}" type="slidenum">
              <a:rPr lang="en-US" altLang="en-US" sz="1400" smtClean="0"/>
              <a:pPr>
                <a:spcBef>
                  <a:spcPct val="0"/>
                </a:spcBef>
                <a:buClrTx/>
                <a:buSzTx/>
                <a:buFontTx/>
                <a:buNone/>
              </a:pPr>
              <a:t>30</a:t>
            </a:fld>
            <a:endParaRPr lang="en-US" altLang="en-US" sz="1400"/>
          </a:p>
        </p:txBody>
      </p:sp>
      <p:sp>
        <p:nvSpPr>
          <p:cNvPr id="47107" name="Rectangle 2">
            <a:extLst>
              <a:ext uri="{FF2B5EF4-FFF2-40B4-BE49-F238E27FC236}">
                <a16:creationId xmlns:a16="http://schemas.microsoft.com/office/drawing/2014/main" id="{DAA5E39A-9C6C-58B2-191A-F0EF4306B146}"/>
              </a:ext>
            </a:extLst>
          </p:cNvPr>
          <p:cNvSpPr>
            <a:spLocks noGrp="1" noChangeArrowheads="1"/>
          </p:cNvSpPr>
          <p:nvPr>
            <p:ph type="title"/>
          </p:nvPr>
        </p:nvSpPr>
        <p:spPr>
          <a:xfrm>
            <a:off x="0" y="152400"/>
            <a:ext cx="8839200" cy="533400"/>
          </a:xfrm>
        </p:spPr>
        <p:txBody>
          <a:bodyPr/>
          <a:lstStyle/>
          <a:p>
            <a:r>
              <a:rPr lang="en-US" altLang="en-US" sz="3600"/>
              <a:t>Removing the Root and Rebuild the Tree</a:t>
            </a:r>
          </a:p>
        </p:txBody>
      </p:sp>
      <p:graphicFrame>
        <p:nvGraphicFramePr>
          <p:cNvPr id="47120" name="Object 15">
            <a:extLst>
              <a:ext uri="{FF2B5EF4-FFF2-40B4-BE49-F238E27FC236}">
                <a16:creationId xmlns:a16="http://schemas.microsoft.com/office/drawing/2014/main" id="{FADBC4D2-22A9-5484-21D7-351704036B96}"/>
              </a:ext>
            </a:extLst>
          </p:cNvPr>
          <p:cNvGraphicFramePr>
            <a:graphicFrameLocks noChangeAspect="1"/>
          </p:cNvGraphicFramePr>
          <p:nvPr/>
        </p:nvGraphicFramePr>
        <p:xfrm>
          <a:off x="989013" y="1323975"/>
          <a:ext cx="6878637" cy="4405313"/>
        </p:xfrm>
        <a:graphic>
          <a:graphicData uri="http://schemas.openxmlformats.org/presentationml/2006/ole">
            <mc:AlternateContent xmlns:mc="http://schemas.openxmlformats.org/markup-compatibility/2006">
              <mc:Choice xmlns:v="urn:schemas-microsoft-com:vml" Requires="v">
                <p:oleObj name="Picture" r:id="rId2" imgW="2606040" imgH="1662684" progId="Word.Picture.8">
                  <p:embed/>
                </p:oleObj>
              </mc:Choice>
              <mc:Fallback>
                <p:oleObj name="Picture" r:id="rId2" imgW="2606040" imgH="1662684" progId="Word.Picture.8">
                  <p:embed/>
                  <p:pic>
                    <p:nvPicPr>
                      <p:cNvPr id="0" name="Object 1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9013" y="1323975"/>
                        <a:ext cx="6878637" cy="4405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7121" name="Text Box 16">
            <a:extLst>
              <a:ext uri="{FF2B5EF4-FFF2-40B4-BE49-F238E27FC236}">
                <a16:creationId xmlns:a16="http://schemas.microsoft.com/office/drawing/2014/main" id="{2D0C60B0-B8A0-0C14-1826-144BD96E1575}"/>
              </a:ext>
            </a:extLst>
          </p:cNvPr>
          <p:cNvSpPr txBox="1">
            <a:spLocks noChangeArrowheads="1"/>
          </p:cNvSpPr>
          <p:nvPr/>
        </p:nvSpPr>
        <p:spPr bwMode="auto">
          <a:xfrm>
            <a:off x="4967288" y="836613"/>
            <a:ext cx="41767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400"/>
              <a:t>Swap 9 with 44</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Number Placeholder 4">
            <a:extLst>
              <a:ext uri="{FF2B5EF4-FFF2-40B4-BE49-F238E27FC236}">
                <a16:creationId xmlns:a16="http://schemas.microsoft.com/office/drawing/2014/main" id="{409385B3-2504-4616-E6CD-C594307D63E6}"/>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19352DB8-0CAF-4E2E-970E-50B865F5C01E}" type="slidenum">
              <a:rPr lang="en-US" altLang="en-US" sz="1400" smtClean="0"/>
              <a:pPr>
                <a:spcBef>
                  <a:spcPct val="0"/>
                </a:spcBef>
                <a:buClrTx/>
                <a:buSzTx/>
                <a:buFontTx/>
                <a:buNone/>
              </a:pPr>
              <a:t>31</a:t>
            </a:fld>
            <a:endParaRPr lang="en-US" altLang="en-US" sz="1400"/>
          </a:p>
        </p:txBody>
      </p:sp>
      <p:sp>
        <p:nvSpPr>
          <p:cNvPr id="48131" name="Rectangle 2">
            <a:extLst>
              <a:ext uri="{FF2B5EF4-FFF2-40B4-BE49-F238E27FC236}">
                <a16:creationId xmlns:a16="http://schemas.microsoft.com/office/drawing/2014/main" id="{F74D1232-641D-BFCD-9E71-FB1727A79BD3}"/>
              </a:ext>
            </a:extLst>
          </p:cNvPr>
          <p:cNvSpPr>
            <a:spLocks noGrp="1" noChangeArrowheads="1"/>
          </p:cNvSpPr>
          <p:nvPr>
            <p:ph type="title"/>
          </p:nvPr>
        </p:nvSpPr>
        <p:spPr>
          <a:xfrm>
            <a:off x="0" y="152400"/>
            <a:ext cx="8839200" cy="533400"/>
          </a:xfrm>
        </p:spPr>
        <p:txBody>
          <a:bodyPr/>
          <a:lstStyle/>
          <a:p>
            <a:r>
              <a:rPr lang="en-US" altLang="en-US" sz="3600"/>
              <a:t>Removing the Root and Rebuild the Tree</a:t>
            </a:r>
          </a:p>
        </p:txBody>
      </p:sp>
      <p:graphicFrame>
        <p:nvGraphicFramePr>
          <p:cNvPr id="48144" name="Object 15">
            <a:extLst>
              <a:ext uri="{FF2B5EF4-FFF2-40B4-BE49-F238E27FC236}">
                <a16:creationId xmlns:a16="http://schemas.microsoft.com/office/drawing/2014/main" id="{FE724B9B-DC1D-A944-2102-234943C8C2E3}"/>
              </a:ext>
            </a:extLst>
          </p:cNvPr>
          <p:cNvGraphicFramePr>
            <a:graphicFrameLocks noChangeAspect="1"/>
          </p:cNvGraphicFramePr>
          <p:nvPr/>
        </p:nvGraphicFramePr>
        <p:xfrm>
          <a:off x="989013" y="1323975"/>
          <a:ext cx="6878637" cy="4405313"/>
        </p:xfrm>
        <a:graphic>
          <a:graphicData uri="http://schemas.openxmlformats.org/presentationml/2006/ole">
            <mc:AlternateContent xmlns:mc="http://schemas.openxmlformats.org/markup-compatibility/2006">
              <mc:Choice xmlns:v="urn:schemas-microsoft-com:vml" Requires="v">
                <p:oleObj name="Picture" r:id="rId2" imgW="2606040" imgH="1662684" progId="Word.Picture.8">
                  <p:embed/>
                </p:oleObj>
              </mc:Choice>
              <mc:Fallback>
                <p:oleObj name="Picture" r:id="rId2" imgW="2606040" imgH="1662684" progId="Word.Picture.8">
                  <p:embed/>
                  <p:pic>
                    <p:nvPicPr>
                      <p:cNvPr id="0" name="Object 1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9013" y="1323975"/>
                        <a:ext cx="6878637" cy="4405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8145" name="Text Box 16">
            <a:extLst>
              <a:ext uri="{FF2B5EF4-FFF2-40B4-BE49-F238E27FC236}">
                <a16:creationId xmlns:a16="http://schemas.microsoft.com/office/drawing/2014/main" id="{149E62DD-8836-FD45-02C3-E6408EEDACCD}"/>
              </a:ext>
            </a:extLst>
          </p:cNvPr>
          <p:cNvSpPr txBox="1">
            <a:spLocks noChangeArrowheads="1"/>
          </p:cNvSpPr>
          <p:nvPr/>
        </p:nvSpPr>
        <p:spPr bwMode="auto">
          <a:xfrm>
            <a:off x="4967288" y="836613"/>
            <a:ext cx="41767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50000"/>
              </a:spcBef>
              <a:buClrTx/>
              <a:buSzTx/>
              <a:buFontTx/>
              <a:buNone/>
            </a:pPr>
            <a:r>
              <a:rPr lang="en-US" altLang="en-US" sz="2400"/>
              <a:t>Swap 9 with 30</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Number Placeholder 4">
            <a:extLst>
              <a:ext uri="{FF2B5EF4-FFF2-40B4-BE49-F238E27FC236}">
                <a16:creationId xmlns:a16="http://schemas.microsoft.com/office/drawing/2014/main" id="{3C69733A-C05C-0CCB-5D94-7D18F12E6A6F}"/>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D229C3F5-991B-43FC-98B1-3ED0A1880ADC}" type="slidenum">
              <a:rPr lang="en-US" altLang="en-US" sz="1400" smtClean="0"/>
              <a:pPr>
                <a:spcBef>
                  <a:spcPct val="0"/>
                </a:spcBef>
                <a:buClrTx/>
                <a:buSzTx/>
                <a:buFontTx/>
                <a:buNone/>
              </a:pPr>
              <a:t>32</a:t>
            </a:fld>
            <a:endParaRPr lang="en-US" altLang="en-US" sz="1400"/>
          </a:p>
        </p:txBody>
      </p:sp>
      <p:sp>
        <p:nvSpPr>
          <p:cNvPr id="49155" name="Rectangle 2">
            <a:extLst>
              <a:ext uri="{FF2B5EF4-FFF2-40B4-BE49-F238E27FC236}">
                <a16:creationId xmlns:a16="http://schemas.microsoft.com/office/drawing/2014/main" id="{64651714-E955-BDF6-5F69-20B124A0AE68}"/>
              </a:ext>
            </a:extLst>
          </p:cNvPr>
          <p:cNvSpPr>
            <a:spLocks noGrp="1" noChangeArrowheads="1"/>
          </p:cNvSpPr>
          <p:nvPr>
            <p:ph type="title"/>
          </p:nvPr>
        </p:nvSpPr>
        <p:spPr>
          <a:xfrm>
            <a:off x="0" y="304800"/>
            <a:ext cx="8839200" cy="533400"/>
          </a:xfrm>
        </p:spPr>
        <p:txBody>
          <a:bodyPr/>
          <a:lstStyle/>
          <a:p>
            <a:r>
              <a:rPr lang="en-US" altLang="en-US" sz="3600"/>
              <a:t>The Heap Class</a:t>
            </a:r>
          </a:p>
        </p:txBody>
      </p:sp>
      <p:sp>
        <p:nvSpPr>
          <p:cNvPr id="419858" name="AutoShape 18">
            <a:hlinkClick r:id="" action="ppaction://noaction" highlightClick="1"/>
            <a:extLst>
              <a:ext uri="{FF2B5EF4-FFF2-40B4-BE49-F238E27FC236}">
                <a16:creationId xmlns:a16="http://schemas.microsoft.com/office/drawing/2014/main" id="{49002EA6-8762-CA74-0701-4B9581D4D7C5}"/>
              </a:ext>
            </a:extLst>
          </p:cNvPr>
          <p:cNvSpPr>
            <a:spLocks noChangeArrowheads="1"/>
          </p:cNvSpPr>
          <p:nvPr/>
        </p:nvSpPr>
        <p:spPr bwMode="auto">
          <a:xfrm>
            <a:off x="1371600" y="5334000"/>
            <a:ext cx="1676400" cy="533400"/>
          </a:xfrm>
          <a:prstGeom prst="actionButtonBlank">
            <a:avLst/>
          </a:prstGeom>
          <a:solidFill>
            <a:srgbClr val="00B050"/>
          </a:solidFill>
          <a:ln>
            <a:noFill/>
          </a:ln>
          <a:effectLst>
            <a:prstShdw prst="shdw17" dist="17961" dir="2700000">
              <a:schemeClr val="tx1">
                <a:gamma/>
                <a:shade val="60000"/>
                <a:invGamma/>
              </a:schemeClr>
            </a:prstShdw>
          </a:effectLst>
        </p:spPr>
        <p:txBody>
          <a:bodyPr wrap="none" anchor="ctr"/>
          <a:lstStyle/>
          <a:p>
            <a:pPr algn="ctr">
              <a:defRPr/>
            </a:pPr>
            <a:r>
              <a:rPr lang="en-US">
                <a:latin typeface="Book Antiqua" pitchFamily="18" charset="0"/>
                <a:hlinkClick r:id="rId2" action="ppaction://program">
                  <a:extLst>
                    <a:ext uri="{A12FA001-AC4F-418D-AE19-62706E023703}">
                      <ahyp:hlinkClr xmlns:ahyp="http://schemas.microsoft.com/office/drawing/2018/hyperlinkcolor" val="tx"/>
                    </a:ext>
                  </a:extLst>
                </a:hlinkClick>
              </a:rPr>
              <a:t>Heap</a:t>
            </a:r>
            <a:endParaRPr lang="en-US"/>
          </a:p>
        </p:txBody>
      </p:sp>
      <p:sp>
        <p:nvSpPr>
          <p:cNvPr id="49174" name="AutoShape 24">
            <a:hlinkClick r:id="rId3" highlightClick="1"/>
            <a:extLst>
              <a:ext uri="{FF2B5EF4-FFF2-40B4-BE49-F238E27FC236}">
                <a16:creationId xmlns:a16="http://schemas.microsoft.com/office/drawing/2014/main" id="{6D916DF2-9886-DD95-5576-283398FE7842}"/>
              </a:ext>
            </a:extLst>
          </p:cNvPr>
          <p:cNvSpPr>
            <a:spLocks noChangeArrowheads="1"/>
          </p:cNvSpPr>
          <p:nvPr/>
        </p:nvSpPr>
        <p:spPr bwMode="auto">
          <a:xfrm>
            <a:off x="762000" y="5257800"/>
            <a:ext cx="468313" cy="576263"/>
          </a:xfrm>
          <a:prstGeom prst="actionButtonDocumen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pic>
        <p:nvPicPr>
          <p:cNvPr id="49175" name="Picture 24">
            <a:extLst>
              <a:ext uri="{FF2B5EF4-FFF2-40B4-BE49-F238E27FC236}">
                <a16:creationId xmlns:a16="http://schemas.microsoft.com/office/drawing/2014/main" id="{A44C6661-C306-DBEA-9D6C-4877C900DC65}"/>
              </a:ext>
              <a:ext uri="{C183D7F6-B498-43B3-948B-1728B52AA6E4}">
                <adec:decorative xmlns:adec="http://schemas.microsoft.com/office/drawing/2017/decorative" val="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 y="1676400"/>
            <a:ext cx="8534400" cy="2762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ide Number Placeholder 4">
            <a:extLst>
              <a:ext uri="{FF2B5EF4-FFF2-40B4-BE49-F238E27FC236}">
                <a16:creationId xmlns:a16="http://schemas.microsoft.com/office/drawing/2014/main" id="{E7571837-EE26-26CF-DF78-8EDCF1D20CF1}"/>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8F65794F-8599-46F9-9DA9-69E0753B5437}" type="slidenum">
              <a:rPr lang="en-US" altLang="en-US" sz="1400" smtClean="0"/>
              <a:pPr>
                <a:spcBef>
                  <a:spcPct val="0"/>
                </a:spcBef>
                <a:buClrTx/>
                <a:buSzTx/>
                <a:buFontTx/>
                <a:buNone/>
              </a:pPr>
              <a:t>33</a:t>
            </a:fld>
            <a:endParaRPr lang="en-US" altLang="en-US" sz="1400"/>
          </a:p>
        </p:txBody>
      </p:sp>
      <p:sp>
        <p:nvSpPr>
          <p:cNvPr id="50179" name="Rectangle 2">
            <a:extLst>
              <a:ext uri="{FF2B5EF4-FFF2-40B4-BE49-F238E27FC236}">
                <a16:creationId xmlns:a16="http://schemas.microsoft.com/office/drawing/2014/main" id="{3879203B-4DA0-D03E-8772-8E124695B02D}"/>
              </a:ext>
            </a:extLst>
          </p:cNvPr>
          <p:cNvSpPr>
            <a:spLocks noGrp="1" noChangeArrowheads="1"/>
          </p:cNvSpPr>
          <p:nvPr>
            <p:ph type="title"/>
          </p:nvPr>
        </p:nvSpPr>
        <p:spPr>
          <a:xfrm>
            <a:off x="685800" y="228600"/>
            <a:ext cx="7772400" cy="685800"/>
          </a:xfrm>
        </p:spPr>
        <p:txBody>
          <a:bodyPr/>
          <a:lstStyle/>
          <a:p>
            <a:r>
              <a:rPr lang="en-US" altLang="en-US"/>
              <a:t>Heap Sort</a:t>
            </a:r>
          </a:p>
        </p:txBody>
      </p:sp>
      <p:sp>
        <p:nvSpPr>
          <p:cNvPr id="367626" name="AutoShape 10">
            <a:hlinkClick r:id="" action="ppaction://noaction" highlightClick="1"/>
            <a:extLst>
              <a:ext uri="{FF2B5EF4-FFF2-40B4-BE49-F238E27FC236}">
                <a16:creationId xmlns:a16="http://schemas.microsoft.com/office/drawing/2014/main" id="{AE86E3DE-6823-3B6E-35E2-F231465D79C4}"/>
              </a:ext>
            </a:extLst>
          </p:cNvPr>
          <p:cNvSpPr>
            <a:spLocks noChangeArrowheads="1"/>
          </p:cNvSpPr>
          <p:nvPr/>
        </p:nvSpPr>
        <p:spPr bwMode="auto">
          <a:xfrm>
            <a:off x="5334000" y="4953000"/>
            <a:ext cx="1600200" cy="533400"/>
          </a:xfrm>
          <a:prstGeom prst="actionButtonBlank">
            <a:avLst/>
          </a:prstGeom>
          <a:solidFill>
            <a:srgbClr val="00B050"/>
          </a:solidFill>
          <a:ln>
            <a:noFill/>
          </a:ln>
          <a:effectLst>
            <a:prstShdw prst="shdw17" dist="17961" dir="2700000">
              <a:schemeClr val="tx1">
                <a:gamma/>
                <a:shade val="60000"/>
                <a:invGamma/>
              </a:schemeClr>
            </a:prstShdw>
          </a:effectLst>
        </p:spPr>
        <p:txBody>
          <a:bodyPr wrap="none" anchor="ctr"/>
          <a:lstStyle/>
          <a:p>
            <a:pPr algn="ctr">
              <a:defRPr/>
            </a:pPr>
            <a:r>
              <a:rPr lang="en-US" dirty="0" err="1">
                <a:latin typeface="Book Antiqua" pitchFamily="18" charset="0"/>
                <a:hlinkClick r:id="rId2" action="ppaction://program">
                  <a:extLst>
                    <a:ext uri="{A12FA001-AC4F-418D-AE19-62706E023703}">
                      <ahyp:hlinkClr xmlns:ahyp="http://schemas.microsoft.com/office/drawing/2018/hyperlinkcolor" val="tx"/>
                    </a:ext>
                  </a:extLst>
                </a:hlinkClick>
              </a:rPr>
              <a:t>HeapSort</a:t>
            </a:r>
            <a:endParaRPr lang="en-US" dirty="0"/>
          </a:p>
        </p:txBody>
      </p:sp>
      <p:sp>
        <p:nvSpPr>
          <p:cNvPr id="50186" name="AutoShape 11">
            <a:hlinkClick r:id="rId3" action="ppaction://program" highlightClick="1"/>
            <a:extLst>
              <a:ext uri="{FF2B5EF4-FFF2-40B4-BE49-F238E27FC236}">
                <a16:creationId xmlns:a16="http://schemas.microsoft.com/office/drawing/2014/main" id="{13789E11-D8F6-C014-EDCA-F72B97F8A04C}"/>
              </a:ext>
            </a:extLst>
          </p:cNvPr>
          <p:cNvSpPr>
            <a:spLocks noChangeArrowheads="1"/>
          </p:cNvSpPr>
          <p:nvPr/>
        </p:nvSpPr>
        <p:spPr bwMode="auto">
          <a:xfrm>
            <a:off x="7239000" y="4953000"/>
            <a:ext cx="1600200" cy="533400"/>
          </a:xfrm>
          <a:prstGeom prst="actionButtonBlank">
            <a:avLst/>
          </a:prstGeom>
          <a:solidFill>
            <a:srgbClr val="38A1BA"/>
          </a:solidFill>
          <a:ln>
            <a:noFill/>
          </a:ln>
          <a:effectLst>
            <a:prstShdw prst="shdw17" dist="17961" dir="2700000">
              <a:srgbClr val="226170"/>
            </a:prstShdw>
          </a:effectLst>
          <a:extLst>
            <a:ext uri="{91240B29-F687-4F45-9708-019B960494DF}">
              <a14:hiddenLine xmlns:a14="http://schemas.microsoft.com/office/drawing/2010/main" w="19050">
                <a:solidFill>
                  <a:schemeClr val="tx1"/>
                </a:solidFill>
                <a:miter lim="800000"/>
                <a:headEnd type="none" w="sm" len="sm"/>
                <a:tailEnd type="none" w="sm" len="sm"/>
              </a14:hiddenLine>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400">
                <a:latin typeface="Book Antiqua" panose="02040602050305030304" pitchFamily="18" charset="0"/>
              </a:rPr>
              <a:t>Run</a:t>
            </a:r>
            <a:endParaRPr lang="en-US" altLang="en-US" sz="2400"/>
          </a:p>
        </p:txBody>
      </p:sp>
      <p:sp>
        <p:nvSpPr>
          <p:cNvPr id="50187" name="AutoShape 15">
            <a:hlinkClick r:id="rId4" highlightClick="1"/>
            <a:extLst>
              <a:ext uri="{FF2B5EF4-FFF2-40B4-BE49-F238E27FC236}">
                <a16:creationId xmlns:a16="http://schemas.microsoft.com/office/drawing/2014/main" id="{D596A124-F60E-7AA6-55C3-E5EED11A2BA9}"/>
              </a:ext>
            </a:extLst>
          </p:cNvPr>
          <p:cNvSpPr>
            <a:spLocks noChangeArrowheads="1"/>
          </p:cNvSpPr>
          <p:nvPr/>
        </p:nvSpPr>
        <p:spPr bwMode="auto">
          <a:xfrm>
            <a:off x="4724400" y="4953000"/>
            <a:ext cx="468313" cy="576263"/>
          </a:xfrm>
          <a:prstGeom prst="actionButtonDocumen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Number Placeholder 4">
            <a:extLst>
              <a:ext uri="{FF2B5EF4-FFF2-40B4-BE49-F238E27FC236}">
                <a16:creationId xmlns:a16="http://schemas.microsoft.com/office/drawing/2014/main" id="{23813968-0E89-C969-951B-D96B5F3A9C6D}"/>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27A3AC0E-37A0-49B6-8F0B-0E52A8E663D0}" type="slidenum">
              <a:rPr lang="en-US" altLang="en-US" sz="1400" smtClean="0"/>
              <a:pPr>
                <a:spcBef>
                  <a:spcPct val="0"/>
                </a:spcBef>
                <a:buClrTx/>
                <a:buSzTx/>
                <a:buFontTx/>
                <a:buNone/>
              </a:pPr>
              <a:t>34</a:t>
            </a:fld>
            <a:endParaRPr lang="en-US" altLang="en-US" sz="1400"/>
          </a:p>
        </p:txBody>
      </p:sp>
      <p:sp>
        <p:nvSpPr>
          <p:cNvPr id="51203" name="Rectangle 2">
            <a:extLst>
              <a:ext uri="{FF2B5EF4-FFF2-40B4-BE49-F238E27FC236}">
                <a16:creationId xmlns:a16="http://schemas.microsoft.com/office/drawing/2014/main" id="{F2891AFB-859E-B299-6E8C-95E0EF8A3663}"/>
              </a:ext>
            </a:extLst>
          </p:cNvPr>
          <p:cNvSpPr>
            <a:spLocks noGrp="1" noChangeArrowheads="1"/>
          </p:cNvSpPr>
          <p:nvPr>
            <p:ph type="title"/>
          </p:nvPr>
        </p:nvSpPr>
        <p:spPr>
          <a:xfrm>
            <a:off x="685800" y="228600"/>
            <a:ext cx="7772400" cy="685800"/>
          </a:xfrm>
        </p:spPr>
        <p:txBody>
          <a:bodyPr/>
          <a:lstStyle/>
          <a:p>
            <a:r>
              <a:rPr lang="en-US" altLang="en-US"/>
              <a:t>Heap Sort Time</a:t>
            </a:r>
          </a:p>
        </p:txBody>
      </p:sp>
      <p:sp>
        <p:nvSpPr>
          <p:cNvPr id="51214" name="Rectangle 13">
            <a:extLst>
              <a:ext uri="{FF2B5EF4-FFF2-40B4-BE49-F238E27FC236}">
                <a16:creationId xmlns:a16="http://schemas.microsoft.com/office/drawing/2014/main" id="{86855874-C2E9-F64A-D4CB-C10776D44FCF}"/>
              </a:ext>
            </a:extLst>
          </p:cNvPr>
          <p:cNvSpPr>
            <a:spLocks noChangeArrowheads="1"/>
          </p:cNvSpPr>
          <p:nvPr/>
        </p:nvSpPr>
        <p:spPr bwMode="auto">
          <a:xfrm>
            <a:off x="304800" y="1066800"/>
            <a:ext cx="8610600" cy="304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marL="263525">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Font typeface="Monotype Sorts"/>
              <a:buNone/>
            </a:pPr>
            <a:r>
              <a:rPr lang="en-US" altLang="en-US"/>
              <a:t>Let </a:t>
            </a:r>
            <a:r>
              <a:rPr lang="en-US" altLang="en-US" i="1"/>
              <a:t>h</a:t>
            </a:r>
            <a:r>
              <a:rPr lang="en-US" altLang="en-US"/>
              <a:t> denote the height for a heap of </a:t>
            </a:r>
            <a:r>
              <a:rPr lang="en-US" altLang="en-US" i="1"/>
              <a:t>n</a:t>
            </a:r>
            <a:r>
              <a:rPr lang="en-US" altLang="en-US"/>
              <a:t> elements. Since a heap is a complete binary tree, the first level has 1 node, the second level has 2 nodes, the </a:t>
            </a:r>
            <a:r>
              <a:rPr lang="en-US" altLang="en-US" i="1"/>
              <a:t>k</a:t>
            </a:r>
            <a:r>
              <a:rPr lang="en-US" altLang="en-US"/>
              <a:t>th level has 2</a:t>
            </a:r>
            <a:r>
              <a:rPr lang="en-US" altLang="en-US" baseline="30000"/>
              <a:t>(k-1)</a:t>
            </a:r>
            <a:r>
              <a:rPr lang="en-US" altLang="en-US"/>
              <a:t> nodes, the </a:t>
            </a:r>
            <a:r>
              <a:rPr lang="en-US" altLang="en-US" i="1"/>
              <a:t>(h-1)</a:t>
            </a:r>
            <a:r>
              <a:rPr lang="en-US" altLang="en-US"/>
              <a:t>th level has 2</a:t>
            </a:r>
            <a:r>
              <a:rPr lang="en-US" altLang="en-US" baseline="30000"/>
              <a:t>(h-2)</a:t>
            </a:r>
            <a:r>
              <a:rPr lang="en-US" altLang="en-US"/>
              <a:t> nodes, and the hth level has at least one node and at most 2</a:t>
            </a:r>
            <a:r>
              <a:rPr lang="en-US" altLang="en-US" baseline="30000"/>
              <a:t>(h-1)</a:t>
            </a:r>
            <a:r>
              <a:rPr lang="en-US" altLang="en-US"/>
              <a:t> nodes. Therefore, </a:t>
            </a:r>
          </a:p>
        </p:txBody>
      </p:sp>
      <p:graphicFrame>
        <p:nvGraphicFramePr>
          <p:cNvPr id="51218" name="Object 16">
            <a:extLst>
              <a:ext uri="{FF2B5EF4-FFF2-40B4-BE49-F238E27FC236}">
                <a16:creationId xmlns:a16="http://schemas.microsoft.com/office/drawing/2014/main" id="{6C1D2832-B96B-C143-F432-7DA47ACC3C00}"/>
              </a:ext>
            </a:extLst>
          </p:cNvPr>
          <p:cNvGraphicFramePr>
            <a:graphicFrameLocks noChangeAspect="1"/>
          </p:cNvGraphicFramePr>
          <p:nvPr/>
        </p:nvGraphicFramePr>
        <p:xfrm>
          <a:off x="650875" y="4419600"/>
          <a:ext cx="4795838" cy="382588"/>
        </p:xfrm>
        <a:graphic>
          <a:graphicData uri="http://schemas.openxmlformats.org/presentationml/2006/ole">
            <mc:AlternateContent xmlns:mc="http://schemas.openxmlformats.org/markup-compatibility/2006">
              <mc:Choice xmlns:v="urn:schemas-microsoft-com:vml" Requires="v">
                <p:oleObj name="Equation" r:id="rId2" imgW="2590800" imgH="203200" progId="Equation.3">
                  <p:embed/>
                </p:oleObj>
              </mc:Choice>
              <mc:Fallback>
                <p:oleObj name="Equation" r:id="rId2" imgW="2590800" imgH="203200" progId="Equation.3">
                  <p:embed/>
                  <p:pic>
                    <p:nvPicPr>
                      <p:cNvPr id="0" name="Object 1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0875" y="4419600"/>
                        <a:ext cx="4795838" cy="382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1220" name="Object 18">
            <a:extLst>
              <a:ext uri="{FF2B5EF4-FFF2-40B4-BE49-F238E27FC236}">
                <a16:creationId xmlns:a16="http://schemas.microsoft.com/office/drawing/2014/main" id="{AB938033-DE3D-B820-9A65-D83385B0B22F}"/>
              </a:ext>
            </a:extLst>
          </p:cNvPr>
          <p:cNvGraphicFramePr>
            <a:graphicFrameLocks noChangeAspect="1"/>
          </p:cNvGraphicFramePr>
          <p:nvPr/>
        </p:nvGraphicFramePr>
        <p:xfrm>
          <a:off x="685800" y="5181600"/>
          <a:ext cx="2590800" cy="461963"/>
        </p:xfrm>
        <a:graphic>
          <a:graphicData uri="http://schemas.openxmlformats.org/presentationml/2006/ole">
            <mc:AlternateContent xmlns:mc="http://schemas.openxmlformats.org/markup-compatibility/2006">
              <mc:Choice xmlns:v="urn:schemas-microsoft-com:vml" Requires="v">
                <p:oleObj name="Equation" r:id="rId4" imgW="1155700" imgH="203200" progId="Equation.3">
                  <p:embed/>
                </p:oleObj>
              </mc:Choice>
              <mc:Fallback>
                <p:oleObj name="Equation" r:id="rId4" imgW="1155700" imgH="203200" progId="Equation.3">
                  <p:embed/>
                  <p:pic>
                    <p:nvPicPr>
                      <p:cNvPr id="0" name="Object 1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5800" y="5181600"/>
                        <a:ext cx="25908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1222" name="Object 20">
            <a:extLst>
              <a:ext uri="{FF2B5EF4-FFF2-40B4-BE49-F238E27FC236}">
                <a16:creationId xmlns:a16="http://schemas.microsoft.com/office/drawing/2014/main" id="{A1638F92-DDD2-7C28-E93C-A922A52F6A46}"/>
              </a:ext>
            </a:extLst>
          </p:cNvPr>
          <p:cNvGraphicFramePr>
            <a:graphicFrameLocks noChangeAspect="1"/>
          </p:cNvGraphicFramePr>
          <p:nvPr/>
        </p:nvGraphicFramePr>
        <p:xfrm>
          <a:off x="3886200" y="5867400"/>
          <a:ext cx="3429000" cy="407988"/>
        </p:xfrm>
        <a:graphic>
          <a:graphicData uri="http://schemas.openxmlformats.org/presentationml/2006/ole">
            <mc:AlternateContent xmlns:mc="http://schemas.openxmlformats.org/markup-compatibility/2006">
              <mc:Choice xmlns:v="urn:schemas-microsoft-com:vml" Requires="v">
                <p:oleObj name="Equation" r:id="rId6" imgW="1739900" imgH="203200" progId="Equation.3">
                  <p:embed/>
                </p:oleObj>
              </mc:Choice>
              <mc:Fallback>
                <p:oleObj name="Equation" r:id="rId6" imgW="1739900" imgH="203200" progId="Equation.3">
                  <p:embed/>
                  <p:pic>
                    <p:nvPicPr>
                      <p:cNvPr id="0" name="Object 2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886200" y="5867400"/>
                        <a:ext cx="3429000" cy="407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1223" name="Object 22">
            <a:extLst>
              <a:ext uri="{FF2B5EF4-FFF2-40B4-BE49-F238E27FC236}">
                <a16:creationId xmlns:a16="http://schemas.microsoft.com/office/drawing/2014/main" id="{2A5FE840-407E-650F-3E2A-F73AC939B792}"/>
              </a:ext>
            </a:extLst>
          </p:cNvPr>
          <p:cNvGraphicFramePr>
            <a:graphicFrameLocks noChangeAspect="1"/>
          </p:cNvGraphicFramePr>
          <p:nvPr/>
        </p:nvGraphicFramePr>
        <p:xfrm>
          <a:off x="3429000" y="5181600"/>
          <a:ext cx="1905000" cy="381000"/>
        </p:xfrm>
        <a:graphic>
          <a:graphicData uri="http://schemas.openxmlformats.org/presentationml/2006/ole">
            <mc:AlternateContent xmlns:mc="http://schemas.openxmlformats.org/markup-compatibility/2006">
              <mc:Choice xmlns:v="urn:schemas-microsoft-com:vml" Requires="v">
                <p:oleObj name="Equation" r:id="rId8" imgW="977476" imgH="203112" progId="Equation.3">
                  <p:embed/>
                </p:oleObj>
              </mc:Choice>
              <mc:Fallback>
                <p:oleObj name="Equation" r:id="rId8" imgW="977476" imgH="203112" progId="Equation.3">
                  <p:embed/>
                  <p:pic>
                    <p:nvPicPr>
                      <p:cNvPr id="0" name="Object 2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429000" y="5181600"/>
                        <a:ext cx="1905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1224" name="Object 23">
            <a:extLst>
              <a:ext uri="{FF2B5EF4-FFF2-40B4-BE49-F238E27FC236}">
                <a16:creationId xmlns:a16="http://schemas.microsoft.com/office/drawing/2014/main" id="{DF5AAC1E-011D-2512-86A1-E989B825259B}"/>
              </a:ext>
            </a:extLst>
          </p:cNvPr>
          <p:cNvGraphicFramePr>
            <a:graphicFrameLocks noChangeAspect="1"/>
          </p:cNvGraphicFramePr>
          <p:nvPr/>
        </p:nvGraphicFramePr>
        <p:xfrm>
          <a:off x="5486400" y="5181600"/>
          <a:ext cx="3316288" cy="428625"/>
        </p:xfrm>
        <a:graphic>
          <a:graphicData uri="http://schemas.openxmlformats.org/presentationml/2006/ole">
            <mc:AlternateContent xmlns:mc="http://schemas.openxmlformats.org/markup-compatibility/2006">
              <mc:Choice xmlns:v="urn:schemas-microsoft-com:vml" Requires="v">
                <p:oleObj name="Equation" r:id="rId10" imgW="1701800" imgH="228600" progId="Equation.3">
                  <p:embed/>
                </p:oleObj>
              </mc:Choice>
              <mc:Fallback>
                <p:oleObj name="Equation" r:id="rId10" imgW="1701800" imgH="228600" progId="Equation.3">
                  <p:embed/>
                  <p:pic>
                    <p:nvPicPr>
                      <p:cNvPr id="0" name="Object 2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486400" y="5181600"/>
                        <a:ext cx="3316288"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1225" name="Object 24">
            <a:extLst>
              <a:ext uri="{FF2B5EF4-FFF2-40B4-BE49-F238E27FC236}">
                <a16:creationId xmlns:a16="http://schemas.microsoft.com/office/drawing/2014/main" id="{6CD76AAE-2495-EBEB-D87D-5371CE640FE4}"/>
              </a:ext>
            </a:extLst>
          </p:cNvPr>
          <p:cNvGraphicFramePr>
            <a:graphicFrameLocks noChangeAspect="1"/>
          </p:cNvGraphicFramePr>
          <p:nvPr/>
        </p:nvGraphicFramePr>
        <p:xfrm>
          <a:off x="1030288" y="5891213"/>
          <a:ext cx="2474912" cy="381000"/>
        </p:xfrm>
        <a:graphic>
          <a:graphicData uri="http://schemas.openxmlformats.org/presentationml/2006/ole">
            <mc:AlternateContent xmlns:mc="http://schemas.openxmlformats.org/markup-compatibility/2006">
              <mc:Choice xmlns:v="urn:schemas-microsoft-com:vml" Requires="v">
                <p:oleObj name="Equation" r:id="rId12" imgW="1269449" imgH="203112" progId="Equation.3">
                  <p:embed/>
                </p:oleObj>
              </mc:Choice>
              <mc:Fallback>
                <p:oleObj name="Equation" r:id="rId12" imgW="1269449" imgH="203112" progId="Equation.3">
                  <p:embed/>
                  <p:pic>
                    <p:nvPicPr>
                      <p:cNvPr id="0" name="Object 24"/>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030288" y="5891213"/>
                        <a:ext cx="2474912"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Number Placeholder 4">
            <a:extLst>
              <a:ext uri="{FF2B5EF4-FFF2-40B4-BE49-F238E27FC236}">
                <a16:creationId xmlns:a16="http://schemas.microsoft.com/office/drawing/2014/main" id="{D92BB76A-59FE-D445-F445-3779129811A9}"/>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E5D67405-127B-4C2B-836A-98608AA11DF6}" type="slidenum">
              <a:rPr lang="en-US" altLang="en-US" sz="1400" smtClean="0"/>
              <a:pPr>
                <a:spcBef>
                  <a:spcPct val="0"/>
                </a:spcBef>
                <a:buClrTx/>
                <a:buSzTx/>
                <a:buFontTx/>
                <a:buNone/>
              </a:pPr>
              <a:t>35</a:t>
            </a:fld>
            <a:endParaRPr lang="en-US" altLang="en-US" sz="1400"/>
          </a:p>
        </p:txBody>
      </p:sp>
      <p:sp>
        <p:nvSpPr>
          <p:cNvPr id="52227" name="Rectangle 2">
            <a:extLst>
              <a:ext uri="{FF2B5EF4-FFF2-40B4-BE49-F238E27FC236}">
                <a16:creationId xmlns:a16="http://schemas.microsoft.com/office/drawing/2014/main" id="{E8B8E960-F9D9-A577-BCF1-2B507FEEB9AE}"/>
              </a:ext>
            </a:extLst>
          </p:cNvPr>
          <p:cNvSpPr>
            <a:spLocks noGrp="1" noChangeArrowheads="1"/>
          </p:cNvSpPr>
          <p:nvPr>
            <p:ph type="title"/>
          </p:nvPr>
        </p:nvSpPr>
        <p:spPr>
          <a:xfrm>
            <a:off x="685800" y="228600"/>
            <a:ext cx="7772400" cy="685800"/>
          </a:xfrm>
        </p:spPr>
        <p:txBody>
          <a:bodyPr/>
          <a:lstStyle/>
          <a:p>
            <a:r>
              <a:rPr lang="en-US" altLang="en-US"/>
              <a:t>Bucket Sort and Radix Sort </a:t>
            </a:r>
          </a:p>
        </p:txBody>
      </p:sp>
      <p:sp>
        <p:nvSpPr>
          <p:cNvPr id="52228" name="Rectangle 3">
            <a:extLst>
              <a:ext uri="{FF2B5EF4-FFF2-40B4-BE49-F238E27FC236}">
                <a16:creationId xmlns:a16="http://schemas.microsoft.com/office/drawing/2014/main" id="{61483A16-EC10-FF00-D71B-6272DF3435BB}"/>
              </a:ext>
            </a:extLst>
          </p:cNvPr>
          <p:cNvSpPr>
            <a:spLocks noGrp="1" noChangeArrowheads="1"/>
          </p:cNvSpPr>
          <p:nvPr>
            <p:ph type="body" idx="1"/>
          </p:nvPr>
        </p:nvSpPr>
        <p:spPr>
          <a:xfrm>
            <a:off x="228600" y="1066800"/>
            <a:ext cx="8763000" cy="5105400"/>
          </a:xfrm>
        </p:spPr>
        <p:txBody>
          <a:bodyPr/>
          <a:lstStyle/>
          <a:p>
            <a:pPr marL="0" indent="0">
              <a:spcBef>
                <a:spcPct val="0"/>
              </a:spcBef>
              <a:buFont typeface="Monotype Sorts"/>
              <a:buNone/>
            </a:pPr>
            <a:r>
              <a:rPr lang="en-US" altLang="en-US" dirty="0"/>
              <a:t>All sort algorithms discussed so far are general sorting algorithms that work for any types of keys (e.g., integers, strings, and any comparable objects). These algorithms sort the elements by comparing their keys. The lower bound for general sorting algorithms is O(</a:t>
            </a:r>
            <a:r>
              <a:rPr lang="en-US" altLang="en-US" dirty="0" err="1"/>
              <a:t>nlogn</a:t>
            </a:r>
            <a:r>
              <a:rPr lang="en-US" altLang="en-US" dirty="0"/>
              <a:t>). So, no sorting algorithms based on comparisons can perform better than O(</a:t>
            </a:r>
            <a:r>
              <a:rPr lang="en-US" altLang="en-US" dirty="0" err="1"/>
              <a:t>nlogn</a:t>
            </a:r>
            <a:r>
              <a:rPr lang="en-US" altLang="en-US" dirty="0"/>
              <a:t>). However, if the keys are small integers, you can use bucket sort without having to compare the keys.</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lide Number Placeholder 4">
            <a:extLst>
              <a:ext uri="{FF2B5EF4-FFF2-40B4-BE49-F238E27FC236}">
                <a16:creationId xmlns:a16="http://schemas.microsoft.com/office/drawing/2014/main" id="{CC8BEAA8-9837-1462-7D82-15DB943655F1}"/>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EB04BE3E-08D9-49F6-B5AE-48CAFB9D8518}" type="slidenum">
              <a:rPr lang="en-US" altLang="en-US" sz="1400" smtClean="0"/>
              <a:pPr>
                <a:spcBef>
                  <a:spcPct val="0"/>
                </a:spcBef>
                <a:buClrTx/>
                <a:buSzTx/>
                <a:buFontTx/>
                <a:buNone/>
              </a:pPr>
              <a:t>36</a:t>
            </a:fld>
            <a:endParaRPr lang="en-US" altLang="en-US" sz="1400" dirty="0"/>
          </a:p>
        </p:txBody>
      </p:sp>
      <p:sp>
        <p:nvSpPr>
          <p:cNvPr id="53251" name="Rectangle 2">
            <a:extLst>
              <a:ext uri="{FF2B5EF4-FFF2-40B4-BE49-F238E27FC236}">
                <a16:creationId xmlns:a16="http://schemas.microsoft.com/office/drawing/2014/main" id="{AC3B7D29-5CA5-D529-5AF0-F909AB089310}"/>
              </a:ext>
            </a:extLst>
          </p:cNvPr>
          <p:cNvSpPr>
            <a:spLocks noGrp="1" noChangeArrowheads="1"/>
          </p:cNvSpPr>
          <p:nvPr>
            <p:ph type="title"/>
          </p:nvPr>
        </p:nvSpPr>
        <p:spPr>
          <a:xfrm>
            <a:off x="685800" y="228600"/>
            <a:ext cx="7772400" cy="685800"/>
          </a:xfrm>
        </p:spPr>
        <p:txBody>
          <a:bodyPr/>
          <a:lstStyle/>
          <a:p>
            <a:r>
              <a:rPr lang="en-US" altLang="en-US"/>
              <a:t>Bucket Sort</a:t>
            </a:r>
          </a:p>
        </p:txBody>
      </p:sp>
      <p:sp>
        <p:nvSpPr>
          <p:cNvPr id="53252" name="Rectangle 3">
            <a:extLst>
              <a:ext uri="{FF2B5EF4-FFF2-40B4-BE49-F238E27FC236}">
                <a16:creationId xmlns:a16="http://schemas.microsoft.com/office/drawing/2014/main" id="{53213D17-18EB-A09B-F3F5-D3EDE681DD01}"/>
              </a:ext>
            </a:extLst>
          </p:cNvPr>
          <p:cNvSpPr>
            <a:spLocks noGrp="1" noChangeArrowheads="1"/>
          </p:cNvSpPr>
          <p:nvPr>
            <p:ph type="body" idx="1"/>
          </p:nvPr>
        </p:nvSpPr>
        <p:spPr>
          <a:xfrm>
            <a:off x="228600" y="1066800"/>
            <a:ext cx="8763000" cy="2894806"/>
          </a:xfrm>
        </p:spPr>
        <p:txBody>
          <a:bodyPr/>
          <a:lstStyle/>
          <a:p>
            <a:pPr marL="0" indent="0">
              <a:lnSpc>
                <a:spcPct val="90000"/>
              </a:lnSpc>
              <a:spcBef>
                <a:spcPct val="0"/>
              </a:spcBef>
              <a:buFont typeface="Monotype Sorts"/>
              <a:buNone/>
            </a:pPr>
            <a:r>
              <a:rPr lang="en-US" altLang="en-US" dirty="0"/>
              <a:t>The bucket sort algorithm works as follows. Assume the keys are in the range from </a:t>
            </a:r>
            <a:r>
              <a:rPr lang="en-US" altLang="en-US" u="sng" dirty="0"/>
              <a:t>0</a:t>
            </a:r>
            <a:r>
              <a:rPr lang="en-US" altLang="en-US" dirty="0"/>
              <a:t> to </a:t>
            </a:r>
            <a:r>
              <a:rPr lang="en-US" altLang="en-US" u="sng" dirty="0"/>
              <a:t>N-1</a:t>
            </a:r>
            <a:r>
              <a:rPr lang="en-US" altLang="en-US" dirty="0"/>
              <a:t>. We need </a:t>
            </a:r>
            <a:r>
              <a:rPr lang="en-US" altLang="en-US" u="sng" dirty="0"/>
              <a:t>N</a:t>
            </a:r>
            <a:r>
              <a:rPr lang="en-US" altLang="en-US" dirty="0"/>
              <a:t> buckets labeled </a:t>
            </a:r>
            <a:r>
              <a:rPr lang="en-US" altLang="en-US" u="sng" dirty="0"/>
              <a:t>0</a:t>
            </a:r>
            <a:r>
              <a:rPr lang="en-US" altLang="en-US" dirty="0"/>
              <a:t>, </a:t>
            </a:r>
            <a:r>
              <a:rPr lang="en-US" altLang="en-US" u="sng" dirty="0"/>
              <a:t>1</a:t>
            </a:r>
            <a:r>
              <a:rPr lang="en-US" altLang="en-US" dirty="0"/>
              <a:t>, ..., and </a:t>
            </a:r>
            <a:r>
              <a:rPr lang="en-US" altLang="en-US" u="sng" dirty="0"/>
              <a:t>N-1</a:t>
            </a:r>
            <a:r>
              <a:rPr lang="en-US" altLang="en-US" dirty="0"/>
              <a:t>. If an element’s key is </a:t>
            </a:r>
            <a:r>
              <a:rPr lang="en-US" altLang="en-US" u="sng" dirty="0" err="1"/>
              <a:t>i</a:t>
            </a:r>
            <a:r>
              <a:rPr lang="en-US" altLang="en-US" dirty="0"/>
              <a:t>, the element is put into the bucket </a:t>
            </a:r>
            <a:r>
              <a:rPr lang="en-US" altLang="en-US" u="sng" dirty="0" err="1"/>
              <a:t>i</a:t>
            </a:r>
            <a:r>
              <a:rPr lang="en-US" altLang="en-US" dirty="0"/>
              <a:t>. Each bucket holds the elements with the same key value. You can use an </a:t>
            </a:r>
            <a:r>
              <a:rPr lang="en-US" altLang="en-US" u="sng" dirty="0"/>
              <a:t>ArrayList</a:t>
            </a:r>
            <a:r>
              <a:rPr lang="en-US" altLang="en-US" dirty="0"/>
              <a:t> to implement a bucket.</a:t>
            </a:r>
          </a:p>
        </p:txBody>
      </p:sp>
      <p:pic>
        <p:nvPicPr>
          <p:cNvPr id="53262" name="Picture 18">
            <a:extLst>
              <a:ext uri="{FF2B5EF4-FFF2-40B4-BE49-F238E27FC236}">
                <a16:creationId xmlns:a16="http://schemas.microsoft.com/office/drawing/2014/main" id="{28BE9CB3-DABE-3F9F-A1C9-37A44C10A5E9}"/>
              </a:ext>
              <a:ext uri="{C183D7F6-B498-43B3-948B-1728B52AA6E4}">
                <adec:decorative xmlns:adec="http://schemas.microsoft.com/office/drawing/2017/decorative" val="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3961606"/>
            <a:ext cx="8782050" cy="1371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Number Placeholder 4">
            <a:extLst>
              <a:ext uri="{FF2B5EF4-FFF2-40B4-BE49-F238E27FC236}">
                <a16:creationId xmlns:a16="http://schemas.microsoft.com/office/drawing/2014/main" id="{E8D1154F-898E-497C-8C7B-B464192A81FD}"/>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98091F8A-4D46-41AA-9A04-FF2BA93758DA}" type="slidenum">
              <a:rPr lang="en-US" altLang="en-US" sz="1400" smtClean="0"/>
              <a:pPr>
                <a:spcBef>
                  <a:spcPct val="0"/>
                </a:spcBef>
                <a:buClrTx/>
                <a:buSzTx/>
                <a:buFontTx/>
                <a:buNone/>
              </a:pPr>
              <a:t>37</a:t>
            </a:fld>
            <a:endParaRPr lang="en-US" altLang="en-US" sz="1400"/>
          </a:p>
        </p:txBody>
      </p:sp>
      <p:sp>
        <p:nvSpPr>
          <p:cNvPr id="54275" name="Rectangle 2">
            <a:extLst>
              <a:ext uri="{FF2B5EF4-FFF2-40B4-BE49-F238E27FC236}">
                <a16:creationId xmlns:a16="http://schemas.microsoft.com/office/drawing/2014/main" id="{E4753C6D-9BFA-BB23-EA47-3B2AE6F2D080}"/>
              </a:ext>
            </a:extLst>
          </p:cNvPr>
          <p:cNvSpPr>
            <a:spLocks noGrp="1" noChangeArrowheads="1"/>
          </p:cNvSpPr>
          <p:nvPr>
            <p:ph type="title"/>
          </p:nvPr>
        </p:nvSpPr>
        <p:spPr>
          <a:xfrm>
            <a:off x="685800" y="228600"/>
            <a:ext cx="7772400" cy="685800"/>
          </a:xfrm>
        </p:spPr>
        <p:txBody>
          <a:bodyPr/>
          <a:lstStyle/>
          <a:p>
            <a:r>
              <a:rPr lang="en-US" altLang="en-US"/>
              <a:t>Radix Sort</a:t>
            </a:r>
          </a:p>
        </p:txBody>
      </p:sp>
      <p:sp>
        <p:nvSpPr>
          <p:cNvPr id="407555" name="Rectangle 3">
            <a:extLst>
              <a:ext uri="{FF2B5EF4-FFF2-40B4-BE49-F238E27FC236}">
                <a16:creationId xmlns:a16="http://schemas.microsoft.com/office/drawing/2014/main" id="{6100A7B2-3459-72D1-6CF3-1927567A336E}"/>
              </a:ext>
            </a:extLst>
          </p:cNvPr>
          <p:cNvSpPr>
            <a:spLocks noGrp="1" noChangeArrowheads="1"/>
          </p:cNvSpPr>
          <p:nvPr>
            <p:ph type="body" idx="1"/>
          </p:nvPr>
        </p:nvSpPr>
        <p:spPr>
          <a:xfrm>
            <a:off x="381000" y="914400"/>
            <a:ext cx="8763000" cy="609600"/>
          </a:xfrm>
        </p:spPr>
        <p:txBody>
          <a:bodyPr/>
          <a:lstStyle/>
          <a:p>
            <a:pPr marL="0" indent="0">
              <a:spcBef>
                <a:spcPct val="0"/>
              </a:spcBef>
              <a:buFont typeface="Monotype Sorts"/>
              <a:buNone/>
            </a:pPr>
            <a:r>
              <a:rPr lang="en-US" altLang="en-US"/>
              <a:t>Sort 331, 454, 230, 34, 343, 45, 59, 453, 345, 231, 9</a:t>
            </a:r>
          </a:p>
        </p:txBody>
      </p:sp>
      <p:sp>
        <p:nvSpPr>
          <p:cNvPr id="407571" name="Rectangle 19">
            <a:extLst>
              <a:ext uri="{FF2B5EF4-FFF2-40B4-BE49-F238E27FC236}">
                <a16:creationId xmlns:a16="http://schemas.microsoft.com/office/drawing/2014/main" id="{2D4806D3-C186-D5FA-9FE4-27E1805C4324}"/>
              </a:ext>
            </a:extLst>
          </p:cNvPr>
          <p:cNvSpPr>
            <a:spLocks noChangeArrowheads="1"/>
          </p:cNvSpPr>
          <p:nvPr/>
        </p:nvSpPr>
        <p:spPr bwMode="auto">
          <a:xfrm>
            <a:off x="388938" y="2595563"/>
            <a:ext cx="87630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Font typeface="Monotype Sorts"/>
              <a:buNone/>
            </a:pPr>
            <a:r>
              <a:rPr lang="en-US" altLang="en-US"/>
              <a:t>230, 331, 231, 343, 453, 454, 34, 45, 345, 59, 9</a:t>
            </a:r>
          </a:p>
        </p:txBody>
      </p:sp>
      <p:sp>
        <p:nvSpPr>
          <p:cNvPr id="407583" name="Rectangle 31">
            <a:extLst>
              <a:ext uri="{FF2B5EF4-FFF2-40B4-BE49-F238E27FC236}">
                <a16:creationId xmlns:a16="http://schemas.microsoft.com/office/drawing/2014/main" id="{11A03A48-BA0E-0882-AE2C-7AA9B5AC7B39}"/>
              </a:ext>
            </a:extLst>
          </p:cNvPr>
          <p:cNvSpPr>
            <a:spLocks noChangeArrowheads="1"/>
          </p:cNvSpPr>
          <p:nvPr/>
        </p:nvSpPr>
        <p:spPr bwMode="auto">
          <a:xfrm>
            <a:off x="381000" y="4343400"/>
            <a:ext cx="8763000"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Font typeface="Monotype Sorts"/>
              <a:buNone/>
            </a:pPr>
            <a:r>
              <a:rPr lang="en-US" altLang="en-US"/>
              <a:t>9, 230, 331, 231, 34, 343, 45, 345, 453, 454, 59</a:t>
            </a:r>
          </a:p>
        </p:txBody>
      </p:sp>
      <p:sp>
        <p:nvSpPr>
          <p:cNvPr id="407598" name="Rectangle 46">
            <a:extLst>
              <a:ext uri="{FF2B5EF4-FFF2-40B4-BE49-F238E27FC236}">
                <a16:creationId xmlns:a16="http://schemas.microsoft.com/office/drawing/2014/main" id="{696E5A03-95C8-E02D-7920-65CC3C32DDDB}"/>
              </a:ext>
            </a:extLst>
          </p:cNvPr>
          <p:cNvSpPr>
            <a:spLocks noChangeArrowheads="1"/>
          </p:cNvSpPr>
          <p:nvPr/>
        </p:nvSpPr>
        <p:spPr bwMode="auto">
          <a:xfrm>
            <a:off x="381000" y="5943600"/>
            <a:ext cx="8763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Font typeface="Monotype Sorts"/>
              <a:buNone/>
            </a:pPr>
            <a:r>
              <a:rPr lang="en-US" altLang="en-US"/>
              <a:t>9, 34, 45, 59, 230, 231, 331, 343, 345, 453, 454</a:t>
            </a:r>
          </a:p>
        </p:txBody>
      </p:sp>
      <p:pic>
        <p:nvPicPr>
          <p:cNvPr id="54287" name="Picture 48">
            <a:extLst>
              <a:ext uri="{FF2B5EF4-FFF2-40B4-BE49-F238E27FC236}">
                <a16:creationId xmlns:a16="http://schemas.microsoft.com/office/drawing/2014/main" id="{28E50D2D-FE6F-E5C7-FCEA-6DC925B18006}"/>
              </a:ext>
              <a:ext uri="{C183D7F6-B498-43B3-948B-1728B52AA6E4}">
                <adec:decorative xmlns:adec="http://schemas.microsoft.com/office/drawing/2017/decorative" val="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1473200"/>
            <a:ext cx="8229600" cy="9667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pic>
        <p:nvPicPr>
          <p:cNvPr id="54288" name="Picture 69">
            <a:extLst>
              <a:ext uri="{FF2B5EF4-FFF2-40B4-BE49-F238E27FC236}">
                <a16:creationId xmlns:a16="http://schemas.microsoft.com/office/drawing/2014/main" id="{5DBAC160-FDC6-8F35-B032-9678D34405B9}"/>
              </a:ext>
              <a:ext uri="{C183D7F6-B498-43B3-948B-1728B52AA6E4}">
                <adec:decorative xmlns:adec="http://schemas.microsoft.com/office/drawing/2017/decorative" val="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1500" y="3124200"/>
            <a:ext cx="8001000" cy="13382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pic>
        <p:nvPicPr>
          <p:cNvPr id="54289" name="Picture 70">
            <a:extLst>
              <a:ext uri="{FF2B5EF4-FFF2-40B4-BE49-F238E27FC236}">
                <a16:creationId xmlns:a16="http://schemas.microsoft.com/office/drawing/2014/main" id="{73346F48-84CE-E095-06BD-0D3536804E69}"/>
              </a:ext>
              <a:ext uri="{C183D7F6-B498-43B3-948B-1728B52AA6E4}">
                <adec:decorative xmlns:adec="http://schemas.microsoft.com/office/drawing/2017/decorative" val="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 y="4876800"/>
            <a:ext cx="7905750" cy="1219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07555">
                                            <p:txEl>
                                              <p:pRg st="0" end="0"/>
                                            </p:txEl>
                                          </p:spTgt>
                                        </p:tgtEl>
                                        <p:attrNameLst>
                                          <p:attrName>style.visibility</p:attrName>
                                        </p:attrNameLst>
                                      </p:cBhvr>
                                      <p:to>
                                        <p:strVal val="visible"/>
                                      </p:to>
                                    </p:set>
                                    <p:anim calcmode="lin" valueType="num">
                                      <p:cBhvr additive="base">
                                        <p:cTn id="7" dur="500" fill="hold"/>
                                        <p:tgtEl>
                                          <p:spTgt spid="40755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0755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07571"/>
                                        </p:tgtEl>
                                        <p:attrNameLst>
                                          <p:attrName>style.visibility</p:attrName>
                                        </p:attrNameLst>
                                      </p:cBhvr>
                                      <p:to>
                                        <p:strVal val="visible"/>
                                      </p:to>
                                    </p:set>
                                    <p:anim calcmode="lin" valueType="num">
                                      <p:cBhvr additive="base">
                                        <p:cTn id="13" dur="500" fill="hold"/>
                                        <p:tgtEl>
                                          <p:spTgt spid="407571"/>
                                        </p:tgtEl>
                                        <p:attrNameLst>
                                          <p:attrName>ppt_x</p:attrName>
                                        </p:attrNameLst>
                                      </p:cBhvr>
                                      <p:tavLst>
                                        <p:tav tm="0">
                                          <p:val>
                                            <p:strVal val="#ppt_x"/>
                                          </p:val>
                                        </p:tav>
                                        <p:tav tm="100000">
                                          <p:val>
                                            <p:strVal val="#ppt_x"/>
                                          </p:val>
                                        </p:tav>
                                      </p:tavLst>
                                    </p:anim>
                                    <p:anim calcmode="lin" valueType="num">
                                      <p:cBhvr additive="base">
                                        <p:cTn id="14" dur="500" fill="hold"/>
                                        <p:tgtEl>
                                          <p:spTgt spid="407571"/>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07583"/>
                                        </p:tgtEl>
                                        <p:attrNameLst>
                                          <p:attrName>style.visibility</p:attrName>
                                        </p:attrNameLst>
                                      </p:cBhvr>
                                      <p:to>
                                        <p:strVal val="visible"/>
                                      </p:to>
                                    </p:set>
                                    <p:anim calcmode="lin" valueType="num">
                                      <p:cBhvr additive="base">
                                        <p:cTn id="19" dur="500" fill="hold"/>
                                        <p:tgtEl>
                                          <p:spTgt spid="407583"/>
                                        </p:tgtEl>
                                        <p:attrNameLst>
                                          <p:attrName>ppt_x</p:attrName>
                                        </p:attrNameLst>
                                      </p:cBhvr>
                                      <p:tavLst>
                                        <p:tav tm="0">
                                          <p:val>
                                            <p:strVal val="#ppt_x"/>
                                          </p:val>
                                        </p:tav>
                                        <p:tav tm="100000">
                                          <p:val>
                                            <p:strVal val="#ppt_x"/>
                                          </p:val>
                                        </p:tav>
                                      </p:tavLst>
                                    </p:anim>
                                    <p:anim calcmode="lin" valueType="num">
                                      <p:cBhvr additive="base">
                                        <p:cTn id="20" dur="500" fill="hold"/>
                                        <p:tgtEl>
                                          <p:spTgt spid="407583"/>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07598"/>
                                        </p:tgtEl>
                                        <p:attrNameLst>
                                          <p:attrName>style.visibility</p:attrName>
                                        </p:attrNameLst>
                                      </p:cBhvr>
                                      <p:to>
                                        <p:strVal val="visible"/>
                                      </p:to>
                                    </p:set>
                                    <p:anim calcmode="lin" valueType="num">
                                      <p:cBhvr additive="base">
                                        <p:cTn id="25" dur="500" fill="hold"/>
                                        <p:tgtEl>
                                          <p:spTgt spid="407598"/>
                                        </p:tgtEl>
                                        <p:attrNameLst>
                                          <p:attrName>ppt_x</p:attrName>
                                        </p:attrNameLst>
                                      </p:cBhvr>
                                      <p:tavLst>
                                        <p:tav tm="0">
                                          <p:val>
                                            <p:strVal val="#ppt_x"/>
                                          </p:val>
                                        </p:tav>
                                        <p:tav tm="100000">
                                          <p:val>
                                            <p:strVal val="#ppt_x"/>
                                          </p:val>
                                        </p:tav>
                                      </p:tavLst>
                                    </p:anim>
                                    <p:anim calcmode="lin" valueType="num">
                                      <p:cBhvr additive="base">
                                        <p:cTn id="26" dur="500" fill="hold"/>
                                        <p:tgtEl>
                                          <p:spTgt spid="40759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7555" grpId="0" build="p"/>
      <p:bldP spid="407571" grpId="0"/>
      <p:bldP spid="407583" grpId="0"/>
      <p:bldP spid="407598"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Number Placeholder 4">
            <a:extLst>
              <a:ext uri="{FF2B5EF4-FFF2-40B4-BE49-F238E27FC236}">
                <a16:creationId xmlns:a16="http://schemas.microsoft.com/office/drawing/2014/main" id="{7D242926-05E6-367E-62E8-5271ADDD4903}"/>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D7C5BBB9-82AE-4127-ACE7-87FA6AE6D9C6}" type="slidenum">
              <a:rPr lang="en-US" altLang="en-US" sz="1400" smtClean="0"/>
              <a:pPr>
                <a:spcBef>
                  <a:spcPct val="0"/>
                </a:spcBef>
                <a:buClrTx/>
                <a:buSzTx/>
                <a:buFontTx/>
                <a:buNone/>
              </a:pPr>
              <a:t>38</a:t>
            </a:fld>
            <a:endParaRPr lang="en-US" altLang="en-US" sz="1400"/>
          </a:p>
        </p:txBody>
      </p:sp>
      <p:sp>
        <p:nvSpPr>
          <p:cNvPr id="55299" name="Rectangle 2">
            <a:extLst>
              <a:ext uri="{FF2B5EF4-FFF2-40B4-BE49-F238E27FC236}">
                <a16:creationId xmlns:a16="http://schemas.microsoft.com/office/drawing/2014/main" id="{C7C86C18-E3F1-4084-8591-3804313B5FBF}"/>
              </a:ext>
            </a:extLst>
          </p:cNvPr>
          <p:cNvSpPr>
            <a:spLocks noGrp="1" noChangeArrowheads="1"/>
          </p:cNvSpPr>
          <p:nvPr>
            <p:ph type="title"/>
          </p:nvPr>
        </p:nvSpPr>
        <p:spPr>
          <a:xfrm>
            <a:off x="0" y="152400"/>
            <a:ext cx="8839200" cy="533400"/>
          </a:xfrm>
        </p:spPr>
        <p:txBody>
          <a:bodyPr/>
          <a:lstStyle/>
          <a:p>
            <a:r>
              <a:rPr lang="en-US" altLang="en-US" sz="3600"/>
              <a:t>Radix Sort Animation</a:t>
            </a:r>
          </a:p>
        </p:txBody>
      </p:sp>
      <p:sp>
        <p:nvSpPr>
          <p:cNvPr id="55311" name="Rounded Rectangle 1">
            <a:hlinkClick r:id="rId2"/>
            <a:extLst>
              <a:ext uri="{FF2B5EF4-FFF2-40B4-BE49-F238E27FC236}">
                <a16:creationId xmlns:a16="http://schemas.microsoft.com/office/drawing/2014/main" id="{F5FFE917-3B26-B3E9-4329-36ACA3BBC536}"/>
              </a:ext>
            </a:extLst>
          </p:cNvPr>
          <p:cNvSpPr>
            <a:spLocks noChangeArrowheads="1"/>
          </p:cNvSpPr>
          <p:nvPr/>
        </p:nvSpPr>
        <p:spPr bwMode="auto">
          <a:xfrm>
            <a:off x="225425" y="685800"/>
            <a:ext cx="8458200" cy="1047750"/>
          </a:xfrm>
          <a:prstGeom prst="roundRect">
            <a:avLst>
              <a:gd name="adj" fmla="val 1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round/>
                <a:headEnd type="none" w="sm" len="sm"/>
                <a:tailEnd type="none" w="sm" len="sm"/>
              </a14:hiddenLine>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 typeface="Monotype Sorts"/>
              <a:buNone/>
            </a:pPr>
            <a:r>
              <a:rPr lang="en-US" altLang="en-US" u="sng">
                <a:solidFill>
                  <a:srgbClr val="424242"/>
                </a:solidFill>
              </a:rPr>
              <a:t>http://www.cs.armstrong.edu/liang/animation/animation.html</a:t>
            </a:r>
          </a:p>
        </p:txBody>
      </p:sp>
      <p:pic>
        <p:nvPicPr>
          <p:cNvPr id="55312" name="Picture 16">
            <a:extLst>
              <a:ext uri="{FF2B5EF4-FFF2-40B4-BE49-F238E27FC236}">
                <a16:creationId xmlns:a16="http://schemas.microsoft.com/office/drawing/2014/main" id="{564D3827-EA9D-BE67-96FD-0C64CB384B7F}"/>
              </a:ext>
              <a:ext uri="{C183D7F6-B498-43B3-948B-1728B52AA6E4}">
                <adec:decorative xmlns:adec="http://schemas.microsoft.com/office/drawing/2017/decorative" val="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600" y="1873250"/>
            <a:ext cx="7239000" cy="46053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Lst>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lide Number Placeholder 4">
            <a:extLst>
              <a:ext uri="{FF2B5EF4-FFF2-40B4-BE49-F238E27FC236}">
                <a16:creationId xmlns:a16="http://schemas.microsoft.com/office/drawing/2014/main" id="{3A404369-6D73-8ADA-26E8-351F4D6A9D18}"/>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22AD14D0-7EEC-48A0-B087-1F61D940A2A6}" type="slidenum">
              <a:rPr lang="en-US" altLang="en-US" sz="1400" smtClean="0"/>
              <a:pPr>
                <a:spcBef>
                  <a:spcPct val="0"/>
                </a:spcBef>
                <a:buClrTx/>
                <a:buSzTx/>
                <a:buFontTx/>
                <a:buNone/>
              </a:pPr>
              <a:t>39</a:t>
            </a:fld>
            <a:endParaRPr lang="en-US" altLang="en-US" sz="1400"/>
          </a:p>
        </p:txBody>
      </p:sp>
      <p:sp>
        <p:nvSpPr>
          <p:cNvPr id="56323" name="Rectangle 2">
            <a:extLst>
              <a:ext uri="{FF2B5EF4-FFF2-40B4-BE49-F238E27FC236}">
                <a16:creationId xmlns:a16="http://schemas.microsoft.com/office/drawing/2014/main" id="{F9DCB432-8126-6EF2-A0BA-99C928416CF3}"/>
              </a:ext>
            </a:extLst>
          </p:cNvPr>
          <p:cNvSpPr>
            <a:spLocks noGrp="1" noChangeArrowheads="1"/>
          </p:cNvSpPr>
          <p:nvPr>
            <p:ph type="title"/>
          </p:nvPr>
        </p:nvSpPr>
        <p:spPr>
          <a:xfrm>
            <a:off x="685800" y="228600"/>
            <a:ext cx="7772400" cy="685800"/>
          </a:xfrm>
        </p:spPr>
        <p:txBody>
          <a:bodyPr/>
          <a:lstStyle/>
          <a:p>
            <a:r>
              <a:rPr lang="en-US" altLang="en-US"/>
              <a:t>External Sort</a:t>
            </a:r>
          </a:p>
        </p:txBody>
      </p:sp>
      <p:sp>
        <p:nvSpPr>
          <p:cNvPr id="56324" name="Rectangle 3">
            <a:extLst>
              <a:ext uri="{FF2B5EF4-FFF2-40B4-BE49-F238E27FC236}">
                <a16:creationId xmlns:a16="http://schemas.microsoft.com/office/drawing/2014/main" id="{58EADC22-C154-53F7-4208-9A1EF5A309F0}"/>
              </a:ext>
            </a:extLst>
          </p:cNvPr>
          <p:cNvSpPr>
            <a:spLocks noGrp="1" noChangeArrowheads="1"/>
          </p:cNvSpPr>
          <p:nvPr>
            <p:ph type="body" idx="1"/>
          </p:nvPr>
        </p:nvSpPr>
        <p:spPr>
          <a:xfrm>
            <a:off x="228600" y="1066800"/>
            <a:ext cx="8686800" cy="2819400"/>
          </a:xfrm>
        </p:spPr>
        <p:txBody>
          <a:bodyPr/>
          <a:lstStyle/>
          <a:p>
            <a:pPr marL="0" indent="0">
              <a:spcBef>
                <a:spcPct val="0"/>
              </a:spcBef>
              <a:buFont typeface="Monotype Sorts"/>
              <a:buNone/>
            </a:pPr>
            <a:r>
              <a:rPr lang="en-US" altLang="en-US" sz="2800"/>
              <a:t>All the sort algorithms discussed in the preceding sections assume that all data to be sorted is available at one time in internal memory such as an array. To sort data stored in an external file, you may first bring data to the memory, then sort it internally. However, if the file is too large, all data in the file cannot be brought to memory at one time. </a:t>
            </a:r>
          </a:p>
        </p:txBody>
      </p:sp>
      <p:graphicFrame>
        <p:nvGraphicFramePr>
          <p:cNvPr id="56331" name="Object 10">
            <a:extLst>
              <a:ext uri="{FF2B5EF4-FFF2-40B4-BE49-F238E27FC236}">
                <a16:creationId xmlns:a16="http://schemas.microsoft.com/office/drawing/2014/main" id="{7D824713-DEB4-6ACD-379B-A6BAA35C26BB}"/>
              </a:ext>
            </a:extLst>
          </p:cNvPr>
          <p:cNvGraphicFramePr>
            <a:graphicFrameLocks noChangeAspect="1"/>
          </p:cNvGraphicFramePr>
          <p:nvPr/>
        </p:nvGraphicFramePr>
        <p:xfrm>
          <a:off x="0" y="3810000"/>
          <a:ext cx="7239000" cy="2424113"/>
        </p:xfrm>
        <a:graphic>
          <a:graphicData uri="http://schemas.openxmlformats.org/presentationml/2006/ole">
            <mc:AlternateContent xmlns:mc="http://schemas.openxmlformats.org/markup-compatibility/2006">
              <mc:Choice xmlns:v="urn:schemas-microsoft-com:vml" Requires="v">
                <p:oleObj name="Picture" r:id="rId2" imgW="5170884" imgH="1724337" progId="Word.Picture.8">
                  <p:embed/>
                </p:oleObj>
              </mc:Choice>
              <mc:Fallback>
                <p:oleObj name="Picture" r:id="rId2" imgW="5170884" imgH="1724337" progId="Word.Picture.8">
                  <p:embed/>
                  <p:pic>
                    <p:nvPicPr>
                      <p:cNvPr id="0" name="Object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3810000"/>
                        <a:ext cx="7239000" cy="2424113"/>
                      </a:xfrm>
                      <a:prstGeom prst="rect">
                        <a:avLst/>
                      </a:prstGeom>
                      <a:noFill/>
                      <a:ln>
                        <a:noFill/>
                      </a:ln>
                      <a:extLst>
                        <a:ext uri="{909E8E84-426E-40DD-AFC4-6F175D3DCCD1}">
                          <a14:hiddenFill xmlns:a14="http://schemas.microsoft.com/office/drawing/2010/main">
                            <a:solidFill>
                              <a:srgbClr val="0000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71724" name="AutoShape 12">
            <a:hlinkClick r:id="" action="ppaction://noaction" highlightClick="1"/>
            <a:extLst>
              <a:ext uri="{FF2B5EF4-FFF2-40B4-BE49-F238E27FC236}">
                <a16:creationId xmlns:a16="http://schemas.microsoft.com/office/drawing/2014/main" id="{F7692B86-D45F-AA5E-C253-9BEE2BFBF6C4}"/>
              </a:ext>
            </a:extLst>
          </p:cNvPr>
          <p:cNvSpPr>
            <a:spLocks noChangeArrowheads="1"/>
          </p:cNvSpPr>
          <p:nvPr/>
        </p:nvSpPr>
        <p:spPr bwMode="auto">
          <a:xfrm>
            <a:off x="7239000" y="5105400"/>
            <a:ext cx="1828800" cy="533400"/>
          </a:xfrm>
          <a:prstGeom prst="actionButtonBlank">
            <a:avLst/>
          </a:prstGeom>
          <a:solidFill>
            <a:srgbClr val="00B050"/>
          </a:solidFill>
          <a:ln>
            <a:noFill/>
          </a:ln>
          <a:effectLst>
            <a:prstShdw prst="shdw17" dist="17961" dir="2700000">
              <a:schemeClr val="tx1">
                <a:gamma/>
                <a:shade val="60000"/>
                <a:invGamma/>
              </a:schemeClr>
            </a:prstShdw>
          </a:effectLst>
        </p:spPr>
        <p:txBody>
          <a:bodyPr wrap="none" anchor="ctr"/>
          <a:lstStyle/>
          <a:p>
            <a:pPr algn="ctr">
              <a:defRPr/>
            </a:pPr>
            <a:r>
              <a:rPr lang="en-US">
                <a:latin typeface="Book Antiqua" pitchFamily="18" charset="0"/>
                <a:hlinkClick r:id="rId4" action="ppaction://program">
                  <a:extLst>
                    <a:ext uri="{A12FA001-AC4F-418D-AE19-62706E023703}">
                      <ahyp:hlinkClr xmlns:ahyp="http://schemas.microsoft.com/office/drawing/2018/hyperlinkcolor" val="tx"/>
                    </a:ext>
                  </a:extLst>
                </a:hlinkClick>
              </a:rPr>
              <a:t>SortLargeFile</a:t>
            </a:r>
            <a:endParaRPr lang="en-US"/>
          </a:p>
        </p:txBody>
      </p:sp>
      <p:sp>
        <p:nvSpPr>
          <p:cNvPr id="56333" name="AutoShape 13">
            <a:hlinkClick r:id="rId5" action="ppaction://program" highlightClick="1"/>
            <a:extLst>
              <a:ext uri="{FF2B5EF4-FFF2-40B4-BE49-F238E27FC236}">
                <a16:creationId xmlns:a16="http://schemas.microsoft.com/office/drawing/2014/main" id="{EEC8A76B-CE28-206E-A3DD-7422894ED29D}"/>
              </a:ext>
            </a:extLst>
          </p:cNvPr>
          <p:cNvSpPr>
            <a:spLocks noChangeArrowheads="1"/>
          </p:cNvSpPr>
          <p:nvPr/>
        </p:nvSpPr>
        <p:spPr bwMode="auto">
          <a:xfrm>
            <a:off x="7315200" y="5867400"/>
            <a:ext cx="1676400" cy="457200"/>
          </a:xfrm>
          <a:prstGeom prst="actionButtonBlank">
            <a:avLst/>
          </a:prstGeom>
          <a:solidFill>
            <a:srgbClr val="38A1BA"/>
          </a:solidFill>
          <a:ln>
            <a:noFill/>
          </a:ln>
          <a:effectLst>
            <a:prstShdw prst="shdw17" dist="17961" dir="2700000">
              <a:srgbClr val="226170"/>
            </a:prstShdw>
          </a:effectLst>
          <a:extLst>
            <a:ext uri="{91240B29-F687-4F45-9708-019B960494DF}">
              <a14:hiddenLine xmlns:a14="http://schemas.microsoft.com/office/drawing/2010/main" w="19050">
                <a:solidFill>
                  <a:schemeClr val="tx1"/>
                </a:solidFill>
                <a:miter lim="800000"/>
                <a:headEnd type="none" w="sm" len="sm"/>
                <a:tailEnd type="none" w="sm" len="sm"/>
              </a14:hiddenLine>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400">
                <a:latin typeface="Book Antiqua" panose="02040602050305030304" pitchFamily="18" charset="0"/>
              </a:rPr>
              <a:t>Run</a:t>
            </a:r>
            <a:endParaRPr lang="en-US" altLang="en-US" sz="2400"/>
          </a:p>
        </p:txBody>
      </p:sp>
      <p:sp>
        <p:nvSpPr>
          <p:cNvPr id="371726" name="AutoShape 14">
            <a:hlinkClick r:id="" action="ppaction://noaction" highlightClick="1"/>
            <a:extLst>
              <a:ext uri="{FF2B5EF4-FFF2-40B4-BE49-F238E27FC236}">
                <a16:creationId xmlns:a16="http://schemas.microsoft.com/office/drawing/2014/main" id="{34A0A0EA-1B6B-2F56-D354-9E5AA09CBC92}"/>
              </a:ext>
            </a:extLst>
          </p:cNvPr>
          <p:cNvSpPr>
            <a:spLocks noChangeArrowheads="1"/>
          </p:cNvSpPr>
          <p:nvPr/>
        </p:nvSpPr>
        <p:spPr bwMode="auto">
          <a:xfrm>
            <a:off x="6400800" y="3657600"/>
            <a:ext cx="2514600" cy="533400"/>
          </a:xfrm>
          <a:prstGeom prst="actionButtonBlank">
            <a:avLst/>
          </a:prstGeom>
          <a:solidFill>
            <a:srgbClr val="00B050"/>
          </a:solidFill>
          <a:ln>
            <a:noFill/>
          </a:ln>
          <a:effectLst>
            <a:prstShdw prst="shdw17" dist="17961" dir="2700000">
              <a:schemeClr val="tx1">
                <a:gamma/>
                <a:shade val="60000"/>
                <a:invGamma/>
              </a:schemeClr>
            </a:prstShdw>
          </a:effectLst>
        </p:spPr>
        <p:txBody>
          <a:bodyPr wrap="none" anchor="ctr"/>
          <a:lstStyle/>
          <a:p>
            <a:pPr algn="ctr">
              <a:defRPr/>
            </a:pPr>
            <a:r>
              <a:rPr lang="en-US" dirty="0" err="1">
                <a:latin typeface="Book Antiqua" pitchFamily="18" charset="0"/>
                <a:hlinkClick r:id="rId6" action="ppaction://program">
                  <a:extLst>
                    <a:ext uri="{A12FA001-AC4F-418D-AE19-62706E023703}">
                      <ahyp:hlinkClr xmlns:ahyp="http://schemas.microsoft.com/office/drawing/2018/hyperlinkcolor" val="tx"/>
                    </a:ext>
                  </a:extLst>
                </a:hlinkClick>
              </a:rPr>
              <a:t>CreateLargeFile</a:t>
            </a:r>
            <a:endParaRPr lang="en-US" dirty="0"/>
          </a:p>
        </p:txBody>
      </p:sp>
      <p:sp>
        <p:nvSpPr>
          <p:cNvPr id="56335" name="AutoShape 15">
            <a:hlinkClick r:id="rId7" action="ppaction://program" highlightClick="1"/>
            <a:extLst>
              <a:ext uri="{FF2B5EF4-FFF2-40B4-BE49-F238E27FC236}">
                <a16:creationId xmlns:a16="http://schemas.microsoft.com/office/drawing/2014/main" id="{A67D21E5-D93A-017D-1B3D-115F66FAFB03}"/>
              </a:ext>
            </a:extLst>
          </p:cNvPr>
          <p:cNvSpPr>
            <a:spLocks noChangeArrowheads="1"/>
          </p:cNvSpPr>
          <p:nvPr/>
        </p:nvSpPr>
        <p:spPr bwMode="auto">
          <a:xfrm>
            <a:off x="7315200" y="4343400"/>
            <a:ext cx="1676400" cy="457200"/>
          </a:xfrm>
          <a:prstGeom prst="actionButtonBlank">
            <a:avLst/>
          </a:prstGeom>
          <a:solidFill>
            <a:srgbClr val="38A1BA"/>
          </a:solidFill>
          <a:ln>
            <a:noFill/>
          </a:ln>
          <a:effectLst>
            <a:prstShdw prst="shdw17" dist="17961" dir="2700000">
              <a:srgbClr val="226170"/>
            </a:prstShdw>
          </a:effectLst>
          <a:extLst>
            <a:ext uri="{91240B29-F687-4F45-9708-019B960494DF}">
              <a14:hiddenLine xmlns:a14="http://schemas.microsoft.com/office/drawing/2010/main" w="19050">
                <a:solidFill>
                  <a:schemeClr val="tx1"/>
                </a:solidFill>
                <a:miter lim="800000"/>
                <a:headEnd type="none" w="sm" len="sm"/>
                <a:tailEnd type="none" w="sm" len="sm"/>
              </a14:hiddenLine>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lgn="ctr">
              <a:spcBef>
                <a:spcPct val="0"/>
              </a:spcBef>
              <a:buClrTx/>
              <a:buSzTx/>
              <a:buFontTx/>
              <a:buNone/>
            </a:pPr>
            <a:r>
              <a:rPr lang="en-US" altLang="en-US" sz="2400">
                <a:latin typeface="Book Antiqua" panose="02040602050305030304" pitchFamily="18" charset="0"/>
              </a:rPr>
              <a:t>Run</a:t>
            </a:r>
            <a:endParaRPr lang="en-US" altLang="en-US" sz="2400"/>
          </a:p>
        </p:txBody>
      </p:sp>
      <p:sp>
        <p:nvSpPr>
          <p:cNvPr id="56336" name="AutoShape 16">
            <a:hlinkClick r:id="rId8" highlightClick="1"/>
            <a:extLst>
              <a:ext uri="{FF2B5EF4-FFF2-40B4-BE49-F238E27FC236}">
                <a16:creationId xmlns:a16="http://schemas.microsoft.com/office/drawing/2014/main" id="{20A647BB-246E-300A-77FC-F82622DB8F82}"/>
              </a:ext>
            </a:extLst>
          </p:cNvPr>
          <p:cNvSpPr>
            <a:spLocks noChangeArrowheads="1"/>
          </p:cNvSpPr>
          <p:nvPr/>
        </p:nvSpPr>
        <p:spPr bwMode="auto">
          <a:xfrm>
            <a:off x="5867400" y="3657600"/>
            <a:ext cx="468313" cy="576263"/>
          </a:xfrm>
          <a:prstGeom prst="actionButtonDocumen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
        <p:nvSpPr>
          <p:cNvPr id="56337" name="AutoShape 17">
            <a:hlinkClick r:id="rId9" highlightClick="1"/>
            <a:extLst>
              <a:ext uri="{FF2B5EF4-FFF2-40B4-BE49-F238E27FC236}">
                <a16:creationId xmlns:a16="http://schemas.microsoft.com/office/drawing/2014/main" id="{0169D601-09CD-C203-3A80-4FA143662637}"/>
              </a:ext>
            </a:extLst>
          </p:cNvPr>
          <p:cNvSpPr>
            <a:spLocks noChangeArrowheads="1"/>
          </p:cNvSpPr>
          <p:nvPr/>
        </p:nvSpPr>
        <p:spPr bwMode="auto">
          <a:xfrm>
            <a:off x="6781800" y="4876800"/>
            <a:ext cx="468313" cy="576263"/>
          </a:xfrm>
          <a:prstGeom prst="actionButtonDocument">
            <a:avLst/>
          </a:prstGeom>
          <a:solidFill>
            <a:srgbClr val="92D05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endParaRPr lang="en-US" altLang="en-US" sz="240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Number Placeholder 4">
            <a:extLst>
              <a:ext uri="{FF2B5EF4-FFF2-40B4-BE49-F238E27FC236}">
                <a16:creationId xmlns:a16="http://schemas.microsoft.com/office/drawing/2014/main" id="{4DDC8EE4-3E0F-BEEA-0007-2E55B24A0CD7}"/>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2B1813DF-DD81-47E8-9095-1E624F5042B1}" type="slidenum">
              <a:rPr lang="en-US" altLang="en-US" sz="1400" smtClean="0"/>
              <a:pPr>
                <a:spcBef>
                  <a:spcPct val="0"/>
                </a:spcBef>
                <a:buClrTx/>
                <a:buSzTx/>
                <a:buFontTx/>
                <a:buNone/>
              </a:pPr>
              <a:t>40</a:t>
            </a:fld>
            <a:endParaRPr lang="en-US" altLang="en-US" sz="1400"/>
          </a:p>
        </p:txBody>
      </p:sp>
      <p:sp>
        <p:nvSpPr>
          <p:cNvPr id="57347" name="Rectangle 2">
            <a:extLst>
              <a:ext uri="{FF2B5EF4-FFF2-40B4-BE49-F238E27FC236}">
                <a16:creationId xmlns:a16="http://schemas.microsoft.com/office/drawing/2014/main" id="{B8D31E46-A91E-64F0-DB21-F36DC16C1B79}"/>
              </a:ext>
            </a:extLst>
          </p:cNvPr>
          <p:cNvSpPr>
            <a:spLocks noGrp="1" noChangeArrowheads="1"/>
          </p:cNvSpPr>
          <p:nvPr>
            <p:ph type="title"/>
          </p:nvPr>
        </p:nvSpPr>
        <p:spPr>
          <a:xfrm>
            <a:off x="685800" y="228600"/>
            <a:ext cx="7772400" cy="685800"/>
          </a:xfrm>
        </p:spPr>
        <p:txBody>
          <a:bodyPr/>
          <a:lstStyle/>
          <a:p>
            <a:r>
              <a:rPr lang="en-US" altLang="en-US"/>
              <a:t>Phase I</a:t>
            </a:r>
          </a:p>
        </p:txBody>
      </p:sp>
      <p:sp>
        <p:nvSpPr>
          <p:cNvPr id="57348" name="Rectangle 3">
            <a:extLst>
              <a:ext uri="{FF2B5EF4-FFF2-40B4-BE49-F238E27FC236}">
                <a16:creationId xmlns:a16="http://schemas.microsoft.com/office/drawing/2014/main" id="{893E2E8D-0B49-CEFC-8FE9-9281E2A0A3E8}"/>
              </a:ext>
            </a:extLst>
          </p:cNvPr>
          <p:cNvSpPr>
            <a:spLocks noGrp="1" noChangeArrowheads="1"/>
          </p:cNvSpPr>
          <p:nvPr>
            <p:ph type="body" idx="1"/>
          </p:nvPr>
        </p:nvSpPr>
        <p:spPr>
          <a:xfrm>
            <a:off x="381000" y="1295400"/>
            <a:ext cx="8534400" cy="1981200"/>
          </a:xfrm>
        </p:spPr>
        <p:txBody>
          <a:bodyPr/>
          <a:lstStyle/>
          <a:p>
            <a:pPr marL="0" indent="0">
              <a:spcBef>
                <a:spcPct val="0"/>
              </a:spcBef>
              <a:buFont typeface="Monotype Sorts"/>
              <a:buNone/>
            </a:pPr>
            <a:r>
              <a:rPr lang="en-US" altLang="en-US"/>
              <a:t>Repeatedly bring data from the file to an array, sort the array using an internal sorting algorithm, and output the data from the array to a temporary file. </a:t>
            </a:r>
          </a:p>
        </p:txBody>
      </p:sp>
      <p:graphicFrame>
        <p:nvGraphicFramePr>
          <p:cNvPr id="57355" name="Object 10">
            <a:extLst>
              <a:ext uri="{FF2B5EF4-FFF2-40B4-BE49-F238E27FC236}">
                <a16:creationId xmlns:a16="http://schemas.microsoft.com/office/drawing/2014/main" id="{992D9D40-0F34-D7D0-3E92-21C6F0A83D4D}"/>
              </a:ext>
            </a:extLst>
          </p:cNvPr>
          <p:cNvGraphicFramePr>
            <a:graphicFrameLocks noChangeAspect="1"/>
          </p:cNvGraphicFramePr>
          <p:nvPr/>
        </p:nvGraphicFramePr>
        <p:xfrm>
          <a:off x="1143000" y="3276600"/>
          <a:ext cx="7239000" cy="2424113"/>
        </p:xfrm>
        <a:graphic>
          <a:graphicData uri="http://schemas.openxmlformats.org/presentationml/2006/ole">
            <mc:AlternateContent xmlns:mc="http://schemas.openxmlformats.org/markup-compatibility/2006">
              <mc:Choice xmlns:v="urn:schemas-microsoft-com:vml" Requires="v">
                <p:oleObj name="Picture" r:id="rId2" imgW="5170884" imgH="1724337" progId="Word.Picture.8">
                  <p:embed/>
                </p:oleObj>
              </mc:Choice>
              <mc:Fallback>
                <p:oleObj name="Picture" r:id="rId2" imgW="5170884" imgH="1724337" progId="Word.Picture.8">
                  <p:embed/>
                  <p:pic>
                    <p:nvPicPr>
                      <p:cNvPr id="0" name="Object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3276600"/>
                        <a:ext cx="7239000" cy="2424113"/>
                      </a:xfrm>
                      <a:prstGeom prst="rect">
                        <a:avLst/>
                      </a:prstGeom>
                      <a:noFill/>
                      <a:ln>
                        <a:noFill/>
                      </a:ln>
                      <a:extLst>
                        <a:ext uri="{909E8E84-426E-40DD-AFC4-6F175D3DCCD1}">
                          <a14:hiddenFill xmlns:a14="http://schemas.microsoft.com/office/drawing/2010/main">
                            <a:solidFill>
                              <a:srgbClr val="0000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Slide Number Placeholder 4">
            <a:extLst>
              <a:ext uri="{FF2B5EF4-FFF2-40B4-BE49-F238E27FC236}">
                <a16:creationId xmlns:a16="http://schemas.microsoft.com/office/drawing/2014/main" id="{6252E2A7-48CC-8518-E688-6C55EF0BDBDE}"/>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9E94455A-6E62-4C65-97A6-B145B0B874C2}" type="slidenum">
              <a:rPr lang="en-US" altLang="en-US" sz="1400" smtClean="0"/>
              <a:pPr>
                <a:spcBef>
                  <a:spcPct val="0"/>
                </a:spcBef>
                <a:buClrTx/>
                <a:buSzTx/>
                <a:buFontTx/>
                <a:buNone/>
              </a:pPr>
              <a:t>41</a:t>
            </a:fld>
            <a:endParaRPr lang="en-US" altLang="en-US" sz="1400"/>
          </a:p>
        </p:txBody>
      </p:sp>
      <p:sp>
        <p:nvSpPr>
          <p:cNvPr id="58371" name="Rectangle 2">
            <a:extLst>
              <a:ext uri="{FF2B5EF4-FFF2-40B4-BE49-F238E27FC236}">
                <a16:creationId xmlns:a16="http://schemas.microsoft.com/office/drawing/2014/main" id="{075C9BFE-F114-71C6-9E5F-35FC732A6D03}"/>
              </a:ext>
            </a:extLst>
          </p:cNvPr>
          <p:cNvSpPr>
            <a:spLocks noGrp="1" noChangeArrowheads="1"/>
          </p:cNvSpPr>
          <p:nvPr>
            <p:ph type="title"/>
          </p:nvPr>
        </p:nvSpPr>
        <p:spPr>
          <a:xfrm>
            <a:off x="685800" y="228600"/>
            <a:ext cx="7772400" cy="685800"/>
          </a:xfrm>
        </p:spPr>
        <p:txBody>
          <a:bodyPr/>
          <a:lstStyle/>
          <a:p>
            <a:r>
              <a:rPr lang="en-US" altLang="en-US"/>
              <a:t>Phase II</a:t>
            </a:r>
          </a:p>
        </p:txBody>
      </p:sp>
      <p:sp>
        <p:nvSpPr>
          <p:cNvPr id="58372" name="Rectangle 3">
            <a:extLst>
              <a:ext uri="{FF2B5EF4-FFF2-40B4-BE49-F238E27FC236}">
                <a16:creationId xmlns:a16="http://schemas.microsoft.com/office/drawing/2014/main" id="{A93048A8-92E1-1A94-EA24-C7F94CBFAE3C}"/>
              </a:ext>
            </a:extLst>
          </p:cNvPr>
          <p:cNvSpPr>
            <a:spLocks noGrp="1" noChangeArrowheads="1"/>
          </p:cNvSpPr>
          <p:nvPr>
            <p:ph type="body" idx="1"/>
          </p:nvPr>
        </p:nvSpPr>
        <p:spPr>
          <a:xfrm>
            <a:off x="304800" y="914400"/>
            <a:ext cx="8610600" cy="2286000"/>
          </a:xfrm>
        </p:spPr>
        <p:txBody>
          <a:bodyPr/>
          <a:lstStyle/>
          <a:p>
            <a:pPr marL="0" indent="0">
              <a:spcBef>
                <a:spcPct val="0"/>
              </a:spcBef>
              <a:buFont typeface="Monotype Sorts"/>
              <a:buNone/>
            </a:pPr>
            <a:r>
              <a:rPr lang="en-US" altLang="en-US"/>
              <a:t>Merge a pair of sorted segments (e.g., S1 with S2, S3 with S4, ..., and so on) into a larger sorted segment and save the new segment into a new temporary file. Continue the same process until one sorted segment results. </a:t>
            </a:r>
          </a:p>
        </p:txBody>
      </p:sp>
      <p:graphicFrame>
        <p:nvGraphicFramePr>
          <p:cNvPr id="58380" name="Object 11">
            <a:extLst>
              <a:ext uri="{FF2B5EF4-FFF2-40B4-BE49-F238E27FC236}">
                <a16:creationId xmlns:a16="http://schemas.microsoft.com/office/drawing/2014/main" id="{857CDCBA-48FF-AD42-35D5-93B8538620A1}"/>
              </a:ext>
            </a:extLst>
          </p:cNvPr>
          <p:cNvGraphicFramePr>
            <a:graphicFrameLocks noChangeAspect="1"/>
          </p:cNvGraphicFramePr>
          <p:nvPr/>
        </p:nvGraphicFramePr>
        <p:xfrm>
          <a:off x="1143000" y="3581400"/>
          <a:ext cx="6781800" cy="2852738"/>
        </p:xfrm>
        <a:graphic>
          <a:graphicData uri="http://schemas.openxmlformats.org/presentationml/2006/ole">
            <mc:AlternateContent xmlns:mc="http://schemas.openxmlformats.org/markup-compatibility/2006">
              <mc:Choice xmlns:v="urn:schemas-microsoft-com:vml" Requires="v">
                <p:oleObj name="Picture" r:id="rId2" imgW="4840613" imgH="2028442" progId="Word.Picture.8">
                  <p:embed/>
                </p:oleObj>
              </mc:Choice>
              <mc:Fallback>
                <p:oleObj name="Picture" r:id="rId2" imgW="4840613" imgH="2028442" progId="Word.Picture.8">
                  <p:embed/>
                  <p:pic>
                    <p:nvPicPr>
                      <p:cNvPr id="0" name="Object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3581400"/>
                        <a:ext cx="6781800" cy="2852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Number Placeholder 4">
            <a:extLst>
              <a:ext uri="{FF2B5EF4-FFF2-40B4-BE49-F238E27FC236}">
                <a16:creationId xmlns:a16="http://schemas.microsoft.com/office/drawing/2014/main" id="{47D38FFC-B045-AE51-AE60-98761F5B1253}"/>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F1A7B71B-0266-476C-814B-907C6A894865}" type="slidenum">
              <a:rPr lang="en-US" altLang="en-US" sz="1400" smtClean="0"/>
              <a:pPr>
                <a:spcBef>
                  <a:spcPct val="0"/>
                </a:spcBef>
                <a:buClrTx/>
                <a:buSzTx/>
                <a:buFontTx/>
                <a:buNone/>
              </a:pPr>
              <a:t>42</a:t>
            </a:fld>
            <a:endParaRPr lang="en-US" altLang="en-US" sz="1400"/>
          </a:p>
        </p:txBody>
      </p:sp>
      <p:sp>
        <p:nvSpPr>
          <p:cNvPr id="59395" name="Rectangle 2">
            <a:extLst>
              <a:ext uri="{FF2B5EF4-FFF2-40B4-BE49-F238E27FC236}">
                <a16:creationId xmlns:a16="http://schemas.microsoft.com/office/drawing/2014/main" id="{235A87D7-D47D-CF7F-3F85-32A7968A60D3}"/>
              </a:ext>
            </a:extLst>
          </p:cNvPr>
          <p:cNvSpPr>
            <a:spLocks noGrp="1" noChangeArrowheads="1"/>
          </p:cNvSpPr>
          <p:nvPr>
            <p:ph type="title"/>
          </p:nvPr>
        </p:nvSpPr>
        <p:spPr>
          <a:xfrm>
            <a:off x="685800" y="228600"/>
            <a:ext cx="7772400" cy="685800"/>
          </a:xfrm>
        </p:spPr>
        <p:txBody>
          <a:bodyPr/>
          <a:lstStyle/>
          <a:p>
            <a:r>
              <a:rPr lang="en-US" altLang="en-US"/>
              <a:t>Implementing Phase II</a:t>
            </a:r>
          </a:p>
        </p:txBody>
      </p:sp>
      <p:sp>
        <p:nvSpPr>
          <p:cNvPr id="59396" name="Rectangle 3">
            <a:extLst>
              <a:ext uri="{FF2B5EF4-FFF2-40B4-BE49-F238E27FC236}">
                <a16:creationId xmlns:a16="http://schemas.microsoft.com/office/drawing/2014/main" id="{2D5BDE2C-BE40-ABD8-14C1-F203375C2B4F}"/>
              </a:ext>
            </a:extLst>
          </p:cNvPr>
          <p:cNvSpPr>
            <a:spLocks noGrp="1" noChangeArrowheads="1"/>
          </p:cNvSpPr>
          <p:nvPr>
            <p:ph type="body" idx="1"/>
          </p:nvPr>
        </p:nvSpPr>
        <p:spPr>
          <a:xfrm>
            <a:off x="304800" y="914400"/>
            <a:ext cx="8610600" cy="4952999"/>
          </a:xfrm>
        </p:spPr>
        <p:txBody>
          <a:bodyPr/>
          <a:lstStyle/>
          <a:p>
            <a:pPr marL="0" indent="0">
              <a:spcBef>
                <a:spcPct val="0"/>
              </a:spcBef>
              <a:buFont typeface="Monotype Sorts"/>
              <a:buNone/>
            </a:pPr>
            <a:r>
              <a:rPr lang="en-US" altLang="en-US"/>
              <a:t>Each merge step merges two sorted segments to form a new segment. The new segment doubles the number elements. So the number of segments is reduced by half after each merge step. A segment is too large to be brought to an array in memory. To implement a merge step, copy half number of segments from file f1.dat to a temporary file f2.dat. Then merge the first remaining segment in f1.dat with the first segment in f2.dat into a temporary file named f3.dat.</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lide Number Placeholder 4">
            <a:extLst>
              <a:ext uri="{FF2B5EF4-FFF2-40B4-BE49-F238E27FC236}">
                <a16:creationId xmlns:a16="http://schemas.microsoft.com/office/drawing/2014/main" id="{2324ABD5-1FB6-DC87-D919-D8BDAD37CC08}"/>
              </a:ext>
            </a:extLst>
          </p:cNvPr>
          <p:cNvSpPr>
            <a:spLocks noGrp="1"/>
          </p:cNvSpPr>
          <p:nvPr>
            <p:ph type="sldNum"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tx2"/>
              </a:buClr>
              <a:buSzPct val="75000"/>
              <a:buFont typeface="Monotype Sorts"/>
              <a:buChar char="F"/>
              <a:defRPr sz="3200">
                <a:solidFill>
                  <a:schemeClr val="tx1"/>
                </a:solidFill>
                <a:latin typeface="Times New Roman" panose="02020603050405020304" pitchFamily="18" charset="0"/>
              </a:defRPr>
            </a:lvl1pPr>
            <a:lvl2pPr marL="742950" indent="-285750">
              <a:spcBef>
                <a:spcPct val="20000"/>
              </a:spcBef>
              <a:buClr>
                <a:schemeClr val="tx1"/>
              </a:buClr>
              <a:buChar char="–"/>
              <a:defRPr sz="2800">
                <a:solidFill>
                  <a:schemeClr val="tx1"/>
                </a:solidFill>
                <a:latin typeface="Times New Roman" panose="02020603050405020304" pitchFamily="18" charset="0"/>
              </a:defRPr>
            </a:lvl2pPr>
            <a:lvl3pPr marL="1143000" indent="-228600">
              <a:spcBef>
                <a:spcPct val="20000"/>
              </a:spcBef>
              <a:buClr>
                <a:schemeClr val="accent2"/>
              </a:buClr>
              <a:buSzPct val="65000"/>
              <a:buFont typeface="Monotype Sorts"/>
              <a:buChar char="u"/>
              <a:defRPr sz="2400">
                <a:solidFill>
                  <a:schemeClr val="tx1"/>
                </a:solidFill>
                <a:latin typeface="Times New Roman" panose="02020603050405020304" pitchFamily="18" charset="0"/>
              </a:defRPr>
            </a:lvl3pPr>
            <a:lvl4pPr marL="1600200" indent="-228600">
              <a:spcBef>
                <a:spcPct val="20000"/>
              </a:spcBef>
              <a:buClr>
                <a:schemeClr val="tx1"/>
              </a:buClr>
              <a:buChar char="–"/>
              <a:defRPr sz="2000">
                <a:solidFill>
                  <a:schemeClr val="tx1"/>
                </a:solidFill>
                <a:latin typeface="Times New Roman" panose="02020603050405020304" pitchFamily="18" charset="0"/>
              </a:defRPr>
            </a:lvl4pPr>
            <a:lvl5pPr marL="2057400" indent="-228600">
              <a:spcBef>
                <a:spcPct val="20000"/>
              </a:spcBef>
              <a:buClr>
                <a:schemeClr val="tx2"/>
              </a:buClr>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Times New Roman" panose="02020603050405020304" pitchFamily="18" charset="0"/>
              </a:defRPr>
            </a:lvl9pPr>
          </a:lstStyle>
          <a:p>
            <a:pPr>
              <a:spcBef>
                <a:spcPct val="0"/>
              </a:spcBef>
              <a:buClrTx/>
              <a:buSzTx/>
              <a:buFontTx/>
              <a:buNone/>
            </a:pPr>
            <a:fld id="{0CCD927A-F04D-40C5-9537-0B022143552D}" type="slidenum">
              <a:rPr lang="en-US" altLang="en-US" sz="1400" smtClean="0"/>
              <a:pPr>
                <a:spcBef>
                  <a:spcPct val="0"/>
                </a:spcBef>
                <a:buClrTx/>
                <a:buSzTx/>
                <a:buFontTx/>
                <a:buNone/>
              </a:pPr>
              <a:t>43</a:t>
            </a:fld>
            <a:endParaRPr lang="en-US" altLang="en-US" sz="1400"/>
          </a:p>
        </p:txBody>
      </p:sp>
      <p:sp>
        <p:nvSpPr>
          <p:cNvPr id="60419" name="Rectangle 2">
            <a:extLst>
              <a:ext uri="{FF2B5EF4-FFF2-40B4-BE49-F238E27FC236}">
                <a16:creationId xmlns:a16="http://schemas.microsoft.com/office/drawing/2014/main" id="{8433869D-ED95-DD77-C4CA-9565D27B5A8E}"/>
              </a:ext>
            </a:extLst>
          </p:cNvPr>
          <p:cNvSpPr>
            <a:spLocks noGrp="1" noChangeArrowheads="1"/>
          </p:cNvSpPr>
          <p:nvPr>
            <p:ph type="title"/>
          </p:nvPr>
        </p:nvSpPr>
        <p:spPr>
          <a:xfrm>
            <a:off x="685800" y="228600"/>
            <a:ext cx="7772400" cy="685800"/>
          </a:xfrm>
        </p:spPr>
        <p:txBody>
          <a:bodyPr/>
          <a:lstStyle/>
          <a:p>
            <a:r>
              <a:rPr lang="en-US" altLang="en-US"/>
              <a:t>Implementing Phase II</a:t>
            </a:r>
          </a:p>
        </p:txBody>
      </p:sp>
      <p:graphicFrame>
        <p:nvGraphicFramePr>
          <p:cNvPr id="60427" name="Object 12">
            <a:extLst>
              <a:ext uri="{FF2B5EF4-FFF2-40B4-BE49-F238E27FC236}">
                <a16:creationId xmlns:a16="http://schemas.microsoft.com/office/drawing/2014/main" id="{2A5F07F8-7349-D7BF-9F4F-FA0F2D622229}"/>
              </a:ext>
            </a:extLst>
          </p:cNvPr>
          <p:cNvGraphicFramePr>
            <a:graphicFrameLocks noChangeAspect="1"/>
          </p:cNvGraphicFramePr>
          <p:nvPr/>
        </p:nvGraphicFramePr>
        <p:xfrm>
          <a:off x="228600" y="1524000"/>
          <a:ext cx="8534400" cy="2598738"/>
        </p:xfrm>
        <a:graphic>
          <a:graphicData uri="http://schemas.openxmlformats.org/presentationml/2006/ole">
            <mc:AlternateContent xmlns:mc="http://schemas.openxmlformats.org/markup-compatibility/2006">
              <mc:Choice xmlns:v="urn:schemas-microsoft-com:vml" Requires="v">
                <p:oleObj name="Picture" r:id="rId2" imgW="4954785" imgH="1508660" progId="Word.Picture.8">
                  <p:embed/>
                </p:oleObj>
              </mc:Choice>
              <mc:Fallback>
                <p:oleObj name="Picture" r:id="rId2" imgW="4954785" imgH="1508660" progId="Word.Picture.8">
                  <p:embed/>
                  <p:pic>
                    <p:nvPicPr>
                      <p:cNvPr id="0" name="Object 1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1524000"/>
                        <a:ext cx="8534400" cy="2598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theme/theme1.xml><?xml version="1.0" encoding="utf-8"?>
<a:theme xmlns:a="http://schemas.openxmlformats.org/drawingml/2006/main" name="International">
  <a:themeElements>
    <a:clrScheme name="International 3">
      <a:dk1>
        <a:srgbClr val="000000"/>
      </a:dk1>
      <a:lt1>
        <a:srgbClr val="FFFFFF"/>
      </a:lt1>
      <a:dk2>
        <a:srgbClr val="000000"/>
      </a:dk2>
      <a:lt2>
        <a:srgbClr val="5F5F5F"/>
      </a:lt2>
      <a:accent1>
        <a:srgbClr val="CBCBCB"/>
      </a:accent1>
      <a:accent2>
        <a:srgbClr val="969696"/>
      </a:accent2>
      <a:accent3>
        <a:srgbClr val="FFFFFF"/>
      </a:accent3>
      <a:accent4>
        <a:srgbClr val="000000"/>
      </a:accent4>
      <a:accent5>
        <a:srgbClr val="E2E2E2"/>
      </a:accent5>
      <a:accent6>
        <a:srgbClr val="878787"/>
      </a:accent6>
      <a:hlink>
        <a:srgbClr val="DDDDDD"/>
      </a:hlink>
      <a:folHlink>
        <a:srgbClr val="EAEAEA"/>
      </a:folHlink>
    </a:clrScheme>
    <a:fontScheme name="International">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anose="02020603050405020304" pitchFamily="18"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anose="02020603050405020304" pitchFamily="18" charset="0"/>
          </a:defRPr>
        </a:defPPr>
      </a:lstStyle>
    </a:lnDef>
  </a:objectDefaults>
  <a:extraClrSchemeLst>
    <a:extraClrScheme>
      <a:clrScheme name="International 1">
        <a:dk1>
          <a:srgbClr val="000000"/>
        </a:dk1>
        <a:lt1>
          <a:srgbClr val="FFFFFF"/>
        </a:lt1>
        <a:dk2>
          <a:srgbClr val="0000FF"/>
        </a:dk2>
        <a:lt2>
          <a:srgbClr val="FFFF99"/>
        </a:lt2>
        <a:accent1>
          <a:srgbClr val="009966"/>
        </a:accent1>
        <a:accent2>
          <a:srgbClr val="00CCCC"/>
        </a:accent2>
        <a:accent3>
          <a:srgbClr val="AAAAFF"/>
        </a:accent3>
        <a:accent4>
          <a:srgbClr val="DADADA"/>
        </a:accent4>
        <a:accent5>
          <a:srgbClr val="AACAB8"/>
        </a:accent5>
        <a:accent6>
          <a:srgbClr val="00B9B9"/>
        </a:accent6>
        <a:hlink>
          <a:srgbClr val="000080"/>
        </a:hlink>
        <a:folHlink>
          <a:srgbClr val="9999FF"/>
        </a:folHlink>
      </a:clrScheme>
      <a:clrMap bg1="dk2" tx1="lt1" bg2="dk1" tx2="lt2" accent1="accent1" accent2="accent2" accent3="accent3" accent4="accent4" accent5="accent5" accent6="accent6" hlink="hlink" folHlink="folHlink"/>
    </a:extraClrScheme>
    <a:extraClrScheme>
      <a:clrScheme name="International 2">
        <a:dk1>
          <a:srgbClr val="000000"/>
        </a:dk1>
        <a:lt1>
          <a:srgbClr val="FFFFFF"/>
        </a:lt1>
        <a:dk2>
          <a:srgbClr val="000080"/>
        </a:dk2>
        <a:lt2>
          <a:srgbClr val="003399"/>
        </a:lt2>
        <a:accent1>
          <a:srgbClr val="9999FF"/>
        </a:accent1>
        <a:accent2>
          <a:srgbClr val="FF99FF"/>
        </a:accent2>
        <a:accent3>
          <a:srgbClr val="FFFFFF"/>
        </a:accent3>
        <a:accent4>
          <a:srgbClr val="000000"/>
        </a:accent4>
        <a:accent5>
          <a:srgbClr val="CACAFF"/>
        </a:accent5>
        <a:accent6>
          <a:srgbClr val="E78AE7"/>
        </a:accent6>
        <a:hlink>
          <a:srgbClr val="85ADFF"/>
        </a:hlink>
        <a:folHlink>
          <a:srgbClr val="00CCCC"/>
        </a:folHlink>
      </a:clrScheme>
      <a:clrMap bg1="lt1" tx1="dk1" bg2="lt2" tx2="dk2" accent1="accent1" accent2="accent2" accent3="accent3" accent4="accent4" accent5="accent5" accent6="accent6" hlink="hlink" folHlink="folHlink"/>
    </a:extraClrScheme>
    <a:extraClrScheme>
      <a:clrScheme name="International 3">
        <a:dk1>
          <a:srgbClr val="000000"/>
        </a:dk1>
        <a:lt1>
          <a:srgbClr val="FFFFFF"/>
        </a:lt1>
        <a:dk2>
          <a:srgbClr val="000000"/>
        </a:dk2>
        <a:lt2>
          <a:srgbClr val="5F5F5F"/>
        </a:lt2>
        <a:accent1>
          <a:srgbClr val="CBCBCB"/>
        </a:accent1>
        <a:accent2>
          <a:srgbClr val="969696"/>
        </a:accent2>
        <a:accent3>
          <a:srgbClr val="FFFFFF"/>
        </a:accent3>
        <a:accent4>
          <a:srgbClr val="000000"/>
        </a:accent4>
        <a:accent5>
          <a:srgbClr val="E2E2E2"/>
        </a:accent5>
        <a:accent6>
          <a:srgbClr val="878787"/>
        </a:accent6>
        <a:hlink>
          <a:srgbClr val="DDDDDD"/>
        </a:hlink>
        <a:folHlink>
          <a:srgbClr val="EAEAEA"/>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C:\MSOffice\Templates\Presentation Designs\International.pot</Template>
  <TotalTime>19905</TotalTime>
  <Words>1999</Words>
  <Application>Microsoft Office PowerPoint</Application>
  <PresentationFormat>On-screen Show (4:3)</PresentationFormat>
  <Paragraphs>174</Paragraphs>
  <Slides>43</Slides>
  <Notes>0</Notes>
  <HiddenSlides>0</HiddenSlides>
  <MMClips>0</MMClips>
  <ScaleCrop>false</ScaleCrop>
  <HeadingPairs>
    <vt:vector size="8" baseType="variant">
      <vt:variant>
        <vt:lpstr>Fonts Used</vt:lpstr>
      </vt:variant>
      <vt:variant>
        <vt:i4>7</vt:i4>
      </vt:variant>
      <vt:variant>
        <vt:lpstr>Theme</vt:lpstr>
      </vt:variant>
      <vt:variant>
        <vt:i4>2</vt:i4>
      </vt:variant>
      <vt:variant>
        <vt:lpstr>Embedded OLE Servers</vt:lpstr>
      </vt:variant>
      <vt:variant>
        <vt:i4>2</vt:i4>
      </vt:variant>
      <vt:variant>
        <vt:lpstr>Slide Titles</vt:lpstr>
      </vt:variant>
      <vt:variant>
        <vt:i4>43</vt:i4>
      </vt:variant>
    </vt:vector>
  </HeadingPairs>
  <TitlesOfParts>
    <vt:vector size="54" baseType="lpstr">
      <vt:lpstr>Aptos</vt:lpstr>
      <vt:lpstr>Aptos Display</vt:lpstr>
      <vt:lpstr>Arial</vt:lpstr>
      <vt:lpstr>Book Antiqua</vt:lpstr>
      <vt:lpstr>Courier New</vt:lpstr>
      <vt:lpstr>Monotype Sorts</vt:lpstr>
      <vt:lpstr>Times New Roman</vt:lpstr>
      <vt:lpstr>International</vt:lpstr>
      <vt:lpstr>Custom Design</vt:lpstr>
      <vt:lpstr>Picture</vt:lpstr>
      <vt:lpstr>Equation</vt:lpstr>
      <vt:lpstr>Chapter 23 Sorting</vt:lpstr>
      <vt:lpstr>Objectives</vt:lpstr>
      <vt:lpstr>Why Study Sorting?</vt:lpstr>
      <vt:lpstr>Insertion Sort</vt:lpstr>
      <vt:lpstr>From Idea to Solution</vt:lpstr>
      <vt:lpstr>From Idea to Solution</vt:lpstr>
      <vt:lpstr>Bubble Sort</vt:lpstr>
      <vt:lpstr>Bubble Sort Animation</vt:lpstr>
      <vt:lpstr>Merge Sort</vt:lpstr>
      <vt:lpstr>Merge Sort</vt:lpstr>
      <vt:lpstr>Merge Two Sorted Lists</vt:lpstr>
      <vt:lpstr>Merge Sort Time</vt:lpstr>
      <vt:lpstr>Merge Sort Time</vt:lpstr>
      <vt:lpstr>Quick Sort</vt:lpstr>
      <vt:lpstr>Quick Sort</vt:lpstr>
      <vt:lpstr>Partition</vt:lpstr>
      <vt:lpstr>Quick Sort Time</vt:lpstr>
      <vt:lpstr>Worst-Case Time</vt:lpstr>
      <vt:lpstr>Best-Case Time</vt:lpstr>
      <vt:lpstr>Average-Case Time</vt:lpstr>
      <vt:lpstr>Heap</vt:lpstr>
      <vt:lpstr>Complete Binary Tree</vt:lpstr>
      <vt:lpstr>See How a Heap Works</vt:lpstr>
      <vt:lpstr>Representing a Heap</vt:lpstr>
      <vt:lpstr>Adding Elements to the Heap</vt:lpstr>
      <vt:lpstr>Rebuild the heap after adding a new node</vt:lpstr>
      <vt:lpstr>Removing the Root and Rebuild the Tree</vt:lpstr>
      <vt:lpstr>Removing the Root and Rebuild the Tree</vt:lpstr>
      <vt:lpstr>Removing the Root and Rebuild the Tree</vt:lpstr>
      <vt:lpstr>Removing the Root and Rebuild the Tree</vt:lpstr>
      <vt:lpstr>Removing the Root and Rebuild the Tree</vt:lpstr>
      <vt:lpstr>The Heap Class</vt:lpstr>
      <vt:lpstr>Heap Sort</vt:lpstr>
      <vt:lpstr>Heap Sort Time</vt:lpstr>
      <vt:lpstr>Bucket Sort and Radix Sort </vt:lpstr>
      <vt:lpstr>Bucket Sort</vt:lpstr>
      <vt:lpstr>Radix Sort</vt:lpstr>
      <vt:lpstr>Radix Sort Animation</vt:lpstr>
      <vt:lpstr>External Sort</vt:lpstr>
      <vt:lpstr>Phase I</vt:lpstr>
      <vt:lpstr>Phase II</vt:lpstr>
      <vt:lpstr>Implementing Phase II</vt:lpstr>
      <vt:lpstr>Implementing Phase II</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15 Multithreading</dc:title>
  <dc:creator>Y. Daniel Liang</dc:creator>
  <cp:lastModifiedBy>Hisham Haddad</cp:lastModifiedBy>
  <cp:revision>218</cp:revision>
  <dcterms:created xsi:type="dcterms:W3CDTF">1995-06-10T17:31:50Z</dcterms:created>
  <dcterms:modified xsi:type="dcterms:W3CDTF">2026-04-10T18:28:18Z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ata-panorama-remediation-history">
    <vt:lpwstr>[{"isReadingOrderVerified":"true","pageNumber":0,"geomIndex":-1,"issueTypeId":"ReadingOrderIssue:PPTX","dismiss":false,"pageNumbers":[1],"coordinatesList":[[10.0,10.0,2.0,2.0]]},{"isReadingOrderVerified":"true","pageNumber":0,"geomIndex":-1,"issueTypeId":"ReadingOrderIssue:PPTX","dismiss":false,"pageNumbers":[2],"coordinatesList":[[10.0,10.0,2.0,2.0]]},{"isReadingOrderVerified":"true","pageNumber":0,"geomIndex":-1,"issueTypeId":"ReadingOrderIssue:PPTX","dismiss":false,"pageNumbers":[3],"coordinatesList":[[10.0,10.0,2.0,2.0]]},{"isReadingOrderVerified":"true","pageNumber":0,"geomIndex":-1,"issueTypeId":"ReadingOrderIssue:PPTX","dismiss":false,"pageNumbers":[4],"coordinatesList":[[10.0,10.0,2.0,2.0]]},{"isReadingOrderVerified":"true","pageNumber":0,"geomIndex":-1,"issueTypeId":"ReadingOrderIssue:PPTX","dismiss":false,"pageNumbers":[5],"coordinatesList":[[10.0,10.0,2.0,2.0]]},{"isReadingOrderVerified":"true","pageNumber":0,"geomIndex":-1,"issueTypeId":"ReadingOrderIssue:PPTX","dismiss":false,"pageNumbers":[6],"coordinatesList":[[10.0,10.0,2.0,2.0]]},{"pageNumber":0,"geomIndex":-1,"decorative":true,"imageIndex":7,"identifiers":{},"issueTypeId":"MissingAlternativeTextIssue:PPTX","dismiss":false,"pageNumbers":[6],"coordinatesList":[[112.0,479.5,526.1199951171875,297.25]]},{"isReadingOrderVerified":"true","pageNumber":0,"geomIndex":-1,"issueTypeId":"ReadingOrderIssue:PPTX","dismiss":false,"pageNumbers":[7],"coordinatesList":[[10.0,10.0,2.0,2.0]]},{"isReadingOrderVerified":"true","pageNumber":0,"geomIndex":-1,"issueTypeId":"ReadingOrderIssue:PPTX","dismiss":false,"pageNumbers":[8],"coordinatesList":[[10.0,10.0,2.0,2.0]]},{"isReadingOrderVerified":"true","pageNumber":0,"geomIndex":-1,"issueTypeId":"ReadingOrderIssue:PPTX","dismiss":false,"pageNumbers":[9],"coordinatesList":[[10.0,10.0,2.0,2.0]]},{"isReadingOrderVerified":"true","pageNumber":0,"geomIndex":-1,"issueTypeId":"ReadingOrderIssue:PPTX","dismiss":false,"pageNumbers":[10],"coordinatesList":[[10.0,10.0,2.0,2.0]]},{"pageNumber":0,"geomIndex":2445,"lastGeomIndex":2455,"textElement":"InsertSort","tableIndex":-1,"rowIndex":-1,"cellIndex":-1,"fontColor":"#424242","identifiers":{"PARAGRAPH_ID":"63","RUN_ID":"0","SLIDE_ID":"9"},"issueDetails":{"luminance25":"0.31629855161888504","isHeader":"true","luminance75":"0.31629855161888504","textColor":"cbcbcb"},"issueTypeId":"LowContrastIssue:PPTX","dismiss":false,"pageNumbers":[10],"coordinatesList":[[520.25,474.5039978027344,103.94390869140625,12.107999801635742]]},{"isReadingOrderVerified":"true","pageNumber":0,"geomIndex":-1,"issueTypeId":"ReadingOrderIssue:PPTX","dismiss":false,"pageNumbers":[11],"coordinatesList":[[10.0,10.0,2.0,2.0]]},{"pageNumber":0,"geomIndex":2653,"lastGeomIndex":2663,"textElement":"BubbleSort","tableIndex":-1,"rowIndex":-1,"cellIndex":-1,"fontColor":"#424242","identifiers":{"PARAGRAPH_ID":"76","RUN_ID":"0","SLIDE_ID":"10"},"issueDetails":{"luminance25":"0.31629855161888504","isHeader":"true","luminance75":"0.31629855161888504","textColor":"cbcbcb"},"issueTypeId":"LowContrastIssue:PPTX","dismiss":false,"pageNumbers":[11],"coordinatesList":[[508.44000244140625,353.1099853515625,117.2158203125,12.107999801635742]]},{"isReadingOrderVerified":"true","pageNumber":0,"geomIndex":-1,"issueTypeId":"ReadingOrderIssue:PPTX","dismiss":false,"pageNumbers":[12],"coordinatesList":[[10.0,10.0,2.0,2.0]]},{"pageNumber":0,"geomIndex":2687,"lastGeomIndex":2750,"textElement":"http://www.cs.armstrong.edu/liang/animation/web/BubbleSort.html","tableIndex":-1,"rowIndex":-1,"cellIndex":-1,"fontColor":"#424242","identifiers":{"PARAGRAPH_ID":"80","RUN_ID":"0","SLIDE_ID":"11"},"issueDetails":{"luminance25":"1.0","isHeader":"true","luminance75":"1.0","textColor":"00b050"},"issueTypeId":"LowContrastIssue:PPTX","dismiss":false,"pageNumbers":[12],"coordinatesList":[[23.304000854492188,134.32998657226562,650.0141143798828,46.30779457092285]]},{"pageNumber":0,"geomIndex":-1,"decorative":true,"imageIndex":15,"identifiers":{},"issueTypeId":"MissingAlternativeTextIssue:PPTX","dismiss":false,"pageNumbers":[12],"coordinatesList":[[140.75,508.0,426.5,376.0]]},{"isReadingOrderVerified":"true","pageNumber":0,"geomIndex":-1,"issueTypeId":"ReadingOrderIssue:PPTX","dismiss":false,"pageNumbers":[13],"coordinatesList":[[10.0,10.0,2.0,2.0]]},{"pageNumber":0,"geomIndex":2761,"lastGeomIndex":2770,"textElement":"MergeSort","tableIndex":-1,"rowIndex":-1,"cellIndex":-1,"fontColor":"#424242","identifiers":{"PARAGRAPH_ID":"83","RUN_ID":"0","SLIDE_ID":"12"},"issueDetails":{"luminance25":"0.31629855161888504","isHeader":"true","luminance75":"0.31629855161888504","textColor":"cbcbcb"},"issueTypeId":"LowContrastIssue:PPTX","dismiss":false,"pageNumbers":[13],"coordinatesList":[[595.3400268554688,419.1099853515625,111.56756591796875,12.120107650756836]]},{"isReadingOrderVerified":"true","pageNumber":0,"geomIndex":-1,"issueTypeId":"ReadingOrderIssue:PPTX","dismiss":false,"pageNumbers":[14],"coordinatesList":[[10.0,10.0,2.0,2.0]]},{"isReadingOrderVerified":"true","pageNumber":0,"geomIndex":-1,"issueTypeId":"ReadingOrderIssue:PPTX","dismiss":false,"pageNumbers":[15],"coordinatesList":[[10.0,10.0,2.0,2.0]]},{"isReadingOrderVerified":"true","pageNumber":0,"geomIndex":-1,"issueTypeId":"ReadingOrderIssue:PPTX","dismiss":false,"pageNumbers":[16],"coordinatesList":[[10.0,10.0,2.0,2.0]]},{"isReadingOrderVerified":"true","pageNumber":0,"geomIndex":-1,"issueTypeId":"ReadingOrderIssue:PPTX","dismiss":false,"pageNumbers":[17],"coordinatesList":[[10.0,10.0,2.0,2.0]]},{"isReadingOrderVerified":"true","pageNumber":0,"geomIndex":-1,"issueTypeId":"ReadingOrderIssue:PPTX","dismiss":false,"pageNumbers":[18],"coordinatesList":[[10.0,10.0,2.0,2.0]]},{"isReadingOrderVerified":"true","pageNumber":0,"geomIndex":-1,"issueTypeId":"ReadingOrderIssue:PPTX","dismiss":false,"pageNumbers":[19],"coordinatesList":[[10.0,10.0,2.0,2.0]]},{"isReadingOrderVerified":"true","pageNumber":0,"geomIndex":-1,"issueTypeId":"ReadingOrderIssue:PPTX","dismiss":false,"pageNumbers":[20],"coordinatesList":[[10.0,10.0,2.0,2.0]]},{"pageNumber":0,"geomIndex":3819,"lastGeomIndex":3828,"textElement":"QuickSort","tableIndex":-1,"rowIndex":-1,"cellIndex":-1,"fontColor":"#424242","identifiers":{"PARAGRAPH_ID":"107","RUN_ID":"0","SLIDE_ID":"19"},"issueDetails":{"luminance25":"0.31629855161888504","isHeader":"true","luminance75":"0.31629855161888504","textColor":"cbcbcb"},"issueTypeId":"LowContrastIssue:PPTX","dismiss":false,"pageNumbers":[20],"coordinatesList":[[69.31199645996094,383.1099853515625,107.3280029296875,12.107999801635742]]},{"isReadingOrderVerified":"true","pageNumber":0,"geomIndex":-1,"issueTypeId":"ReadingOrderIssue:PPTX","dismiss":false,"pageNumbers":[21],"coordinatesList":[[10.0,10.0,2.0,2.0]]},{"isReadingOrderVerified":"true","pageNumber":0,"geomIndex":-1,"issueTypeId":"ReadingOrderIssue:PPTX","dismiss":false,"pageNumbers":[22],"coordinatesList":[[10.0,10.0,2.0,2.0]]},{"isReadingOrderVerified":"true","pageNumber":0,"geomIndex":-1,"issueTypeId":"ReadingOrderIssue:PPTX","dismiss":false,"pageNumbers":[23],"coordinatesList":[[10.0,10.0,2.0,2.0]]},{"isReadingOrderVerified":"true","pageNumber":0,"geomIndex":-1,"issueTypeId":"ReadingOrderIssue:PPTX","dismiss":false,"pageNumbers":[24],"coordinatesList":[[10.0,10.0,2.0,2.0]]},{"isReadingOrderVerified":"true","pageNumber":0,"geomIndex":-1,"issueTypeId":"ReadingOrderIssue:PPTX","dismiss":false,"pageNumbers":[25],"coordinatesList":[[10.0,10.0,2.0,2.0]]},{"isReadingOrderVerified":"true","pageNumber":0,"geomIndex":-1,"issueTypeId":"ReadingOrderIssue:PPTX","dismiss":false,"pageNumbers":[26],"coordinatesList":[[10.0,10.0,2.0,2.0]]},{"isReadingOrderVerified":"true","pageNumber":0,"geomIndex":-1,"issueTypeId":"ReadingOrderIssue:PPTX","dismiss":false,"pageNumbers":[27],"coordinatesList":[[10.0,10.0,2.0,2.0]]},{"pageNumber":0,"geomIndex":5138,"lastGeomIndex":5195,"textElement":"http://www.cs.armstrong.edu/liang/animation/web/Heap.html","tableIndex":-1,"rowIndex":-1,"cellIndex":-1,"fontColor":"#424242","identifiers":{"PARAGRAPH_ID":"132","RUN_ID":"0","SLIDE_ID":"26"},"issueDetails":{"luminance25":"1.0","isHeader":"true","luminance75":"1.0","textColor":"00b050"},"issueTypeId":"LowContrastIssue:PPTX","dismiss":false,"pageNumbers":[27],"coordinatesList":[[16.583999633789062,130.3699951171875,651.6293792724609,52.96217441558838]]},{"pageNumber":0,"geomIndex":-1,"decorative":true,"imageIndex":15,"identifiers":{},"issueTypeId":"MissingAlternativeTextIssue:PPTX","dismiss":false,"pageNumbers":[27],"coordinatesList":[[119.0,504.0,519.5,366.0]]},{"isReadingOrderVerified":"true","pageNumber":0,"geomIndex":-1,"issueTypeId":"ReadingOrderIssue:PPTX","dismiss":false,"pageNumbers":[28],"coordinatesList":[[10.0,10.0,2.0,2.0]]},{"isReadingOrderVerified":"true","pageNumber":0,"geomIndex":-1,"issueTypeId":"ReadingOrderIssue:PPTX","dismiss":false,"pageNumbers":[29],"coordinatesList":[[10.0,10.0,2.0,2.0]]},{"isReadingOrderVerified":"true","pageNumber":0,"geomIndex":-1,"issueTypeId":"ReadingOrderIssue:PPTX","dismiss":false,"pageNumbers":[30],"coordinatesList":[[10.0,10.0,2.0,2.0]]},{"isReadingOrderVerified":"true","pageNumber":0,"geomIndex":-1,"issueTypeId":"ReadingOrderIssue:PPTX","dismiss":false,"pageNumbers":[31],"coordinatesList":[[10.0,10.0,2.0,2.0]]},{"isReadingOrderVerified":"true","pageNumber":0,"geomIndex":-1,"issueTypeId":"ReadingOrderIssue:PPTX","dismiss":false,"pageNumbers":[32],"coordinatesList":[[10.0,10.0,2.0,2.0]]},{"isReadingOrderVerified":"true","pageNumber":0,"geomIndex":-1,"issueTypeId":"ReadingOrderIssue:PPTX","dismiss":false,"pageNumbers":[33],"coordinatesList":[[10.0,10.0,2.0,2.0]]},{"isReadingOrderVerified":"true","pageNumber":0,"geomIndex":-1,"issueTypeId":"ReadingOrderIssue:PPTX","dismiss":false,"pageNumbers":[34],"coordinatesList":[[10.0,10.0,2.0,2.0]]},{"isReadingOrderVerified":"true","pageNumber":0,"geomIndex":-1,"issueTypeId":"ReadingOrderIssue:PPTX","dismiss":false,"pageNumbers":[35],"coordinatesList":[[10.0,10.0,2.0,2.0]]},{"isReadingOrderVerified":"true","pageNumber":0,"geomIndex":-1,"issueTypeId":"ReadingOrderIssue:PPTX","dismiss":false,"pageNumbers":[36],"coordinatesList":[[10.0,10.0,2.0,2.0]]},{"pageNumber":0,"geomIndex":5857,"lastGeomIndex":5861,"textElement":"Heap","tableIndex":-1,"rowIndex":-1,"cellIndex":-1,"fontColor":"#424242","identifiers":{"PARAGRAPH_ID":"159","RUN_ID":"0","SLIDE_ID":"35"},"issueDetails":{"luminance25":"0.31629855161888504","isHeader":"true","luminance75":"0.31629855161888504","textColor":"cbcbcb"},"issueTypeId":"LowContrastIssue:PPTX","dismiss":false,"pageNumbers":[36],"coordinatesList":[[145.02999877929688,449.135986328125,57.88800048828125,12.107999801635742]]},{"pageNumber":0,"geomIndex":-1,"decorative":true,"imageIndex":22,"identifiers":{},"issueTypeId":"MissingAlternativeTextIssue:PPTX","dismiss":false,"pageNumbers":[36],"coordinatesList":[[12.0,349.5,672.0,217.5]]},{"isReadingOrderVerified":"true","pageNumber":0,"geomIndex":-1,"issueTypeId":"ReadingOrderIssue:PPTX","dismiss":false,"pageNumbers":[37],"coordinatesList":[[10.0,10.0,2.0,2.0]]},{"pageNumber":0,"geomIndex":5871,"lastGeomIndex":5879,"textElement":"HeapSort","tableIndex":-1,"rowIndex":-1,"cellIndex":-1,"fontColor":"#424242","identifiers":{"PARAGRAPH_ID":"162","RUN_ID":"0","SLIDE_ID":"36"},"issueDetails":{"luminance25":"0.31629855161888504","isHeader":"true","luminance75":"0.31629855161888504","textColor":"cbcbcb"},"issueTypeId":"LowContrastIssue:PPTX","dismiss":false,"pageNumbers":[37],"coordinatesList":[[432.6000061035156,419.1099853515625,100.90084838867188,12.120107650756836]]},{"isReadingOrderVerified":"true","pageNumber":0,"geomIndex":-1,"issueTypeId":"ReadingOrderIssue:PPTX","dismiss":false,"pageNumbers":[38],"coordinatesList":[[10.0,10.0,2.0,2.0]]},{"isReadingOrderVerified":"true","pageNumber":0,"geomIndex":-1,"issueTypeId":"ReadingOrderIssue:PPTX","dismiss":false,"pageNumbers":[39],"coordinatesList":[[10.0,10.0,2.0,2.0]]},{"isReadingOrderVerified":"true","pageNumber":0,"geomIndex":-1,"issueTypeId":"ReadingOrderIssue:PPTX","dismiss":false,"pageNumbers":[40],"coordinatesList":[[10.0,10.0,2.0,2.0]]},{"pageNumber":0,"geomIndex":-1,"decorative":true,"imageIndex":13,"identifiers":{},"issueTypeId":"MissingAlternativeTextIssue:PPTX","dismiss":false,"pageNumbers":[40],"coordinatesList":[[21.75,442.375,691.5,108.0]]},{"isReadingOrderVerified":"true","pageNumber":0,"geomIndex":-1,"issueTypeId":"ReadingOrderIssue:PPTX","dismiss":false,"pageNumbers":[41],"coordinatesList":[[10.0,10.0,2.0,2.0]]},{"pageNumber":0,"geomIndex":-1,"decorative":true,"imageIndex":14,"identifiers":{},"issueTypeId":"MissingAlternativeTextIssue:PPTX","dismiss":false,"pageNumbers":[41],"coordinatesList":[[36.0,192.1199951171875,648.0,76.125]]},{"pageNumber":0,"geomIndex":-1,"decorative":true,"imageIndex":15,"identifiers":{},"issueTypeId":"MissingAlternativeTextIssue:PPTX","dismiss":false,"pageNumbers":[41],"coordinatesList":[[45.0,351.3699951171875,630.0,105.37000274658203]]},{"pageNumber":0,"geomIndex":-1,"decorative":true,"imageIndex":16,"identifiers":{},"issueTypeId":"MissingAlternativeTextIssue:PPTX","dismiss":false,"pageNumbers":[41],"coordinatesList":[[36.0,480.0,622.5,96.0]]},{"isReadingOrderVerified":"true","pageNumber":0,"geomIndex":-1,"issueTypeId":"ReadingOrderIssue:PPTX","dismiss":false,"pageNumbers":[42],"coordinatesList":[[10.0,10.0,2.0,2.0]]},{"pageNumber":0,"geomIndex":6984,"lastGeomIndex":7042,"textElement":"http://www.cs.armstrong.edu/liang/animation/animation.html","tableIndex":-1,"rowIndex":-1,"cellIndex":-1,"fontColor":"#424242","identifiers":{"PARAGRAPH_ID":"181","RUN_ID":"0","SLIDE_ID":"41"},"issueDetails":{"luminance25":"1.0","isHeader":"true","luminance75":"1.0","textColor":"00b050"},"issueTypeId":"LowContrastIssue:PPTX","dismiss":false,"pageNumbers":[42],"coordinatesList":[[28.992000579833984,131.01998901367188,628.528507232666,52.96217441558838]]},{"pageNumber":0,"geomIndex":-1,"decorative":true,"imageIndex":15,"identifiers":{},"issueTypeId":"MissingAlternativeTextIssue:PPTX","dismiss":false,"pageNumbers":[42],"coordinatesList":[[78.0,510.125,570.0,362.6199951171875]]},{"isReadingOrderVerified":"true","pageNumber":0,"geomIndex":-1,"issueTypeId":"ReadingOrderIssue:PPTX","dismiss":false,"pageNumbers":[43],"coordinatesList":[[10.0,10.0,2.0,2.0]]},{"pageNumber":0,"geomIndex":7347,"lastGeomIndex":7360,"textElement":"SortLargeFile","tableIndex":-1,"rowIndex":-1,"cellIndex":-1,"fontColor":"#424242","identifiers":{"PARAGRAPH_ID":"185","RUN_ID":"0","SLIDE_ID":"42"},"issueDetails":{"luminance25":"0.31629855161888504","isHeader":"true","luminance75":"0.31629855161888504","textColor":"cbcbcb"},"issueTypeId":"LowContrastIssue:PPTX","dismiss":false,"pageNumbers":[43],"coordinatesList":[[570.739990234375,431.1400146484375,142.703857421875,12.107999801635742]]},{"pageNumber":0,"geomIndex":7363,"lastGeomIndex":7378,"textElement":"CreateLargeFile","tableIndex":-1,"rowIndex":-1,"cellIndex":-1,"fontColor":"#424242","identifiers":{"PARAGRAPH_ID":"187","RUN_ID":"0","SLIDE_ID":"42"},"issueDetails":{"luminance25":"0.31629855161888504","isHeader":"true","luminance75":"0.31629855161888504","textColor":"cbcbcb"},"issueTypeId":"LowContrastIssue:PPTX","dismiss":false,"pageNumbers":[43],"coordinatesList":[[518.52001953125,317.1099853515625,169.10382080078125,12.107999801635742]]},{"isReadingOrderVerified":"true","pageNumber":0,"geomIndex":-1,"issueTypeId":"ReadingOrderIssue:PPTX","dismiss":false,"pageNumbers":[44],"coordinatesList":[[10.0,10.0,2.0,2.0]]},{"isReadingOrderVerified":"true","pageNumber":0,"geomIndex":-1,"issueTypeId":"ReadingOrderIssue:PPTX","dismiss":false,"pageNumbers":[45],"coordinatesList":[[10.0,10.0,2.0,2.0]]},{"isReadingOrderVerified":"true","pageNumber":0,"geomIndex":-1,"issueTypeId":"ReadingOrderIssue:PPTX","dismiss":false,"pageNumbers":[46],"coordinatesList":[[10.0,10.0,2.0,2.0]]},{"isReadingOrderVerified":"true","pageNumber":0,"geomIndex":-1,"issueTypeId":"ReadingOrderIssue:PPTX","dismiss":false,"pageNumbers":[47],"coordinatesList":[[10.0,10.0,2.0,2.0]]}]</vt:lpwstr>
  </property>
  <property fmtid="{D5CDD505-2E9C-101B-9397-08002B2CF9AE}" pid="3" name="ReadingOrderVerifiedPages">
    <vt:lpwstr>1,2,3,4,5,6,7,8,9,10,11,12,13,14,15,16,17,18,19,20,21,22,23,24,25,26,27,28,29,30,31,32,33,34,35,36,37,38,39,40,41,42,43,44,45,46,47</vt:lpwstr>
  </property>
</Properties>
</file>