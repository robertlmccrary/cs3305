
<file path=[Content_Types].xml><?xml version="1.0" encoding="utf-8"?>
<Types xmlns="http://schemas.openxmlformats.org/package/2006/content-types">
  <Default ContentType="application/vnd.openxmlformats-officedocument.oleObject" Extension="bin"/>
  <Default ContentType="image/jpeg" Extension="jpeg"/>
  <Default ContentType="image/png" Extension="png"/>
  <Default ContentType="application/vnd.openxmlformats-package.relationships+xml" Extension="rels"/>
  <Default ContentType="image/x-wmf" Extension="wmf"/>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0"/>
  </p:notesMasterIdLst>
  <p:handoutMasterIdLst>
    <p:handoutMasterId r:id="rId31"/>
  </p:handoutMasterIdLst>
  <p:sldIdLst>
    <p:sldId id="438" r:id="rId2"/>
    <p:sldId id="488" r:id="rId3"/>
    <p:sldId id="440" r:id="rId4"/>
    <p:sldId id="441" r:id="rId5"/>
    <p:sldId id="443" r:id="rId6"/>
    <p:sldId id="476" r:id="rId7"/>
    <p:sldId id="454" r:id="rId8"/>
    <p:sldId id="455" r:id="rId9"/>
    <p:sldId id="460" r:id="rId10"/>
    <p:sldId id="484" r:id="rId11"/>
    <p:sldId id="494" r:id="rId12"/>
    <p:sldId id="458" r:id="rId13"/>
    <p:sldId id="453" r:id="rId14"/>
    <p:sldId id="477" r:id="rId15"/>
    <p:sldId id="467" r:id="rId16"/>
    <p:sldId id="486" r:id="rId17"/>
    <p:sldId id="466" r:id="rId18"/>
    <p:sldId id="461" r:id="rId19"/>
    <p:sldId id="462" r:id="rId20"/>
    <p:sldId id="463" r:id="rId21"/>
    <p:sldId id="465" r:id="rId22"/>
    <p:sldId id="500" r:id="rId23"/>
    <p:sldId id="495" r:id="rId24"/>
    <p:sldId id="504" r:id="rId25"/>
    <p:sldId id="496" r:id="rId26"/>
    <p:sldId id="501" r:id="rId27"/>
    <p:sldId id="502" r:id="rId28"/>
    <p:sldId id="503" r:id="rId2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29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132" autoAdjust="0"/>
    <p:restoredTop sz="94670" autoAdjust="0"/>
  </p:normalViewPr>
  <p:slideViewPr>
    <p:cSldViewPr>
      <p:cViewPr varScale="1">
        <p:scale>
          <a:sx n="85" d="100"/>
          <a:sy n="85" d="100"/>
        </p:scale>
        <p:origin x="-538" y="-67"/>
      </p:cViewPr>
      <p:guideLst>
        <p:guide orient="horz" pos="129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235"/>
    </p:cViewPr>
  </p:sorterViewPr>
  <p:notesViewPr>
    <p:cSldViewPr>
      <p:cViewPr varScale="1">
        <p:scale>
          <a:sx n="43" d="100"/>
          <a:sy n="43" d="100"/>
        </p:scale>
        <p:origin x="-1422" y="-84"/>
      </p:cViewPr>
      <p:guideLst>
        <p:guide orient="horz" pos="2160"/>
        <p:guide pos="2880"/>
      </p:guideLst>
    </p:cSldViewPr>
  </p:notes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notesMasters/notesMaster1.xml" Type="http://schemas.openxmlformats.org/officeDocument/2006/relationships/notesMaster"/><Relationship Id="rId31" Target="handoutMasters/handoutMaster1.xml" Type="http://schemas.openxmlformats.org/officeDocument/2006/relationships/handoutMaster"/><Relationship Id="rId32" Target="presProps.xml" Type="http://schemas.openxmlformats.org/officeDocument/2006/relationships/presProps"/><Relationship Id="rId33" Target="viewProps.xml" Type="http://schemas.openxmlformats.org/officeDocument/2006/relationships/viewProps"/><Relationship Id="rId34" Target="theme/theme1.xml" Type="http://schemas.openxmlformats.org/officeDocument/2006/relationships/theme"/><Relationship Id="rId35" Target="tableStyles.xml" Type="http://schemas.openxmlformats.org/officeDocument/2006/relationships/tableStyles"/><Relationship Id="rId4" Target="slides/slide3.xml" Type="http://schemas.openxmlformats.org/officeDocument/2006/relationships/slide"/><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B1152C4-907E-346C-5AD3-4862D111F9D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9AC1BEE2-E6F5-1EC3-7198-308B11800514}"/>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31748" name="Rectangle 4">
            <a:extLst>
              <a:ext uri="{FF2B5EF4-FFF2-40B4-BE49-F238E27FC236}">
                <a16:creationId xmlns:a16="http://schemas.microsoft.com/office/drawing/2014/main" id="{3851590C-3369-6D96-D76D-8EC1A8A4E01C}"/>
              </a:ext>
            </a:extLst>
          </p:cNvPr>
          <p:cNvSpPr>
            <a:spLocks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F10C2280-244F-7BEB-D548-7580AE47CD8E}"/>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6F134D72-220D-88CB-57E6-8B2EABEF3FBD}"/>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067092EC-7335-4A84-C79E-CE6865634E05}"/>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6B239E1F-8E23-4200-A092-3DB07C6ECAE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4A5309D6-9C52-6DD5-5FFC-565637744A11}"/>
              </a:ext>
            </a:extLst>
          </p:cNvPr>
          <p:cNvGrpSpPr>
            <a:grpSpLocks/>
          </p:cNvGrpSpPr>
          <p:nvPr/>
        </p:nvGrpSpPr>
        <p:grpSpPr bwMode="auto">
          <a:xfrm>
            <a:off x="0" y="114300"/>
            <a:ext cx="9142413" cy="6742113"/>
            <a:chOff x="0" y="72"/>
            <a:chExt cx="5759" cy="4247"/>
          </a:xfrm>
        </p:grpSpPr>
        <p:sp>
          <p:nvSpPr>
            <p:cNvPr id="3" name="Rectangle 2">
              <a:extLst>
                <a:ext uri="{FF2B5EF4-FFF2-40B4-BE49-F238E27FC236}">
                  <a16:creationId xmlns:a16="http://schemas.microsoft.com/office/drawing/2014/main" id="{C96657D0-B3FE-48D4-E2DF-9D0B8D2FDFA9}"/>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4" name="Group 30">
              <a:extLst>
                <a:ext uri="{FF2B5EF4-FFF2-40B4-BE49-F238E27FC236}">
                  <a16:creationId xmlns:a16="http://schemas.microsoft.com/office/drawing/2014/main" id="{3613D2C9-4D75-89F2-38E1-D261AC1B23C3}"/>
                </a:ext>
              </a:extLst>
            </p:cNvPr>
            <p:cNvGrpSpPr>
              <a:grpSpLocks/>
            </p:cNvGrpSpPr>
            <p:nvPr/>
          </p:nvGrpSpPr>
          <p:grpSpPr bwMode="auto">
            <a:xfrm>
              <a:off x="0" y="72"/>
              <a:ext cx="5759" cy="2040"/>
              <a:chOff x="0" y="72"/>
              <a:chExt cx="5759" cy="2040"/>
            </a:xfrm>
          </p:grpSpPr>
          <p:sp>
            <p:nvSpPr>
              <p:cNvPr id="5" name="Rectangle 3">
                <a:extLst>
                  <a:ext uri="{FF2B5EF4-FFF2-40B4-BE49-F238E27FC236}">
                    <a16:creationId xmlns:a16="http://schemas.microsoft.com/office/drawing/2014/main" id="{97A8BB43-58DD-7717-EA30-94EDB3F6D9E4}"/>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9">
                <a:extLst>
                  <a:ext uri="{FF2B5EF4-FFF2-40B4-BE49-F238E27FC236}">
                    <a16:creationId xmlns:a16="http://schemas.microsoft.com/office/drawing/2014/main" id="{035ABD75-A2A6-C468-F0B8-1E53A028D042}"/>
                  </a:ext>
                </a:extLst>
              </p:cNvPr>
              <p:cNvGrpSpPr>
                <a:grpSpLocks/>
              </p:cNvGrpSpPr>
              <p:nvPr/>
            </p:nvGrpSpPr>
            <p:grpSpPr bwMode="auto">
              <a:xfrm>
                <a:off x="2289" y="72"/>
                <a:ext cx="1440" cy="1984"/>
                <a:chOff x="2289" y="72"/>
                <a:chExt cx="1440" cy="1984"/>
              </a:xfrm>
            </p:grpSpPr>
            <p:sp>
              <p:nvSpPr>
                <p:cNvPr id="27" name="Freeform 4">
                  <a:extLst>
                    <a:ext uri="{FF2B5EF4-FFF2-40B4-BE49-F238E27FC236}">
                      <a16:creationId xmlns:a16="http://schemas.microsoft.com/office/drawing/2014/main" id="{6B14D8CB-BE7A-A635-48A5-076B0A5B5AD1}"/>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5">
                  <a:extLst>
                    <a:ext uri="{FF2B5EF4-FFF2-40B4-BE49-F238E27FC236}">
                      <a16:creationId xmlns:a16="http://schemas.microsoft.com/office/drawing/2014/main" id="{EA6ED5A3-D6E3-0B69-A5D3-EB41973AE72B}"/>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6">
                  <a:extLst>
                    <a:ext uri="{FF2B5EF4-FFF2-40B4-BE49-F238E27FC236}">
                      <a16:creationId xmlns:a16="http://schemas.microsoft.com/office/drawing/2014/main" id="{A352C4F1-67A2-F4D9-250D-720B674EC394}"/>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7">
                  <a:extLst>
                    <a:ext uri="{FF2B5EF4-FFF2-40B4-BE49-F238E27FC236}">
                      <a16:creationId xmlns:a16="http://schemas.microsoft.com/office/drawing/2014/main" id="{41703F18-A201-6CE3-34F1-671C7A52C274}"/>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Freeform 8">
                  <a:extLst>
                    <a:ext uri="{FF2B5EF4-FFF2-40B4-BE49-F238E27FC236}">
                      <a16:creationId xmlns:a16="http://schemas.microsoft.com/office/drawing/2014/main" id="{DA7843EE-64EB-9B61-120A-47871FC2CC93}"/>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 name="Oval 10">
                <a:extLst>
                  <a:ext uri="{FF2B5EF4-FFF2-40B4-BE49-F238E27FC236}">
                    <a16:creationId xmlns:a16="http://schemas.microsoft.com/office/drawing/2014/main" id="{40F24756-4FB5-D98E-D2BA-2F5AEFBE44BC}"/>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29">
                <a:extLst>
                  <a:ext uri="{FF2B5EF4-FFF2-40B4-BE49-F238E27FC236}">
                    <a16:creationId xmlns:a16="http://schemas.microsoft.com/office/drawing/2014/main" id="{6DC2AE7F-D38C-FD8B-335E-4F437EA7D5BD}"/>
                  </a:ext>
                </a:extLst>
              </p:cNvPr>
              <p:cNvGrpSpPr>
                <a:grpSpLocks/>
              </p:cNvGrpSpPr>
              <p:nvPr/>
            </p:nvGrpSpPr>
            <p:grpSpPr bwMode="auto">
              <a:xfrm>
                <a:off x="2071" y="406"/>
                <a:ext cx="1392" cy="1109"/>
                <a:chOff x="2071" y="406"/>
                <a:chExt cx="1392" cy="1109"/>
              </a:xfrm>
            </p:grpSpPr>
            <p:sp>
              <p:nvSpPr>
                <p:cNvPr id="9" name="Freeform 11">
                  <a:extLst>
                    <a:ext uri="{FF2B5EF4-FFF2-40B4-BE49-F238E27FC236}">
                      <a16:creationId xmlns:a16="http://schemas.microsoft.com/office/drawing/2014/main" id="{C5E05CC5-06A5-180D-F4D2-0C4D56E3CBF5}"/>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2">
                  <a:extLst>
                    <a:ext uri="{FF2B5EF4-FFF2-40B4-BE49-F238E27FC236}">
                      <a16:creationId xmlns:a16="http://schemas.microsoft.com/office/drawing/2014/main" id="{DBE61BA9-1219-5D1A-C3E1-4053ECE226A1}"/>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3">
                  <a:extLst>
                    <a:ext uri="{FF2B5EF4-FFF2-40B4-BE49-F238E27FC236}">
                      <a16:creationId xmlns:a16="http://schemas.microsoft.com/office/drawing/2014/main" id="{6BDB1278-6248-B8B5-6A39-D7303713B480}"/>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4">
                  <a:extLst>
                    <a:ext uri="{FF2B5EF4-FFF2-40B4-BE49-F238E27FC236}">
                      <a16:creationId xmlns:a16="http://schemas.microsoft.com/office/drawing/2014/main" id="{606902B3-E1E6-251B-84D3-055BAA718853}"/>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5">
                  <a:extLst>
                    <a:ext uri="{FF2B5EF4-FFF2-40B4-BE49-F238E27FC236}">
                      <a16:creationId xmlns:a16="http://schemas.microsoft.com/office/drawing/2014/main" id="{4D8FA313-AF29-740A-B644-B0EE75566F55}"/>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6">
                  <a:extLst>
                    <a:ext uri="{FF2B5EF4-FFF2-40B4-BE49-F238E27FC236}">
                      <a16:creationId xmlns:a16="http://schemas.microsoft.com/office/drawing/2014/main" id="{E9B0AC98-7DC3-0BE2-9EEB-75484A323A6C}"/>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7">
                  <a:extLst>
                    <a:ext uri="{FF2B5EF4-FFF2-40B4-BE49-F238E27FC236}">
                      <a16:creationId xmlns:a16="http://schemas.microsoft.com/office/drawing/2014/main" id="{143392E5-D6AD-3DC4-F000-771F7064DD2C}"/>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8">
                  <a:extLst>
                    <a:ext uri="{FF2B5EF4-FFF2-40B4-BE49-F238E27FC236}">
                      <a16:creationId xmlns:a16="http://schemas.microsoft.com/office/drawing/2014/main" id="{492B756E-516F-D74E-438D-B04BE3866634}"/>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9">
                  <a:extLst>
                    <a:ext uri="{FF2B5EF4-FFF2-40B4-BE49-F238E27FC236}">
                      <a16:creationId xmlns:a16="http://schemas.microsoft.com/office/drawing/2014/main" id="{F73B2786-8F1C-274A-7697-5D9B54FDC054}"/>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20">
                  <a:extLst>
                    <a:ext uri="{FF2B5EF4-FFF2-40B4-BE49-F238E27FC236}">
                      <a16:creationId xmlns:a16="http://schemas.microsoft.com/office/drawing/2014/main" id="{62E7E126-253D-9815-5EA9-CED54C6F1556}"/>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21">
                  <a:extLst>
                    <a:ext uri="{FF2B5EF4-FFF2-40B4-BE49-F238E27FC236}">
                      <a16:creationId xmlns:a16="http://schemas.microsoft.com/office/drawing/2014/main" id="{58342B1D-DF2F-5CD3-465D-2C3769050F02}"/>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2">
                  <a:extLst>
                    <a:ext uri="{FF2B5EF4-FFF2-40B4-BE49-F238E27FC236}">
                      <a16:creationId xmlns:a16="http://schemas.microsoft.com/office/drawing/2014/main" id="{AAF09238-10D9-F265-E423-2ACF62D69693}"/>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3">
                  <a:extLst>
                    <a:ext uri="{FF2B5EF4-FFF2-40B4-BE49-F238E27FC236}">
                      <a16:creationId xmlns:a16="http://schemas.microsoft.com/office/drawing/2014/main" id="{0CF8A71A-CA96-A7D9-48D4-C6A83C1F1935}"/>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4">
                  <a:extLst>
                    <a:ext uri="{FF2B5EF4-FFF2-40B4-BE49-F238E27FC236}">
                      <a16:creationId xmlns:a16="http://schemas.microsoft.com/office/drawing/2014/main" id="{457D8642-E4A9-0251-92B4-D3508738E579}"/>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5">
                  <a:extLst>
                    <a:ext uri="{FF2B5EF4-FFF2-40B4-BE49-F238E27FC236}">
                      <a16:creationId xmlns:a16="http://schemas.microsoft.com/office/drawing/2014/main" id="{DB662B10-88BA-F4B5-71C5-56CE7C67230B}"/>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6">
                  <a:extLst>
                    <a:ext uri="{FF2B5EF4-FFF2-40B4-BE49-F238E27FC236}">
                      <a16:creationId xmlns:a16="http://schemas.microsoft.com/office/drawing/2014/main" id="{1AA0B5D4-6630-9116-DB47-9295C6DB6138}"/>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7">
                  <a:extLst>
                    <a:ext uri="{FF2B5EF4-FFF2-40B4-BE49-F238E27FC236}">
                      <a16:creationId xmlns:a16="http://schemas.microsoft.com/office/drawing/2014/main" id="{F8FFA6FA-A412-FD86-4994-11D2344EA683}"/>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8">
                  <a:extLst>
                    <a:ext uri="{FF2B5EF4-FFF2-40B4-BE49-F238E27FC236}">
                      <a16:creationId xmlns:a16="http://schemas.microsoft.com/office/drawing/2014/main" id="{4E0A99B1-4FF1-ABCE-032B-4549BF232A80}"/>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2" name="Rectangle 34">
            <a:extLst>
              <a:ext uri="{FF2B5EF4-FFF2-40B4-BE49-F238E27FC236}">
                <a16:creationId xmlns:a16="http://schemas.microsoft.com/office/drawing/2014/main" id="{F9C67FAE-F9D4-F19B-A0A6-6E92186C5970}"/>
              </a:ext>
            </a:extLst>
          </p:cNvPr>
          <p:cNvSpPr>
            <a:spLocks noGrp="1" noChangeArrowheads="1"/>
          </p:cNvSpPr>
          <p:nvPr>
            <p:ph type="dt" sz="quarter" idx="10"/>
          </p:nvPr>
        </p:nvSpPr>
        <p:spPr/>
        <p:txBody>
          <a:bodyPr/>
          <a:lstStyle>
            <a:lvl1pPr>
              <a:defRPr/>
            </a:lvl1pPr>
          </a:lstStyle>
          <a:p>
            <a:pPr>
              <a:defRPr/>
            </a:pPr>
            <a:endParaRPr lang="en-US"/>
          </a:p>
        </p:txBody>
      </p:sp>
      <p:sp>
        <p:nvSpPr>
          <p:cNvPr id="33" name="Rectangle 35">
            <a:extLst>
              <a:ext uri="{FF2B5EF4-FFF2-40B4-BE49-F238E27FC236}">
                <a16:creationId xmlns:a16="http://schemas.microsoft.com/office/drawing/2014/main" id="{20F6937C-5F4D-02FF-DFF8-CB395EB8656E}"/>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Tenth Edition, (c) 2013 Pearson Education, Inc. All rights reserved. </a:t>
            </a:r>
          </a:p>
        </p:txBody>
      </p:sp>
      <p:sp>
        <p:nvSpPr>
          <p:cNvPr id="34" name="Rectangle 36">
            <a:extLst>
              <a:ext uri="{FF2B5EF4-FFF2-40B4-BE49-F238E27FC236}">
                <a16:creationId xmlns:a16="http://schemas.microsoft.com/office/drawing/2014/main" id="{7BD06584-627B-8774-A50C-2FEF6DA3AADE}"/>
              </a:ext>
            </a:extLst>
          </p:cNvPr>
          <p:cNvSpPr>
            <a:spLocks noGrp="1" noChangeArrowheads="1"/>
          </p:cNvSpPr>
          <p:nvPr>
            <p:ph type="sldNum" sz="quarter" idx="12"/>
          </p:nvPr>
        </p:nvSpPr>
        <p:spPr>
          <a:xfrm>
            <a:off x="6553200" y="6400800"/>
            <a:ext cx="1905000" cy="457200"/>
          </a:xfrm>
        </p:spPr>
        <p:txBody>
          <a:bodyPr/>
          <a:lstStyle>
            <a:lvl1pPr>
              <a:defRPr/>
            </a:lvl1pPr>
          </a:lstStyle>
          <a:p>
            <a:fld id="{EAEBD5B8-EDC9-4F84-AD83-7AFD70D4BDA6}" type="slidenum">
              <a:rPr lang="en-US" altLang="en-US"/>
              <a:pPr/>
              <a:t>‹#›</a:t>
            </a:fld>
            <a:endParaRPr lang="en-US" altLang="en-US"/>
          </a:p>
        </p:txBody>
      </p:sp>
    </p:spTree>
    <p:extLst>
      <p:ext uri="{BB962C8B-B14F-4D97-AF65-F5344CB8AC3E}">
        <p14:creationId xmlns:p14="http://schemas.microsoft.com/office/powerpoint/2010/main" val="4248134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74426585-3150-D643-193A-A1E1E01CD43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C42CC206-F0F5-6657-B69D-924103562D3A}"/>
              </a:ext>
            </a:extLst>
          </p:cNvPr>
          <p:cNvSpPr>
            <a:spLocks noGrp="1" noChangeArrowheads="1"/>
          </p:cNvSpPr>
          <p:nvPr>
            <p:ph type="sldNum" sz="quarter" idx="11"/>
          </p:nvPr>
        </p:nvSpPr>
        <p:spPr>
          <a:ln/>
        </p:spPr>
        <p:txBody>
          <a:bodyPr/>
          <a:lstStyle>
            <a:lvl1pPr>
              <a:defRPr/>
            </a:lvl1pPr>
          </a:lstStyle>
          <a:p>
            <a:fld id="{0C5D9C95-A4B8-4102-81B0-24194C3FBD7B}" type="slidenum">
              <a:rPr lang="en-US" altLang="en-US"/>
              <a:pPr/>
              <a:t>‹#›</a:t>
            </a:fld>
            <a:endParaRPr lang="en-US" altLang="en-US"/>
          </a:p>
        </p:txBody>
      </p:sp>
    </p:spTree>
    <p:extLst>
      <p:ext uri="{BB962C8B-B14F-4D97-AF65-F5344CB8AC3E}">
        <p14:creationId xmlns:p14="http://schemas.microsoft.com/office/powerpoint/2010/main" val="1079846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31447E8B-5B59-A799-14E3-0C6BF14900E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FED52FB6-8D88-591D-51CA-D296C64F224D}"/>
              </a:ext>
            </a:extLst>
          </p:cNvPr>
          <p:cNvSpPr>
            <a:spLocks noGrp="1" noChangeArrowheads="1"/>
          </p:cNvSpPr>
          <p:nvPr>
            <p:ph type="sldNum" sz="quarter" idx="11"/>
          </p:nvPr>
        </p:nvSpPr>
        <p:spPr>
          <a:ln/>
        </p:spPr>
        <p:txBody>
          <a:bodyPr/>
          <a:lstStyle>
            <a:lvl1pPr>
              <a:defRPr/>
            </a:lvl1pPr>
          </a:lstStyle>
          <a:p>
            <a:fld id="{302C28D0-A134-4247-B549-94863F59456C}" type="slidenum">
              <a:rPr lang="en-US" altLang="en-US"/>
              <a:pPr/>
              <a:t>‹#›</a:t>
            </a:fld>
            <a:endParaRPr lang="en-US" altLang="en-US"/>
          </a:p>
        </p:txBody>
      </p:sp>
    </p:spTree>
    <p:extLst>
      <p:ext uri="{BB962C8B-B14F-4D97-AF65-F5344CB8AC3E}">
        <p14:creationId xmlns:p14="http://schemas.microsoft.com/office/powerpoint/2010/main" val="125348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E0CD5BB6-B57D-D61B-F8DE-A64084BB3E4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7C509D1D-E357-7920-4211-BBFD83937AA5}"/>
              </a:ext>
            </a:extLst>
          </p:cNvPr>
          <p:cNvSpPr>
            <a:spLocks noGrp="1" noChangeArrowheads="1"/>
          </p:cNvSpPr>
          <p:nvPr>
            <p:ph type="sldNum" sz="quarter" idx="11"/>
          </p:nvPr>
        </p:nvSpPr>
        <p:spPr>
          <a:ln/>
        </p:spPr>
        <p:txBody>
          <a:bodyPr/>
          <a:lstStyle>
            <a:lvl1pPr>
              <a:defRPr/>
            </a:lvl1pPr>
          </a:lstStyle>
          <a:p>
            <a:fld id="{9FE026DE-E4D0-4B84-B920-36E370607541}" type="slidenum">
              <a:rPr lang="en-US" altLang="en-US"/>
              <a:pPr/>
              <a:t>‹#›</a:t>
            </a:fld>
            <a:endParaRPr lang="en-US" altLang="en-US"/>
          </a:p>
        </p:txBody>
      </p:sp>
    </p:spTree>
    <p:extLst>
      <p:ext uri="{BB962C8B-B14F-4D97-AF65-F5344CB8AC3E}">
        <p14:creationId xmlns:p14="http://schemas.microsoft.com/office/powerpoint/2010/main" val="794411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2B83AA89-AF21-DA4D-F353-462912BE558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0F8C077E-4EE5-EC37-EF37-EDBFB825C84F}"/>
              </a:ext>
            </a:extLst>
          </p:cNvPr>
          <p:cNvSpPr>
            <a:spLocks noGrp="1" noChangeArrowheads="1"/>
          </p:cNvSpPr>
          <p:nvPr>
            <p:ph type="sldNum" sz="quarter" idx="11"/>
          </p:nvPr>
        </p:nvSpPr>
        <p:spPr>
          <a:ln/>
        </p:spPr>
        <p:txBody>
          <a:bodyPr/>
          <a:lstStyle>
            <a:lvl1pPr>
              <a:defRPr/>
            </a:lvl1pPr>
          </a:lstStyle>
          <a:p>
            <a:fld id="{85C15AEF-8C61-4817-B532-F1FCD7A17BD4}" type="slidenum">
              <a:rPr lang="en-US" altLang="en-US"/>
              <a:pPr/>
              <a:t>‹#›</a:t>
            </a:fld>
            <a:endParaRPr lang="en-US" altLang="en-US"/>
          </a:p>
        </p:txBody>
      </p:sp>
    </p:spTree>
    <p:extLst>
      <p:ext uri="{BB962C8B-B14F-4D97-AF65-F5344CB8AC3E}">
        <p14:creationId xmlns:p14="http://schemas.microsoft.com/office/powerpoint/2010/main" val="3557556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C1E8C180-1C51-5BE4-876E-B7368DFD194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0CE90C84-0492-D255-0E2C-463FC52126CD}"/>
              </a:ext>
            </a:extLst>
          </p:cNvPr>
          <p:cNvSpPr>
            <a:spLocks noGrp="1" noChangeArrowheads="1"/>
          </p:cNvSpPr>
          <p:nvPr>
            <p:ph type="sldNum" sz="quarter" idx="11"/>
          </p:nvPr>
        </p:nvSpPr>
        <p:spPr>
          <a:ln/>
        </p:spPr>
        <p:txBody>
          <a:bodyPr/>
          <a:lstStyle>
            <a:lvl1pPr>
              <a:defRPr/>
            </a:lvl1pPr>
          </a:lstStyle>
          <a:p>
            <a:fld id="{50AB3DBD-D8E2-49CE-9F0A-9D2285832061}" type="slidenum">
              <a:rPr lang="en-US" altLang="en-US"/>
              <a:pPr/>
              <a:t>‹#›</a:t>
            </a:fld>
            <a:endParaRPr lang="en-US" altLang="en-US"/>
          </a:p>
        </p:txBody>
      </p:sp>
    </p:spTree>
    <p:extLst>
      <p:ext uri="{BB962C8B-B14F-4D97-AF65-F5344CB8AC3E}">
        <p14:creationId xmlns:p14="http://schemas.microsoft.com/office/powerpoint/2010/main" val="4247500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191BFC5C-86E5-C7DA-8B4F-A9765FABBEC8}"/>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B93F01D2-5FDB-33FA-EF10-56784E08D3A3}"/>
              </a:ext>
            </a:extLst>
          </p:cNvPr>
          <p:cNvSpPr>
            <a:spLocks noGrp="1" noChangeArrowheads="1"/>
          </p:cNvSpPr>
          <p:nvPr>
            <p:ph type="sldNum" sz="quarter" idx="11"/>
          </p:nvPr>
        </p:nvSpPr>
        <p:spPr>
          <a:ln/>
        </p:spPr>
        <p:txBody>
          <a:bodyPr/>
          <a:lstStyle>
            <a:lvl1pPr>
              <a:defRPr/>
            </a:lvl1pPr>
          </a:lstStyle>
          <a:p>
            <a:fld id="{598C81EB-BE6F-48AB-BF1E-243ACF2EC934}" type="slidenum">
              <a:rPr lang="en-US" altLang="en-US"/>
              <a:pPr/>
              <a:t>‹#›</a:t>
            </a:fld>
            <a:endParaRPr lang="en-US" altLang="en-US"/>
          </a:p>
        </p:txBody>
      </p:sp>
    </p:spTree>
    <p:extLst>
      <p:ext uri="{BB962C8B-B14F-4D97-AF65-F5344CB8AC3E}">
        <p14:creationId xmlns:p14="http://schemas.microsoft.com/office/powerpoint/2010/main" val="2106329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A17AEC0F-0335-D4A1-B82F-E5D2DA1DE4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159CF1B-E192-A886-0D5D-EDA014880C38}"/>
              </a:ext>
            </a:extLst>
          </p:cNvPr>
          <p:cNvSpPr>
            <a:spLocks noGrp="1" noChangeArrowheads="1"/>
          </p:cNvSpPr>
          <p:nvPr>
            <p:ph type="sldNum" sz="quarter" idx="11"/>
          </p:nvPr>
        </p:nvSpPr>
        <p:spPr>
          <a:ln/>
        </p:spPr>
        <p:txBody>
          <a:bodyPr/>
          <a:lstStyle>
            <a:lvl1pPr>
              <a:defRPr/>
            </a:lvl1pPr>
          </a:lstStyle>
          <a:p>
            <a:fld id="{A804C993-0732-4B4C-BE58-5FEB6785BB8A}" type="slidenum">
              <a:rPr lang="en-US" altLang="en-US"/>
              <a:pPr/>
              <a:t>‹#›</a:t>
            </a:fld>
            <a:endParaRPr lang="en-US" altLang="en-US"/>
          </a:p>
        </p:txBody>
      </p:sp>
    </p:spTree>
    <p:extLst>
      <p:ext uri="{BB962C8B-B14F-4D97-AF65-F5344CB8AC3E}">
        <p14:creationId xmlns:p14="http://schemas.microsoft.com/office/powerpoint/2010/main" val="2520976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F5BF42FC-E125-D919-4538-8600A7B9731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A4606813-8D94-41FA-685F-A0719C076894}"/>
              </a:ext>
            </a:extLst>
          </p:cNvPr>
          <p:cNvSpPr>
            <a:spLocks noGrp="1" noChangeArrowheads="1"/>
          </p:cNvSpPr>
          <p:nvPr>
            <p:ph type="sldNum" sz="quarter" idx="11"/>
          </p:nvPr>
        </p:nvSpPr>
        <p:spPr>
          <a:ln/>
        </p:spPr>
        <p:txBody>
          <a:bodyPr/>
          <a:lstStyle>
            <a:lvl1pPr>
              <a:defRPr/>
            </a:lvl1pPr>
          </a:lstStyle>
          <a:p>
            <a:fld id="{CE53B68C-18D2-47A5-9B27-AEDBE228223E}" type="slidenum">
              <a:rPr lang="en-US" altLang="en-US"/>
              <a:pPr/>
              <a:t>‹#›</a:t>
            </a:fld>
            <a:endParaRPr lang="en-US" altLang="en-US"/>
          </a:p>
        </p:txBody>
      </p:sp>
    </p:spTree>
    <p:extLst>
      <p:ext uri="{BB962C8B-B14F-4D97-AF65-F5344CB8AC3E}">
        <p14:creationId xmlns:p14="http://schemas.microsoft.com/office/powerpoint/2010/main" val="3680109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BF43FC8A-43A1-45FB-52CC-5E452927803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134EFBC6-7DE6-3A55-6ED8-38BD5C8C4B6A}"/>
              </a:ext>
            </a:extLst>
          </p:cNvPr>
          <p:cNvSpPr>
            <a:spLocks noGrp="1" noChangeArrowheads="1"/>
          </p:cNvSpPr>
          <p:nvPr>
            <p:ph type="sldNum" sz="quarter" idx="11"/>
          </p:nvPr>
        </p:nvSpPr>
        <p:spPr>
          <a:ln/>
        </p:spPr>
        <p:txBody>
          <a:bodyPr/>
          <a:lstStyle>
            <a:lvl1pPr>
              <a:defRPr/>
            </a:lvl1pPr>
          </a:lstStyle>
          <a:p>
            <a:fld id="{23FBD4A0-BAEA-43F6-A069-0E452664C5EE}" type="slidenum">
              <a:rPr lang="en-US" altLang="en-US"/>
              <a:pPr/>
              <a:t>‹#›</a:t>
            </a:fld>
            <a:endParaRPr lang="en-US" altLang="en-US"/>
          </a:p>
        </p:txBody>
      </p:sp>
    </p:spTree>
    <p:extLst>
      <p:ext uri="{BB962C8B-B14F-4D97-AF65-F5344CB8AC3E}">
        <p14:creationId xmlns:p14="http://schemas.microsoft.com/office/powerpoint/2010/main" val="2800769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9D313F00-63A6-71C8-1626-E19ACAEB879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EF8F60F8-A195-8BCD-41AB-AB2AFDA4C26D}"/>
              </a:ext>
            </a:extLst>
          </p:cNvPr>
          <p:cNvSpPr>
            <a:spLocks noGrp="1" noChangeArrowheads="1"/>
          </p:cNvSpPr>
          <p:nvPr>
            <p:ph type="sldNum" sz="quarter" idx="11"/>
          </p:nvPr>
        </p:nvSpPr>
        <p:spPr>
          <a:ln/>
        </p:spPr>
        <p:txBody>
          <a:bodyPr/>
          <a:lstStyle>
            <a:lvl1pPr>
              <a:defRPr/>
            </a:lvl1pPr>
          </a:lstStyle>
          <a:p>
            <a:fld id="{B420079D-4635-489D-99FA-FD9DD05A08F5}" type="slidenum">
              <a:rPr lang="en-US" altLang="en-US"/>
              <a:pPr/>
              <a:t>‹#›</a:t>
            </a:fld>
            <a:endParaRPr lang="en-US" altLang="en-US"/>
          </a:p>
        </p:txBody>
      </p:sp>
    </p:spTree>
    <p:extLst>
      <p:ext uri="{BB962C8B-B14F-4D97-AF65-F5344CB8AC3E}">
        <p14:creationId xmlns:p14="http://schemas.microsoft.com/office/powerpoint/2010/main" val="3209355285"/>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DC384EA4-381E-A608-6DDD-384F1F1D13CB}"/>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670AD813-9F4B-5957-3492-2C4B0AEFD7D2}"/>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a:extLst>
                <a:ext uri="{FF2B5EF4-FFF2-40B4-BE49-F238E27FC236}">
                  <a16:creationId xmlns:a16="http://schemas.microsoft.com/office/drawing/2014/main" id="{0721CD25-1EAD-A136-A6BE-428D82FF1E4C}"/>
                </a:ext>
              </a:extLst>
            </p:cNvPr>
            <p:cNvGrpSpPr>
              <a:grpSpLocks/>
            </p:cNvGrpSpPr>
            <p:nvPr/>
          </p:nvGrpSpPr>
          <p:grpSpPr bwMode="auto">
            <a:xfrm>
              <a:off x="4458" y="2751"/>
              <a:ext cx="1190" cy="1426"/>
              <a:chOff x="4458" y="2751"/>
              <a:chExt cx="1190" cy="1426"/>
            </a:xfrm>
          </p:grpSpPr>
          <p:sp>
            <p:nvSpPr>
              <p:cNvPr id="1034" name="Freeform 3">
                <a:extLst>
                  <a:ext uri="{FF2B5EF4-FFF2-40B4-BE49-F238E27FC236}">
                    <a16:creationId xmlns:a16="http://schemas.microsoft.com/office/drawing/2014/main" id="{8F7B7142-2921-2F49-B7A8-5E39E099A96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a:extLst>
                  <a:ext uri="{FF2B5EF4-FFF2-40B4-BE49-F238E27FC236}">
                    <a16:creationId xmlns:a16="http://schemas.microsoft.com/office/drawing/2014/main" id="{A679396E-3328-F4F7-881B-7BEFFC9A9DA8}"/>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a:extLst>
                  <a:ext uri="{FF2B5EF4-FFF2-40B4-BE49-F238E27FC236}">
                    <a16:creationId xmlns:a16="http://schemas.microsoft.com/office/drawing/2014/main" id="{546B7E18-5172-D812-7E7A-CB1790B8920D}"/>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a:extLst>
                  <a:ext uri="{FF2B5EF4-FFF2-40B4-BE49-F238E27FC236}">
                    <a16:creationId xmlns:a16="http://schemas.microsoft.com/office/drawing/2014/main" id="{648DD25E-E7AE-9227-73C8-B07028AE7EA3}"/>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a:extLst>
                  <a:ext uri="{FF2B5EF4-FFF2-40B4-BE49-F238E27FC236}">
                    <a16:creationId xmlns:a16="http://schemas.microsoft.com/office/drawing/2014/main" id="{7521B79C-2D05-E94E-9881-8F6DF5E0B91B}"/>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FA50B297-5F75-CE97-F6BA-75216F2E64E6}"/>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a:extLst>
                  <a:ext uri="{FF2B5EF4-FFF2-40B4-BE49-F238E27FC236}">
                    <a16:creationId xmlns:a16="http://schemas.microsoft.com/office/drawing/2014/main" id="{8D1B0903-EF8D-F101-0273-9FC1D2F39DBB}"/>
                  </a:ext>
                </a:extLst>
              </p:cNvPr>
              <p:cNvGrpSpPr>
                <a:grpSpLocks/>
              </p:cNvGrpSpPr>
              <p:nvPr/>
            </p:nvGrpSpPr>
            <p:grpSpPr bwMode="auto">
              <a:xfrm>
                <a:off x="4458" y="2991"/>
                <a:ext cx="999" cy="797"/>
                <a:chOff x="4458" y="2991"/>
                <a:chExt cx="999" cy="797"/>
              </a:xfrm>
            </p:grpSpPr>
            <p:sp>
              <p:nvSpPr>
                <p:cNvPr id="1041" name="Freeform 9">
                  <a:extLst>
                    <a:ext uri="{FF2B5EF4-FFF2-40B4-BE49-F238E27FC236}">
                      <a16:creationId xmlns:a16="http://schemas.microsoft.com/office/drawing/2014/main" id="{08597704-9293-C158-7054-33B88A6CC6CE}"/>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a:extLst>
                    <a:ext uri="{FF2B5EF4-FFF2-40B4-BE49-F238E27FC236}">
                      <a16:creationId xmlns:a16="http://schemas.microsoft.com/office/drawing/2014/main" id="{A13C669B-CB5A-9551-1827-121E5CD15DD9}"/>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a:extLst>
                    <a:ext uri="{FF2B5EF4-FFF2-40B4-BE49-F238E27FC236}">
                      <a16:creationId xmlns:a16="http://schemas.microsoft.com/office/drawing/2014/main" id="{EA9ACFEE-3800-52E1-D66B-BBB953E1080A}"/>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a:extLst>
                    <a:ext uri="{FF2B5EF4-FFF2-40B4-BE49-F238E27FC236}">
                      <a16:creationId xmlns:a16="http://schemas.microsoft.com/office/drawing/2014/main" id="{43C17E6C-D2A6-07C5-6A60-557415D00D8D}"/>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a:extLst>
                    <a:ext uri="{FF2B5EF4-FFF2-40B4-BE49-F238E27FC236}">
                      <a16:creationId xmlns:a16="http://schemas.microsoft.com/office/drawing/2014/main" id="{F7845580-9E68-EC1D-F5B0-65FB3D74FB2D}"/>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a:extLst>
                    <a:ext uri="{FF2B5EF4-FFF2-40B4-BE49-F238E27FC236}">
                      <a16:creationId xmlns:a16="http://schemas.microsoft.com/office/drawing/2014/main" id="{98EB6E60-7816-2D3B-5F57-B91CBDC327F2}"/>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a:extLst>
                    <a:ext uri="{FF2B5EF4-FFF2-40B4-BE49-F238E27FC236}">
                      <a16:creationId xmlns:a16="http://schemas.microsoft.com/office/drawing/2014/main" id="{23C79CCB-1AAE-19CD-1453-F1710E6BAC71}"/>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a:extLst>
                    <a:ext uri="{FF2B5EF4-FFF2-40B4-BE49-F238E27FC236}">
                      <a16:creationId xmlns:a16="http://schemas.microsoft.com/office/drawing/2014/main" id="{DDFD0EE2-C495-35C7-CB44-2923615D73E4}"/>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a:extLst>
                    <a:ext uri="{FF2B5EF4-FFF2-40B4-BE49-F238E27FC236}">
                      <a16:creationId xmlns:a16="http://schemas.microsoft.com/office/drawing/2014/main" id="{BA4B5EF9-1D11-9EF9-5859-101C0693E652}"/>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a:extLst>
                    <a:ext uri="{FF2B5EF4-FFF2-40B4-BE49-F238E27FC236}">
                      <a16:creationId xmlns:a16="http://schemas.microsoft.com/office/drawing/2014/main" id="{E9B86EE1-BB60-1190-3D07-2AEB25A04EF7}"/>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a:extLst>
                    <a:ext uri="{FF2B5EF4-FFF2-40B4-BE49-F238E27FC236}">
                      <a16:creationId xmlns:a16="http://schemas.microsoft.com/office/drawing/2014/main" id="{90144636-32D7-4D20-7FAC-532352807B4D}"/>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a:extLst>
                    <a:ext uri="{FF2B5EF4-FFF2-40B4-BE49-F238E27FC236}">
                      <a16:creationId xmlns:a16="http://schemas.microsoft.com/office/drawing/2014/main" id="{BF3A6F2A-2032-EEF9-9807-4219E0A12BDB}"/>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a:extLst>
                    <a:ext uri="{FF2B5EF4-FFF2-40B4-BE49-F238E27FC236}">
                      <a16:creationId xmlns:a16="http://schemas.microsoft.com/office/drawing/2014/main" id="{BA082C96-8B46-B83D-6C26-6AF085D8682B}"/>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a:extLst>
                    <a:ext uri="{FF2B5EF4-FFF2-40B4-BE49-F238E27FC236}">
                      <a16:creationId xmlns:a16="http://schemas.microsoft.com/office/drawing/2014/main" id="{0ACC697F-F872-0739-9A32-907A14BDE45B}"/>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a:extLst>
                    <a:ext uri="{FF2B5EF4-FFF2-40B4-BE49-F238E27FC236}">
                      <a16:creationId xmlns:a16="http://schemas.microsoft.com/office/drawing/2014/main" id="{2B919ED9-845F-66EC-D296-E9086ADA349D}"/>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a:extLst>
                    <a:ext uri="{FF2B5EF4-FFF2-40B4-BE49-F238E27FC236}">
                      <a16:creationId xmlns:a16="http://schemas.microsoft.com/office/drawing/2014/main" id="{D0B2C3F1-5469-850B-EFC2-4A56791F116C}"/>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a:extLst>
                    <a:ext uri="{FF2B5EF4-FFF2-40B4-BE49-F238E27FC236}">
                      <a16:creationId xmlns:a16="http://schemas.microsoft.com/office/drawing/2014/main" id="{63F87506-7786-BF3A-40D3-8B2DCAFBCA14}"/>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a:extLst>
                    <a:ext uri="{FF2B5EF4-FFF2-40B4-BE49-F238E27FC236}">
                      <a16:creationId xmlns:a16="http://schemas.microsoft.com/office/drawing/2014/main" id="{2475F25F-72AA-52BD-92B7-12C01800EA39}"/>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70947BF7-6226-DFCE-6113-938CA6E64C37}"/>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37EFD6EA-85D8-45C3-CA1C-D40FE703383B}"/>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CE3010EC-28A1-4E43-E468-23709BF82272}"/>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BAADBFD-215A-F308-5CBA-4BD31987235C}"/>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2DD3A2CD-1D40-4CD9-9422-8541CBB0387B}" type="slidenum">
              <a:rPr lang="en-US" altLang="en-US"/>
              <a:pPr/>
              <a:t>‹#›</a:t>
            </a:fld>
            <a:endParaRPr lang="en-US" altLang="en-US"/>
          </a:p>
        </p:txBody>
      </p:sp>
      <p:sp>
        <p:nvSpPr>
          <p:cNvPr id="1031" name="Rectangle 35">
            <a:extLst>
              <a:ext uri="{FF2B5EF4-FFF2-40B4-BE49-F238E27FC236}">
                <a16:creationId xmlns:a16="http://schemas.microsoft.com/office/drawing/2014/main" id="{5AE0A4A2-5EE6-FAE6-5F73-E18CF986AC23}"/>
              </a:ext>
            </a:extLst>
          </p:cNvPr>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a:latin typeface="Arial" pitchFamily="34" charset="0"/>
              </a:rPr>
              <a:t>Liang, Introduction to Java Programming, Tenth Edition, (c) 2013 Pearson Education, Inc. All rights reserved. </a:t>
            </a:r>
          </a:p>
        </p:txBody>
      </p:sp>
    </p:spTree>
  </p:cSld>
  <p:clrMap bg1="lt1" tx1="dk1" bg2="lt2" tx2="dk2" accent1="accent1" accent2="accent2" accent3="accent3" accent4="accent4" accent5="accent5" accent6="accent6" hlink="hlink" folHlink="folHlink"/>
  <p:sldLayoutIdLst>
    <p:sldLayoutId id="2147483755"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embeddings/oleObject1.bin" Type="http://schemas.openxmlformats.org/officeDocument/2006/relationships/oleObject"/><Relationship Id="rId3" Target="../media/image5.wmf"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embeddings/oleObject2.bin" Type="http://schemas.openxmlformats.org/officeDocument/2006/relationships/oleObject"/><Relationship Id="rId3" Target="../media/image6.wm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html/TestArrayAndLinkedList.bat" TargetMode="External" Type="http://schemas.openxmlformats.org/officeDocument/2006/relationships/hyperlink"/><Relationship Id="rId3" Target="html/TestArrayAndLinkedList.html" TargetMode="External" Type="http://schemas.openxmlformats.org/officeDocument/2006/relationships/hyperlink"/><Relationship Id="rId4" Target="http://www.cs.armstrong.edu/liang/intro10e/html/TestArrayAndLinkedList.html"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html/GeometricObjectComparator.html" TargetMode="External" Type="http://schemas.openxmlformats.org/officeDocument/2006/relationships/hyperlink"/><Relationship Id="rId3" Target="html/TestComparator.html" TargetMode="External" Type="http://schemas.openxmlformats.org/officeDocument/2006/relationships/hyperlink"/><Relationship Id="rId4" Target="html/TestComparator.bat" TargetMode="External" Type="http://schemas.openxmlformats.org/officeDocument/2006/relationships/hyperlink"/><Relationship Id="rId5" Target="http://www.cs.armstrong.edu/liang/intro10e/html/GeometricObjectComparator.html" TargetMode="External" Type="http://schemas.openxmlformats.org/officeDocument/2006/relationships/hyperlink"/><Relationship Id="rId6" Target="http://www.cs.armstrong.edu/liang/intro10e/html/TestComparator.html"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 Id="rId2" Target="html/MultipleBounceBall.bat" TargetMode="External" Type="http://schemas.openxmlformats.org/officeDocument/2006/relationships/hyperlink"/><Relationship Id="rId3" Target="html/MultipleBounceBall.html" TargetMode="External" Type="http://schemas.openxmlformats.org/officeDocument/2006/relationships/hyperlink"/><Relationship Id="rId4" Target="http://www.cs.armstrong.edu/liang/intro10e/html/MultipleBounceBall.html" TargetMode="External" Type="http://schemas.openxmlformats.org/officeDocument/2006/relationships/hyperlink"/><Relationship Id="rId5"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 Id="rId2" Target="../embeddings/oleObject3.bin" Type="http://schemas.openxmlformats.org/officeDocument/2006/relationships/oleObject"/><Relationship Id="rId3" Target="../media/image10.wmf"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 Id="rId2" Target="html/PriorityQueueDemo.bat" TargetMode="External" Type="http://schemas.openxmlformats.org/officeDocument/2006/relationships/hyperlink"/><Relationship Id="rId3" Target="html/PriorityQueueDemo.html" TargetMode="External" Type="http://schemas.openxmlformats.org/officeDocument/2006/relationships/hyperlink"/><Relationship Id="rId4" Target="http://www.cs.armstrong.edu/liang/intro10e/html/PriorityQueueDemo.html" TargetMode="External" Type="http://schemas.openxmlformats.org/officeDocument/2006/relationships/hyperlink"/><Relationship Id="rId5" Target="../media/image1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png" Type="http://schemas.openxmlformats.org/officeDocument/2006/relationships/image"/><Relationship Id="rId3" Target="html/EvaluateExpression.html" TargetMode="External" Type="http://schemas.openxmlformats.org/officeDocument/2006/relationships/hyperlink"/><Relationship Id="rId4" Target="http://www.cs.armstrong.edu/liang/intro10e/html/EvaluateExpression.html" TargetMode="External" Type="http://schemas.openxmlformats.org/officeDocument/2006/relationships/hyperlink"/><Relationship Id="rId5" Target="../media/image1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pn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74" name="Slide Number Placeholder 4">
            <a:extLst>
              <a:ext uri="{FF2B5EF4-FFF2-40B4-BE49-F238E27FC236}">
                <a16:creationId xmlns:a16="http://schemas.microsoft.com/office/drawing/2014/main" id="{5228C3BA-81D6-2CB7-2015-FAC6459F0C97}"/>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EA620C44-6B5A-4EA8-A95D-3103A069C648}" type="slidenum">
              <a:rPr altLang="en-US" lang="en-US" sz="1400"/>
              <a:pPr>
                <a:spcBef>
                  <a:spcPct val="0"/>
                </a:spcBef>
                <a:buClrTx/>
                <a:buSzTx/>
                <a:buFontTx/>
                <a:buNone/>
              </a:pPr>
              <a:t>1</a:t>
            </a:fld>
            <a:endParaRPr altLang="en-US" lang="en-US" sz="1400"/>
          </a:p>
        </p:txBody>
      </p:sp>
      <p:sp>
        <p:nvSpPr>
          <p:cNvPr id="3075" name="Rectangle 2">
            <a:extLst>
              <a:ext uri="{FF2B5EF4-FFF2-40B4-BE49-F238E27FC236}">
                <a16:creationId xmlns:a16="http://schemas.microsoft.com/office/drawing/2014/main" id="{AEE5F11D-CF6F-73DF-206F-BC428FB26739}"/>
              </a:ext>
            </a:extLst>
          </p:cNvPr>
          <p:cNvSpPr>
            <a:spLocks noChangeArrowheads="1" noGrp="1"/>
          </p:cNvSpPr>
          <p:nvPr>
            <p:ph type="title"/>
          </p:nvPr>
        </p:nvSpPr>
        <p:spPr>
          <a:xfrm>
            <a:off x="685800" y="285750"/>
            <a:ext cx="7924800" cy="2152650"/>
          </a:xfrm>
          <a:noFill/>
        </p:spPr>
        <p:txBody>
          <a:bodyPr/>
          <a:lstStyle/>
          <a:p>
            <a:r>
              <a:rPr altLang="en-US" lang="en-US" sz="4000"/>
              <a:t>Chapter 20 </a:t>
            </a:r>
            <a:r>
              <a:rPr altLang="en-US" lang="en-US"/>
              <a:t>Lists, Stacks, Queues, and Priority Queues</a:t>
            </a:r>
          </a:p>
        </p:txBody>
      </p:sp>
      <p:sp>
        <p:nvSpPr>
          <p:cNvPr id="3076" name="Rectangle 6">
            <a:extLst>
              <a:ext uri="{FF2B5EF4-FFF2-40B4-BE49-F238E27FC236}">
                <a16:creationId xmlns:a16="http://schemas.microsoft.com/office/drawing/2014/main" id="{6E20E5CC-193A-20BA-6031-C4D9D1C87291}"/>
              </a:ext>
            </a:extLst>
          </p:cNvPr>
          <p:cNvSpPr>
            <a:spLocks noChangeArrowheads="1"/>
          </p:cNvSpPr>
          <p:nvPr/>
        </p:nvSpPr>
        <p:spPr bwMode="auto">
          <a:xfrm>
            <a:off x="2281238"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389321BD-3BB3-72C3-24EA-E882D8C254FE}"/>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CA0FCC9D-0945-40E4-BAAF-E7E46FD22E62}" type="slidenum">
              <a:rPr altLang="en-US" lang="en-US" sz="1400"/>
              <a:pPr>
                <a:spcBef>
                  <a:spcPct val="0"/>
                </a:spcBef>
                <a:buClrTx/>
                <a:buSzTx/>
                <a:buFontTx/>
                <a:buNone/>
              </a:pPr>
              <a:t>2</a:t>
            </a:fld>
            <a:endParaRPr altLang="en-US" lang="en-US" sz="1400"/>
          </a:p>
        </p:txBody>
      </p:sp>
      <p:sp>
        <p:nvSpPr>
          <p:cNvPr id="4099" name="Rectangle 2">
            <a:extLst>
              <a:ext uri="{FF2B5EF4-FFF2-40B4-BE49-F238E27FC236}">
                <a16:creationId xmlns:a16="http://schemas.microsoft.com/office/drawing/2014/main" id="{5DB84470-FD94-985E-7379-058EF1CC2950}"/>
              </a:ext>
            </a:extLst>
          </p:cNvPr>
          <p:cNvSpPr>
            <a:spLocks noChangeArrowheads="1" noGrp="1"/>
          </p:cNvSpPr>
          <p:nvPr>
            <p:ph type="title"/>
          </p:nvPr>
        </p:nvSpPr>
        <p:spPr>
          <a:xfrm>
            <a:off x="685800" y="152400"/>
            <a:ext cx="7772400" cy="457200"/>
          </a:xfrm>
          <a:noFill/>
        </p:spPr>
        <p:txBody>
          <a:bodyPr/>
          <a:lstStyle/>
          <a:p>
            <a:r>
              <a:rPr altLang="en-US" lang="en-US"/>
              <a:t>Objectives</a:t>
            </a:r>
          </a:p>
        </p:txBody>
      </p:sp>
      <p:sp>
        <p:nvSpPr>
          <p:cNvPr id="4100" name="Rectangle 3">
            <a:extLst>
              <a:ext uri="{FF2B5EF4-FFF2-40B4-BE49-F238E27FC236}">
                <a16:creationId xmlns:a16="http://schemas.microsoft.com/office/drawing/2014/main" id="{6519D06B-EFFA-6B09-6280-E2DB00C9BD91}"/>
              </a:ext>
            </a:extLst>
          </p:cNvPr>
          <p:cNvSpPr>
            <a:spLocks noChangeArrowheads="1" noGrp="1"/>
          </p:cNvSpPr>
          <p:nvPr>
            <p:ph idx="1" type="body"/>
          </p:nvPr>
        </p:nvSpPr>
        <p:spPr>
          <a:xfrm>
            <a:off x="152400" y="685800"/>
            <a:ext cx="8763000" cy="5791200"/>
          </a:xfrm>
          <a:noFill/>
        </p:spPr>
        <p:txBody>
          <a:bodyPr/>
          <a:lstStyle/>
          <a:p>
            <a:pPr>
              <a:lnSpc>
                <a:spcPct val="80000"/>
              </a:lnSpc>
              <a:buFont charset="2" panose="05000000000000000000" pitchFamily="2" typeface="Wingdings"/>
              <a:buChar char="q"/>
            </a:pPr>
            <a:r>
              <a:rPr altLang="en-US" lang="en-US" sz="2000"/>
              <a:t>To explore the relationship between interfaces and classes in the Java Collections Framework hierarchy (§20.2).</a:t>
            </a:r>
          </a:p>
          <a:p>
            <a:pPr>
              <a:lnSpc>
                <a:spcPct val="80000"/>
              </a:lnSpc>
              <a:buFont charset="2" panose="05000000000000000000" pitchFamily="2" typeface="Wingdings"/>
              <a:buChar char="q"/>
            </a:pPr>
            <a:r>
              <a:rPr altLang="en-US" lang="en-US" sz="2000"/>
              <a:t>To use the common methods defined in the </a:t>
            </a:r>
            <a:r>
              <a:rPr altLang="en-US" b="1" lang="en-US" sz="2000"/>
              <a:t>Collection</a:t>
            </a:r>
            <a:r>
              <a:rPr altLang="en-US" lang="en-US" sz="2000"/>
              <a:t> interface for operating collections (§20.2).</a:t>
            </a:r>
          </a:p>
          <a:p>
            <a:pPr>
              <a:lnSpc>
                <a:spcPct val="80000"/>
              </a:lnSpc>
              <a:buFont charset="2" panose="05000000000000000000" pitchFamily="2" typeface="Wingdings"/>
              <a:buChar char="q"/>
            </a:pPr>
            <a:r>
              <a:rPr altLang="en-US" lang="en-US" sz="2000"/>
              <a:t>To use the </a:t>
            </a:r>
            <a:r>
              <a:rPr altLang="en-US" b="1" lang="en-US" sz="2000"/>
              <a:t>Iterator</a:t>
            </a:r>
            <a:r>
              <a:rPr altLang="en-US" lang="en-US" sz="2000"/>
              <a:t> interface to traverse the elements in a collection (§20.3).</a:t>
            </a:r>
          </a:p>
          <a:p>
            <a:pPr>
              <a:lnSpc>
                <a:spcPct val="80000"/>
              </a:lnSpc>
              <a:buFont charset="2" panose="05000000000000000000" pitchFamily="2" typeface="Wingdings"/>
              <a:buChar char="q"/>
            </a:pPr>
            <a:r>
              <a:rPr altLang="en-US" lang="en-US" sz="2000"/>
              <a:t>To use a for-each loop to traverse the elements in a collection (§20.3).</a:t>
            </a:r>
          </a:p>
          <a:p>
            <a:pPr>
              <a:lnSpc>
                <a:spcPct val="80000"/>
              </a:lnSpc>
              <a:buFont charset="2" panose="05000000000000000000" pitchFamily="2" typeface="Wingdings"/>
              <a:buChar char="q"/>
            </a:pPr>
            <a:r>
              <a:rPr altLang="en-US" lang="en-US" sz="2000"/>
              <a:t>To explore how and when to use </a:t>
            </a:r>
            <a:r>
              <a:rPr altLang="en-US" b="1" lang="en-US" sz="2000"/>
              <a:t>ArrayList</a:t>
            </a:r>
            <a:r>
              <a:rPr altLang="en-US" lang="en-US" sz="2000"/>
              <a:t> or </a:t>
            </a:r>
            <a:r>
              <a:rPr altLang="en-US" b="1" lang="en-US" sz="2000"/>
              <a:t>LinkedList</a:t>
            </a:r>
            <a:r>
              <a:rPr altLang="en-US" lang="en-US" sz="2000"/>
              <a:t> to store elements (§20.4).</a:t>
            </a:r>
          </a:p>
          <a:p>
            <a:pPr>
              <a:lnSpc>
                <a:spcPct val="80000"/>
              </a:lnSpc>
              <a:buFont charset="2" panose="05000000000000000000" pitchFamily="2" typeface="Wingdings"/>
              <a:buChar char="q"/>
            </a:pPr>
            <a:r>
              <a:rPr altLang="en-US" lang="en-US" sz="2000"/>
              <a:t>To compare elements using the </a:t>
            </a:r>
            <a:r>
              <a:rPr altLang="en-US" b="1" lang="en-US" sz="2000"/>
              <a:t>Comparable</a:t>
            </a:r>
            <a:r>
              <a:rPr altLang="en-US" lang="en-US" sz="2000"/>
              <a:t> interface and the </a:t>
            </a:r>
            <a:r>
              <a:rPr altLang="en-US" b="1" lang="en-US" sz="2000"/>
              <a:t>Comparator</a:t>
            </a:r>
            <a:r>
              <a:rPr altLang="en-US" lang="en-US" sz="2000"/>
              <a:t> interface (§20.5).</a:t>
            </a:r>
          </a:p>
          <a:p>
            <a:pPr>
              <a:lnSpc>
                <a:spcPct val="80000"/>
              </a:lnSpc>
              <a:buFont charset="2" panose="05000000000000000000" pitchFamily="2" typeface="Wingdings"/>
              <a:buChar char="q"/>
            </a:pPr>
            <a:r>
              <a:rPr altLang="en-US" lang="en-US" sz="2000"/>
              <a:t>To use the static utility methods in the </a:t>
            </a:r>
            <a:r>
              <a:rPr altLang="en-US" b="1" lang="en-US" sz="2000"/>
              <a:t>Collections</a:t>
            </a:r>
            <a:r>
              <a:rPr altLang="en-US" lang="en-US" sz="2000"/>
              <a:t> class for sorting, searching, shuffling lists, and finding the largest and smallest element in collections (§20.6).</a:t>
            </a:r>
          </a:p>
          <a:p>
            <a:pPr>
              <a:lnSpc>
                <a:spcPct val="80000"/>
              </a:lnSpc>
              <a:buFont charset="2" panose="05000000000000000000" pitchFamily="2" typeface="Wingdings"/>
              <a:buChar char="q"/>
            </a:pPr>
            <a:r>
              <a:rPr altLang="en-US" lang="en-US" sz="2000"/>
              <a:t>To develop a multiple bouncing balls application using </a:t>
            </a:r>
            <a:r>
              <a:rPr altLang="en-US" b="1" lang="en-US" sz="2000"/>
              <a:t>ArrayList</a:t>
            </a:r>
            <a:r>
              <a:rPr altLang="en-US" lang="en-US" sz="2000"/>
              <a:t> (§20.7).</a:t>
            </a:r>
          </a:p>
          <a:p>
            <a:pPr>
              <a:lnSpc>
                <a:spcPct val="80000"/>
              </a:lnSpc>
              <a:buFont charset="2" panose="05000000000000000000" pitchFamily="2" typeface="Wingdings"/>
              <a:buChar char="q"/>
            </a:pPr>
            <a:r>
              <a:rPr altLang="en-US" lang="en-US" sz="2000"/>
              <a:t>To distinguish between </a:t>
            </a:r>
            <a:r>
              <a:rPr altLang="en-US" b="1" lang="en-US" sz="2000"/>
              <a:t>Vector</a:t>
            </a:r>
            <a:r>
              <a:rPr altLang="en-US" lang="en-US" sz="2000"/>
              <a:t> and </a:t>
            </a:r>
            <a:r>
              <a:rPr altLang="en-US" b="1" lang="en-US" sz="2000"/>
              <a:t>ArrayList</a:t>
            </a:r>
            <a:r>
              <a:rPr altLang="en-US" lang="en-US" sz="2000"/>
              <a:t> and to use the </a:t>
            </a:r>
            <a:r>
              <a:rPr altLang="en-US" b="1" lang="en-US" sz="2000"/>
              <a:t>Stack</a:t>
            </a:r>
            <a:r>
              <a:rPr altLang="en-US" lang="en-US" sz="2000"/>
              <a:t> class for creating stacks (§20.8).</a:t>
            </a:r>
          </a:p>
          <a:p>
            <a:pPr>
              <a:lnSpc>
                <a:spcPct val="80000"/>
              </a:lnSpc>
              <a:buFont charset="2" panose="05000000000000000000" pitchFamily="2" typeface="Wingdings"/>
              <a:buChar char="q"/>
            </a:pPr>
            <a:r>
              <a:rPr altLang="en-US" lang="en-US" sz="2000"/>
              <a:t>To explore the relationships among </a:t>
            </a:r>
            <a:r>
              <a:rPr altLang="en-US" b="1" lang="en-US" sz="2000"/>
              <a:t>Collection</a:t>
            </a:r>
            <a:r>
              <a:rPr altLang="en-US" lang="en-US" sz="2000"/>
              <a:t>, </a:t>
            </a:r>
            <a:r>
              <a:rPr altLang="en-US" b="1" lang="en-US" sz="2000"/>
              <a:t>Queue</a:t>
            </a:r>
            <a:r>
              <a:rPr altLang="en-US" lang="en-US" sz="2000"/>
              <a:t>, </a:t>
            </a:r>
            <a:r>
              <a:rPr altLang="en-US" b="1" lang="en-US" sz="2000"/>
              <a:t>LinkedList</a:t>
            </a:r>
            <a:r>
              <a:rPr altLang="en-US" lang="en-US" sz="2000"/>
              <a:t>, and </a:t>
            </a:r>
            <a:r>
              <a:rPr altLang="en-US" b="1" lang="en-US" sz="2000"/>
              <a:t>PriorityQueue</a:t>
            </a:r>
            <a:r>
              <a:rPr altLang="en-US" lang="en-US" sz="2000"/>
              <a:t> and to create priority queues using the </a:t>
            </a:r>
            <a:r>
              <a:rPr altLang="en-US" b="1" lang="en-US" sz="2000"/>
              <a:t>PriorityQueue</a:t>
            </a:r>
            <a:r>
              <a:rPr altLang="en-US" lang="en-US" sz="2000"/>
              <a:t> class (§20.9).</a:t>
            </a:r>
          </a:p>
          <a:p>
            <a:pPr>
              <a:lnSpc>
                <a:spcPct val="80000"/>
              </a:lnSpc>
              <a:buFont charset="2" panose="05000000000000000000" pitchFamily="2" typeface="Wingdings"/>
              <a:buChar char="q"/>
            </a:pPr>
            <a:r>
              <a:rPr altLang="en-US" lang="en-US" sz="2000"/>
              <a:t>To use stacks to write a program to evaluate expressions (§20.10).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122" name="Slide Number Placeholder 4">
            <a:extLst>
              <a:ext uri="{FF2B5EF4-FFF2-40B4-BE49-F238E27FC236}">
                <a16:creationId xmlns:a16="http://schemas.microsoft.com/office/drawing/2014/main" id="{7127DFE0-517B-95E0-2B78-EA2AE7B68FBA}"/>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1B60A60E-C291-4CD0-91A8-95101BE31A7C}" type="slidenum">
              <a:rPr altLang="en-US" lang="en-US" sz="1400"/>
              <a:pPr>
                <a:spcBef>
                  <a:spcPct val="0"/>
                </a:spcBef>
                <a:buClrTx/>
                <a:buSzTx/>
                <a:buFontTx/>
                <a:buNone/>
              </a:pPr>
              <a:t>3</a:t>
            </a:fld>
            <a:endParaRPr altLang="en-US" lang="en-US" sz="1400"/>
          </a:p>
        </p:txBody>
      </p:sp>
      <p:sp>
        <p:nvSpPr>
          <p:cNvPr id="5123" name="Rectangle 2">
            <a:extLst>
              <a:ext uri="{FF2B5EF4-FFF2-40B4-BE49-F238E27FC236}">
                <a16:creationId xmlns:a16="http://schemas.microsoft.com/office/drawing/2014/main" id="{E4A6483A-D6DC-9BD2-8F47-6163BB76ABDE}"/>
              </a:ext>
            </a:extLst>
          </p:cNvPr>
          <p:cNvSpPr>
            <a:spLocks noChangeArrowheads="1" noGrp="1"/>
          </p:cNvSpPr>
          <p:nvPr>
            <p:ph type="title"/>
          </p:nvPr>
        </p:nvSpPr>
        <p:spPr>
          <a:xfrm>
            <a:off x="685800" y="228600"/>
            <a:ext cx="7924800" cy="1143000"/>
          </a:xfrm>
          <a:noFill/>
        </p:spPr>
        <p:txBody>
          <a:bodyPr/>
          <a:lstStyle/>
          <a:p>
            <a:r>
              <a:rPr altLang="en-US" lang="en-US"/>
              <a:t>Java Collection Framework hierarchy</a:t>
            </a:r>
          </a:p>
        </p:txBody>
      </p:sp>
      <p:sp>
        <p:nvSpPr>
          <p:cNvPr id="5124" name="Rectangle 3">
            <a:extLst>
              <a:ext uri="{FF2B5EF4-FFF2-40B4-BE49-F238E27FC236}">
                <a16:creationId xmlns:a16="http://schemas.microsoft.com/office/drawing/2014/main" id="{4977B229-32A3-C5CD-0063-F9ED55725CE7}"/>
              </a:ext>
            </a:extLst>
          </p:cNvPr>
          <p:cNvSpPr>
            <a:spLocks noChangeArrowheads="1" noGrp="1"/>
          </p:cNvSpPr>
          <p:nvPr>
            <p:ph idx="1" type="body"/>
          </p:nvPr>
        </p:nvSpPr>
        <p:spPr>
          <a:xfrm>
            <a:off x="457200" y="1676400"/>
            <a:ext cx="8305800" cy="2895600"/>
          </a:xfrm>
          <a:noFill/>
        </p:spPr>
        <p:txBody>
          <a:bodyPr/>
          <a:lstStyle/>
          <a:p>
            <a:pPr indent="0" marL="0">
              <a:buFont typeface="Monotype Sorts"/>
              <a:buNone/>
            </a:pPr>
            <a:r>
              <a:rPr altLang="en-US" lang="en-US" sz="3600">
                <a:cs charset="0" panose="02020603050405020304" pitchFamily="18" typeface="Times New Roman"/>
              </a:rPr>
              <a:t>A </a:t>
            </a:r>
            <a:r>
              <a:rPr altLang="en-US" i="1" lang="en-US" sz="3600">
                <a:cs charset="0" panose="02020603050405020304" pitchFamily="18" typeface="Times New Roman"/>
              </a:rPr>
              <a:t>collection</a:t>
            </a:r>
            <a:r>
              <a:rPr altLang="en-US" lang="en-US" sz="3600">
                <a:cs charset="0" panose="02020603050405020304" pitchFamily="18" typeface="Times New Roman"/>
              </a:rPr>
              <a:t> is a container object that holds a group of objects, often referred to as </a:t>
            </a:r>
            <a:r>
              <a:rPr altLang="en-US" i="1" lang="en-US" sz="3600">
                <a:cs charset="0" panose="02020603050405020304" pitchFamily="18" typeface="Times New Roman"/>
              </a:rPr>
              <a:t>elements</a:t>
            </a:r>
            <a:r>
              <a:rPr altLang="en-US" lang="en-US" sz="3600">
                <a:cs charset="0" panose="02020603050405020304" pitchFamily="18" typeface="Times New Roman"/>
              </a:rPr>
              <a:t>. The Java Collections Framework supports three types of collections, named </a:t>
            </a:r>
            <a:r>
              <a:rPr altLang="en-US" i="1" lang="en-US" sz="3600">
                <a:cs charset="0" panose="02020603050405020304" pitchFamily="18" typeface="Times New Roman"/>
              </a:rPr>
              <a:t>lists,</a:t>
            </a:r>
            <a:r>
              <a:rPr altLang="en-US" lang="en-US" sz="3600">
                <a:cs charset="0" panose="02020603050405020304" pitchFamily="18" typeface="Times New Roman"/>
              </a:rPr>
              <a:t> </a:t>
            </a:r>
            <a:r>
              <a:rPr altLang="en-US" i="1" lang="en-US" sz="3600">
                <a:cs charset="0" panose="02020603050405020304" pitchFamily="18" typeface="Times New Roman"/>
              </a:rPr>
              <a:t>sets, </a:t>
            </a:r>
            <a:r>
              <a:rPr altLang="en-US" lang="en-US" sz="3600">
                <a:cs charset="0" panose="02020603050405020304" pitchFamily="18" typeface="Times New Roman"/>
              </a:rPr>
              <a:t>and </a:t>
            </a:r>
            <a:r>
              <a:rPr altLang="en-US" i="1" lang="en-US" sz="3600">
                <a:cs charset="0" panose="02020603050405020304" pitchFamily="18" typeface="Times New Roman"/>
              </a:rPr>
              <a:t>maps</a:t>
            </a:r>
            <a:r>
              <a:rPr altLang="en-US" lang="en-US" sz="3600">
                <a:cs charset="0" panose="02020603050405020304" pitchFamily="18" typeface="Times New Roman"/>
              </a:rPr>
              <a:t>. </a:t>
            </a:r>
            <a:endParaRPr altLang="en-US" lang="en-US" noProof="1" sz="3600">
              <a:cs charset="0" panose="02020603050405020304" pitchFamily="18" typeface="Times New Roman"/>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B36A64A7-0923-FB7C-8EF8-D22F1419D491}"/>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418CE3E4-AFA6-4949-9BF7-0753EBD57016}" type="slidenum">
              <a:rPr altLang="en-US" lang="en-US" sz="1400"/>
              <a:pPr>
                <a:spcBef>
                  <a:spcPct val="0"/>
                </a:spcBef>
                <a:buClrTx/>
                <a:buSzTx/>
                <a:buFontTx/>
                <a:buNone/>
              </a:pPr>
              <a:t>4</a:t>
            </a:fld>
            <a:endParaRPr altLang="en-US" lang="en-US" sz="1400"/>
          </a:p>
        </p:txBody>
      </p:sp>
      <p:sp>
        <p:nvSpPr>
          <p:cNvPr id="6147" name="Rectangle 2">
            <a:extLst>
              <a:ext uri="{FF2B5EF4-FFF2-40B4-BE49-F238E27FC236}">
                <a16:creationId xmlns:a16="http://schemas.microsoft.com/office/drawing/2014/main" id="{D8F19B3C-B46B-0556-CA58-C3EBC0DEB445}"/>
              </a:ext>
            </a:extLst>
          </p:cNvPr>
          <p:cNvSpPr>
            <a:spLocks noChangeArrowheads="1" noGrp="1"/>
          </p:cNvSpPr>
          <p:nvPr>
            <p:ph type="title"/>
          </p:nvPr>
        </p:nvSpPr>
        <p:spPr>
          <a:xfrm>
            <a:off x="685800" y="228600"/>
            <a:ext cx="7924800" cy="1143000"/>
          </a:xfrm>
          <a:noFill/>
        </p:spPr>
        <p:txBody>
          <a:bodyPr/>
          <a:lstStyle/>
          <a:p>
            <a:r>
              <a:rPr altLang="en-US" lang="en-US"/>
              <a:t>Java Collection Framework hierarchy, cont.</a:t>
            </a:r>
          </a:p>
        </p:txBody>
      </p:sp>
      <p:sp>
        <p:nvSpPr>
          <p:cNvPr id="6148" name="Rectangle 6">
            <a:extLst>
              <a:ext uri="{FF2B5EF4-FFF2-40B4-BE49-F238E27FC236}">
                <a16:creationId xmlns:a16="http://schemas.microsoft.com/office/drawing/2014/main" id="{CBDFAE55-3223-F36A-D95A-720ACBCAD32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6149" name="Rectangle 7">
            <a:extLst>
              <a:ext uri="{FF2B5EF4-FFF2-40B4-BE49-F238E27FC236}">
                <a16:creationId xmlns:a16="http://schemas.microsoft.com/office/drawing/2014/main" id="{C6B91DCE-BE1C-446C-721D-D11F7EF5DD60}"/>
              </a:ext>
            </a:extLst>
          </p:cNvPr>
          <p:cNvSpPr>
            <a:spLocks noChangeArrowheads="1" noGrp="1"/>
          </p:cNvSpPr>
          <p:nvPr>
            <p:ph idx="1" type="body"/>
          </p:nvPr>
        </p:nvSpPr>
        <p:spPr>
          <a:xfrm>
            <a:off x="349250" y="1676400"/>
            <a:ext cx="8458200" cy="530225"/>
          </a:xfrm>
          <a:noFill/>
        </p:spPr>
        <p:txBody>
          <a:bodyPr/>
          <a:lstStyle/>
          <a:p>
            <a:pPr indent="0" marL="0">
              <a:buFont typeface="Monotype Sorts"/>
              <a:buNone/>
            </a:pPr>
            <a:r>
              <a:rPr altLang="en-US" lang="en-US">
                <a:cs charset="0" panose="02020603050405020304" pitchFamily="18" typeface="Times New Roman"/>
              </a:rPr>
              <a:t>Set and List are subinterfaces of Collection.</a:t>
            </a:r>
          </a:p>
        </p:txBody>
      </p:sp>
      <p:sp>
        <p:nvSpPr>
          <p:cNvPr id="6150" name="Rectangle 9">
            <a:extLst>
              <a:ext uri="{FF2B5EF4-FFF2-40B4-BE49-F238E27FC236}">
                <a16:creationId xmlns:a16="http://schemas.microsoft.com/office/drawing/2014/main" id="{BD0F7873-8468-7DF3-5434-2541E9AD8D13}"/>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6151" name="Rectangle 11">
            <a:extLst>
              <a:ext uri="{FF2B5EF4-FFF2-40B4-BE49-F238E27FC236}">
                <a16:creationId xmlns:a16="http://schemas.microsoft.com/office/drawing/2014/main" id="{69221009-F2D8-BD57-2614-5235F23982E4}"/>
              </a:ext>
            </a:extLst>
          </p:cNvPr>
          <p:cNvSpPr>
            <a:spLocks noChangeArrowheads="1"/>
          </p:cNvSpPr>
          <p:nvPr/>
        </p:nvSpPr>
        <p:spPr bwMode="auto">
          <a:xfrm>
            <a:off x="0" y="2206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6152" name="Picture 9">
            <a:extLst>
              <a:ext uri="{FF2B5EF4-FFF2-40B4-BE49-F238E27FC236}">
                <a16:creationId xmlns:a16="http://schemas.microsoft.com/office/drawing/2014/main" id="{D2E2E68C-D662-2F78-635C-B3AD0C2CA35F}"/>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9725" y="2439988"/>
            <a:ext cx="8464550"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7170" name="Picture 14">
            <a:extLst>
              <a:ext uri="{FF2B5EF4-FFF2-40B4-BE49-F238E27FC236}">
                <a16:creationId xmlns:a16="http://schemas.microsoft.com/office/drawing/2014/main" id="{0055DB25-8CE8-2DFF-D6F3-A29D54E18892}"/>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
            <a:ext cx="8769350" cy="627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
        <p:nvSpPr>
          <p:cNvPr id="7171" name="Slide Number Placeholder 4">
            <a:extLst>
              <a:ext uri="{FF2B5EF4-FFF2-40B4-BE49-F238E27FC236}">
                <a16:creationId xmlns:a16="http://schemas.microsoft.com/office/drawing/2014/main" id="{F7B29A46-EBDA-3113-5B0B-4C7FF5DE8609}"/>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5002E3EA-87CE-4215-BD81-43F907106F3F}" type="slidenum">
              <a:rPr altLang="en-US" lang="en-US" sz="1400"/>
              <a:pPr>
                <a:spcBef>
                  <a:spcPct val="0"/>
                </a:spcBef>
                <a:buClrTx/>
                <a:buSzTx/>
                <a:buFontTx/>
                <a:buNone/>
              </a:pPr>
              <a:t>5</a:t>
            </a:fld>
            <a:endParaRPr altLang="en-US" lang="en-US" sz="1400"/>
          </a:p>
        </p:txBody>
      </p:sp>
      <p:sp>
        <p:nvSpPr>
          <p:cNvPr id="7172" name="Rectangle 2">
            <a:extLst>
              <a:ext uri="{FF2B5EF4-FFF2-40B4-BE49-F238E27FC236}">
                <a16:creationId xmlns:a16="http://schemas.microsoft.com/office/drawing/2014/main" id="{3A3B62F9-2CE9-4DE2-75FA-D0066C7E6168}"/>
              </a:ext>
            </a:extLst>
          </p:cNvPr>
          <p:cNvSpPr>
            <a:spLocks noChangeArrowheads="1" noGrp="1"/>
          </p:cNvSpPr>
          <p:nvPr>
            <p:ph type="title"/>
          </p:nvPr>
        </p:nvSpPr>
        <p:spPr>
          <a:xfrm>
            <a:off x="4686300" y="152400"/>
            <a:ext cx="4114800" cy="381000"/>
          </a:xfrm>
          <a:noFill/>
        </p:spPr>
        <p:txBody>
          <a:bodyPr/>
          <a:lstStyle/>
          <a:p>
            <a:r>
              <a:rPr altLang="en-US" lang="en-US" sz="2400"/>
              <a:t>The Collection Interface</a:t>
            </a:r>
          </a:p>
        </p:txBody>
      </p:sp>
      <p:sp>
        <p:nvSpPr>
          <p:cNvPr id="7173" name="Rectangle 3">
            <a:extLst>
              <a:ext uri="{FF2B5EF4-FFF2-40B4-BE49-F238E27FC236}">
                <a16:creationId xmlns:a16="http://schemas.microsoft.com/office/drawing/2014/main" id="{0E74416A-150A-E8C0-A578-97A59C37EF8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7174" name="Rectangle 5">
            <a:extLst>
              <a:ext uri="{FF2B5EF4-FFF2-40B4-BE49-F238E27FC236}">
                <a16:creationId xmlns:a16="http://schemas.microsoft.com/office/drawing/2014/main" id="{06762D42-6452-FF86-4097-FAAE0684C956}"/>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7175" name="Rectangle 8">
            <a:extLst>
              <a:ext uri="{FF2B5EF4-FFF2-40B4-BE49-F238E27FC236}">
                <a16:creationId xmlns:a16="http://schemas.microsoft.com/office/drawing/2014/main" id="{DEC807F6-4A58-E765-D60A-0DB58043E6AA}"/>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7176" name="Rectangle 10">
            <a:extLst>
              <a:ext uri="{FF2B5EF4-FFF2-40B4-BE49-F238E27FC236}">
                <a16:creationId xmlns:a16="http://schemas.microsoft.com/office/drawing/2014/main" id="{C9E6FE0B-24E6-3DAD-340B-CB75034940EE}"/>
              </a:ext>
            </a:extLst>
          </p:cNvPr>
          <p:cNvSpPr>
            <a:spLocks noChangeArrowheads="1"/>
          </p:cNvSpPr>
          <p:nvPr/>
        </p:nvSpPr>
        <p:spPr bwMode="auto">
          <a:xfrm>
            <a:off x="2343150"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7177" name="Rectangle 12">
            <a:extLst>
              <a:ext uri="{FF2B5EF4-FFF2-40B4-BE49-F238E27FC236}">
                <a16:creationId xmlns:a16="http://schemas.microsoft.com/office/drawing/2014/main" id="{957A173A-1D44-0021-BBCE-A02DC85EEC76}"/>
              </a:ext>
            </a:extLst>
          </p:cNvPr>
          <p:cNvSpPr>
            <a:spLocks noChangeArrowheads="1"/>
          </p:cNvSpPr>
          <p:nvPr/>
        </p:nvSpPr>
        <p:spPr bwMode="auto">
          <a:xfrm>
            <a:off x="2343150" y="1657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7178" name="Rectangle 14">
            <a:extLst>
              <a:ext uri="{FF2B5EF4-FFF2-40B4-BE49-F238E27FC236}">
                <a16:creationId xmlns:a16="http://schemas.microsoft.com/office/drawing/2014/main" id="{A0A17687-66F2-11D1-3C14-9981D20DDA74}"/>
              </a:ext>
            </a:extLst>
          </p:cNvPr>
          <p:cNvSpPr>
            <a:spLocks noChangeArrowheads="1"/>
          </p:cNvSpPr>
          <p:nvPr/>
        </p:nvSpPr>
        <p:spPr bwMode="auto">
          <a:xfrm>
            <a:off x="0" y="1566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7179" name="Rectangle 16">
            <a:extLst>
              <a:ext uri="{FF2B5EF4-FFF2-40B4-BE49-F238E27FC236}">
                <a16:creationId xmlns:a16="http://schemas.microsoft.com/office/drawing/2014/main" id="{8D47900C-5D64-7430-D3DE-4F32E5161670}"/>
              </a:ext>
            </a:extLst>
          </p:cNvPr>
          <p:cNvSpPr>
            <a:spLocks noChangeArrowheads="1"/>
          </p:cNvSpPr>
          <p:nvPr/>
        </p:nvSpPr>
        <p:spPr bwMode="auto">
          <a:xfrm>
            <a:off x="0" y="1566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7180" name="Rectangle 18">
            <a:extLst>
              <a:ext uri="{FF2B5EF4-FFF2-40B4-BE49-F238E27FC236}">
                <a16:creationId xmlns:a16="http://schemas.microsoft.com/office/drawing/2014/main" id="{4EAF0385-C8B9-E109-4436-846CB0A9FB0D}"/>
              </a:ext>
            </a:extLst>
          </p:cNvPr>
          <p:cNvSpPr>
            <a:spLocks noChangeArrowheads="1"/>
          </p:cNvSpPr>
          <p:nvPr/>
        </p:nvSpPr>
        <p:spPr bwMode="auto">
          <a:xfrm>
            <a:off x="0" y="1262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7181" name="Rectangle 4">
            <a:extLst>
              <a:ext uri="{FF2B5EF4-FFF2-40B4-BE49-F238E27FC236}">
                <a16:creationId xmlns:a16="http://schemas.microsoft.com/office/drawing/2014/main" id="{12398FFE-B084-20B4-3167-454E85F0B32E}"/>
              </a:ext>
            </a:extLst>
          </p:cNvPr>
          <p:cNvSpPr>
            <a:spLocks noChangeArrowheads="1" noGrp="1"/>
          </p:cNvSpPr>
          <p:nvPr>
            <p:ph idx="1" type="body"/>
          </p:nvPr>
        </p:nvSpPr>
        <p:spPr>
          <a:xfrm>
            <a:off x="4495800" y="1152525"/>
            <a:ext cx="5029200" cy="457200"/>
          </a:xfrm>
          <a:ln>
            <a:solidFill>
              <a:schemeClr val="accent1"/>
            </a:solidFill>
            <a:miter lim="800000"/>
            <a:headEnd/>
            <a:tailEnd/>
          </a:ln>
        </p:spPr>
        <p:txBody>
          <a:bodyPr/>
          <a:lstStyle/>
          <a:p>
            <a:pPr indent="0" marL="0">
              <a:lnSpc>
                <a:spcPct val="90000"/>
              </a:lnSpc>
              <a:spcBef>
                <a:spcPct val="0"/>
              </a:spcBef>
              <a:buFont typeface="Monotype Sorts"/>
              <a:buNone/>
            </a:pPr>
            <a:r>
              <a:rPr altLang="en-US" lang="en-US" sz="2000">
                <a:solidFill>
                  <a:schemeClr val="bg2"/>
                </a:solidFill>
                <a:cs charset="0" panose="02020603050405020304" pitchFamily="18" typeface="Times New Roman"/>
              </a:rPr>
              <a:t>The Collection interface is the root interface for manipulating a collection of objects.</a:t>
            </a:r>
            <a:r>
              <a:rPr altLang="en-US" lang="en-US" sz="2800">
                <a:latin charset="0" typeface="Courier"/>
                <a:cs charset="0" panose="02020603050405020304" pitchFamily="18" typeface="Times New Roman"/>
              </a:rPr>
              <a:t> </a:t>
            </a:r>
            <a:endParaRPr altLang="en-US" lang="en-US" noProof="1" sz="2800">
              <a:latin charset="0" typeface="Courier"/>
              <a:cs charset="0" panose="02020603050405020304" pitchFamily="18" typeface="Times New Roman"/>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0EFC2BC3-D224-CE68-50B0-8B5C1403843C}"/>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A0F6D9BA-7DBB-4ADA-9C69-E4FE43E4F3F0}" type="slidenum">
              <a:rPr altLang="en-US" lang="en-US" sz="1400"/>
              <a:pPr>
                <a:spcBef>
                  <a:spcPct val="0"/>
                </a:spcBef>
                <a:buClrTx/>
                <a:buSzTx/>
                <a:buFontTx/>
                <a:buNone/>
              </a:pPr>
              <a:t>6</a:t>
            </a:fld>
            <a:endParaRPr altLang="en-US" lang="en-US" sz="1400"/>
          </a:p>
        </p:txBody>
      </p:sp>
      <p:sp>
        <p:nvSpPr>
          <p:cNvPr id="8195" name="Rectangle 2">
            <a:extLst>
              <a:ext uri="{FF2B5EF4-FFF2-40B4-BE49-F238E27FC236}">
                <a16:creationId xmlns:a16="http://schemas.microsoft.com/office/drawing/2014/main" id="{B3887DD7-A90D-FB01-7C37-61586D97A5EF}"/>
              </a:ext>
            </a:extLst>
          </p:cNvPr>
          <p:cNvSpPr>
            <a:spLocks noChangeArrowheads="1" noGrp="1"/>
          </p:cNvSpPr>
          <p:nvPr>
            <p:ph type="title"/>
          </p:nvPr>
        </p:nvSpPr>
        <p:spPr>
          <a:xfrm>
            <a:off x="685800" y="228600"/>
            <a:ext cx="7924800" cy="914400"/>
          </a:xfrm>
          <a:noFill/>
        </p:spPr>
        <p:txBody>
          <a:bodyPr/>
          <a:lstStyle/>
          <a:p>
            <a:r>
              <a:rPr altLang="en-US" lang="en-US">
                <a:cs charset="0" panose="02020603050405020304" pitchFamily="18" typeface="Times New Roman"/>
              </a:rPr>
              <a:t>The List Interface</a:t>
            </a:r>
          </a:p>
        </p:txBody>
      </p:sp>
      <p:sp>
        <p:nvSpPr>
          <p:cNvPr id="8196" name="Rectangle 3">
            <a:extLst>
              <a:ext uri="{FF2B5EF4-FFF2-40B4-BE49-F238E27FC236}">
                <a16:creationId xmlns:a16="http://schemas.microsoft.com/office/drawing/2014/main" id="{C93E91D1-610D-B9CF-F86E-097D0A5F9063}"/>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8197" name="Rectangle 4">
            <a:extLst>
              <a:ext uri="{FF2B5EF4-FFF2-40B4-BE49-F238E27FC236}">
                <a16:creationId xmlns:a16="http://schemas.microsoft.com/office/drawing/2014/main" id="{2AD2D20C-5004-9899-333F-C053A340D983}"/>
              </a:ext>
            </a:extLst>
          </p:cNvPr>
          <p:cNvSpPr>
            <a:spLocks noChangeArrowheads="1" noGrp="1"/>
          </p:cNvSpPr>
          <p:nvPr>
            <p:ph idx="1" type="body"/>
          </p:nvPr>
        </p:nvSpPr>
        <p:spPr>
          <a:xfrm>
            <a:off x="381000" y="1524000"/>
            <a:ext cx="8229600" cy="3581400"/>
          </a:xfrm>
        </p:spPr>
        <p:txBody>
          <a:bodyPr/>
          <a:lstStyle/>
          <a:p>
            <a:pPr indent="0" marL="0">
              <a:buFont typeface="Monotype Sorts"/>
              <a:buNone/>
            </a:pPr>
            <a:r>
              <a:rPr altLang="en-US" lang="en-US" sz="3600">
                <a:cs charset="0" panose="02020603050405020304" pitchFamily="18" typeface="Times New Roman"/>
              </a:rPr>
              <a:t>A list stores elements in a sequential order, and allows the user to specify where the element is stored. The user can access the elements by index. </a:t>
            </a:r>
          </a:p>
        </p:txBody>
      </p:sp>
      <p:sp>
        <p:nvSpPr>
          <p:cNvPr id="8198" name="Rectangle 5">
            <a:extLst>
              <a:ext uri="{FF2B5EF4-FFF2-40B4-BE49-F238E27FC236}">
                <a16:creationId xmlns:a16="http://schemas.microsoft.com/office/drawing/2014/main" id="{076C5519-67BB-3C23-4DFF-FABDA2BAF34E}"/>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8199" name="Rectangle 6">
            <a:extLst>
              <a:ext uri="{FF2B5EF4-FFF2-40B4-BE49-F238E27FC236}">
                <a16:creationId xmlns:a16="http://schemas.microsoft.com/office/drawing/2014/main" id="{0CBC81E9-0C4C-6DB1-B351-D2D3DD7FC5C9}"/>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5D4E6987-FC94-C2BA-5A4D-0267872E4240}"/>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0F87C3DB-0A0D-4210-899A-48C85CFB85F1}" type="slidenum">
              <a:rPr altLang="en-US" lang="en-US" sz="1400"/>
              <a:pPr>
                <a:spcBef>
                  <a:spcPct val="0"/>
                </a:spcBef>
                <a:buClrTx/>
                <a:buSzTx/>
                <a:buFontTx/>
                <a:buNone/>
              </a:pPr>
              <a:t>7</a:t>
            </a:fld>
            <a:endParaRPr altLang="en-US" lang="en-US" sz="1400"/>
          </a:p>
        </p:txBody>
      </p:sp>
      <p:sp>
        <p:nvSpPr>
          <p:cNvPr id="9219" name="Rectangle 2">
            <a:extLst>
              <a:ext uri="{FF2B5EF4-FFF2-40B4-BE49-F238E27FC236}">
                <a16:creationId xmlns:a16="http://schemas.microsoft.com/office/drawing/2014/main" id="{3D0BA1D5-7585-32B4-A579-FCFDC8C66370}"/>
              </a:ext>
            </a:extLst>
          </p:cNvPr>
          <p:cNvSpPr>
            <a:spLocks noChangeArrowheads="1" noGrp="1"/>
          </p:cNvSpPr>
          <p:nvPr>
            <p:ph type="title"/>
          </p:nvPr>
        </p:nvSpPr>
        <p:spPr>
          <a:xfrm>
            <a:off x="685800" y="228600"/>
            <a:ext cx="7924800" cy="609600"/>
          </a:xfrm>
          <a:noFill/>
        </p:spPr>
        <p:txBody>
          <a:bodyPr/>
          <a:lstStyle/>
          <a:p>
            <a:r>
              <a:rPr altLang="en-US" lang="en-US">
                <a:cs charset="0" panose="02020603050405020304" pitchFamily="18" typeface="Times New Roman"/>
              </a:rPr>
              <a:t>The List Interface, cont.</a:t>
            </a:r>
          </a:p>
        </p:txBody>
      </p:sp>
      <p:sp>
        <p:nvSpPr>
          <p:cNvPr id="9220" name="Rectangle 3">
            <a:extLst>
              <a:ext uri="{FF2B5EF4-FFF2-40B4-BE49-F238E27FC236}">
                <a16:creationId xmlns:a16="http://schemas.microsoft.com/office/drawing/2014/main" id="{3EE7AD0B-C669-DD29-9A71-86CEF09F996F}"/>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9221" name="Rectangle 5">
            <a:extLst>
              <a:ext uri="{FF2B5EF4-FFF2-40B4-BE49-F238E27FC236}">
                <a16:creationId xmlns:a16="http://schemas.microsoft.com/office/drawing/2014/main" id="{F4D835D0-051B-C545-EE9A-24AE9F303B0C}"/>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9222" name="Rectangle 6">
            <a:extLst>
              <a:ext uri="{FF2B5EF4-FFF2-40B4-BE49-F238E27FC236}">
                <a16:creationId xmlns:a16="http://schemas.microsoft.com/office/drawing/2014/main" id="{06D38620-7661-5AC5-3910-4272F86AC17E}"/>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9223" name="Rectangle 9">
            <a:extLst>
              <a:ext uri="{FF2B5EF4-FFF2-40B4-BE49-F238E27FC236}">
                <a16:creationId xmlns:a16="http://schemas.microsoft.com/office/drawing/2014/main" id="{6BB5055C-06A4-D343-51A9-0763D264D0CE}"/>
              </a:ext>
            </a:extLst>
          </p:cNvPr>
          <p:cNvSpPr>
            <a:spLocks noChangeArrowheads="1"/>
          </p:cNvSpPr>
          <p:nvPr/>
        </p:nvSpPr>
        <p:spPr bwMode="auto">
          <a:xfrm>
            <a:off x="3227388" y="2286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9224" name="Rectangle 11">
            <a:extLst>
              <a:ext uri="{FF2B5EF4-FFF2-40B4-BE49-F238E27FC236}">
                <a16:creationId xmlns:a16="http://schemas.microsoft.com/office/drawing/2014/main" id="{35BD8B2A-558E-C46D-E8B4-09A9DDC0DAEF}"/>
              </a:ext>
            </a:extLst>
          </p:cNvPr>
          <p:cNvSpPr>
            <a:spLocks noChangeArrowheads="1"/>
          </p:cNvSpPr>
          <p:nvPr/>
        </p:nvSpPr>
        <p:spPr bwMode="auto">
          <a:xfrm>
            <a:off x="2484438" y="2141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9225" name="Rectangle 13">
            <a:extLst>
              <a:ext uri="{FF2B5EF4-FFF2-40B4-BE49-F238E27FC236}">
                <a16:creationId xmlns:a16="http://schemas.microsoft.com/office/drawing/2014/main" id="{2D0CE114-0795-89A1-51AB-7953AF282D89}"/>
              </a:ext>
            </a:extLst>
          </p:cNvPr>
          <p:cNvSpPr>
            <a:spLocks noChangeArrowheads="1"/>
          </p:cNvSpPr>
          <p:nvPr/>
        </p:nvSpPr>
        <p:spPr bwMode="auto">
          <a:xfrm>
            <a:off x="0" y="1970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9226" name="Picture 11">
            <a:extLst>
              <a:ext uri="{FF2B5EF4-FFF2-40B4-BE49-F238E27FC236}">
                <a16:creationId xmlns:a16="http://schemas.microsoft.com/office/drawing/2014/main" id="{483092D7-1F79-8656-1BA4-7352697CA656}"/>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371600"/>
            <a:ext cx="87630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5629D461-C4E8-D033-E335-A492202CEE9D}"/>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0F90D8A4-371E-4B65-BBE2-AA8255121F92}" type="slidenum">
              <a:rPr altLang="en-US" lang="en-US" sz="1400"/>
              <a:pPr>
                <a:spcBef>
                  <a:spcPct val="0"/>
                </a:spcBef>
                <a:buClrTx/>
                <a:buSzTx/>
                <a:buFontTx/>
                <a:buNone/>
              </a:pPr>
              <a:t>8</a:t>
            </a:fld>
            <a:endParaRPr altLang="en-US" lang="en-US" sz="1400"/>
          </a:p>
        </p:txBody>
      </p:sp>
      <p:sp>
        <p:nvSpPr>
          <p:cNvPr id="10243" name="Rectangle 2">
            <a:extLst>
              <a:ext uri="{FF2B5EF4-FFF2-40B4-BE49-F238E27FC236}">
                <a16:creationId xmlns:a16="http://schemas.microsoft.com/office/drawing/2014/main" id="{EF9F7B24-AEC4-1D79-E30E-2832AF5D9725}"/>
              </a:ext>
            </a:extLst>
          </p:cNvPr>
          <p:cNvSpPr>
            <a:spLocks noChangeArrowheads="1" noGrp="1"/>
          </p:cNvSpPr>
          <p:nvPr>
            <p:ph type="title"/>
          </p:nvPr>
        </p:nvSpPr>
        <p:spPr>
          <a:xfrm>
            <a:off x="685800" y="228600"/>
            <a:ext cx="7924800" cy="914400"/>
          </a:xfrm>
          <a:noFill/>
        </p:spPr>
        <p:txBody>
          <a:bodyPr/>
          <a:lstStyle/>
          <a:p>
            <a:r>
              <a:rPr altLang="en-US" lang="en-US">
                <a:cs charset="0" panose="02020603050405020304" pitchFamily="18" typeface="Times New Roman"/>
              </a:rPr>
              <a:t>The List Iterator</a:t>
            </a:r>
          </a:p>
        </p:txBody>
      </p:sp>
      <p:sp>
        <p:nvSpPr>
          <p:cNvPr id="10244" name="Rectangle 3">
            <a:extLst>
              <a:ext uri="{FF2B5EF4-FFF2-40B4-BE49-F238E27FC236}">
                <a16:creationId xmlns:a16="http://schemas.microsoft.com/office/drawing/2014/main" id="{EA5F3E51-7E44-754E-01F2-B8A52AD16E7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0245" name="Rectangle 4">
            <a:extLst>
              <a:ext uri="{FF2B5EF4-FFF2-40B4-BE49-F238E27FC236}">
                <a16:creationId xmlns:a16="http://schemas.microsoft.com/office/drawing/2014/main" id="{C3961E42-74B0-6A60-3FAB-19C422718006}"/>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0246" name="Rectangle 5">
            <a:extLst>
              <a:ext uri="{FF2B5EF4-FFF2-40B4-BE49-F238E27FC236}">
                <a16:creationId xmlns:a16="http://schemas.microsoft.com/office/drawing/2014/main" id="{7E11498E-1B72-ED3A-FD3E-5829CAA43B71}"/>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0247" name="Rectangle 6">
            <a:extLst>
              <a:ext uri="{FF2B5EF4-FFF2-40B4-BE49-F238E27FC236}">
                <a16:creationId xmlns:a16="http://schemas.microsoft.com/office/drawing/2014/main" id="{1D008BD7-0741-43D0-8956-A5880089930C}"/>
              </a:ext>
            </a:extLst>
          </p:cNvPr>
          <p:cNvSpPr>
            <a:spLocks noChangeArrowheads="1"/>
          </p:cNvSpPr>
          <p:nvPr/>
        </p:nvSpPr>
        <p:spPr bwMode="auto">
          <a:xfrm>
            <a:off x="3227388" y="2286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0248" name="Rectangle 9">
            <a:extLst>
              <a:ext uri="{FF2B5EF4-FFF2-40B4-BE49-F238E27FC236}">
                <a16:creationId xmlns:a16="http://schemas.microsoft.com/office/drawing/2014/main" id="{D942122A-47C2-BB61-6DB6-59042281AFF1}"/>
              </a:ext>
            </a:extLst>
          </p:cNvPr>
          <p:cNvSpPr>
            <a:spLocks noChangeArrowheads="1"/>
          </p:cNvSpPr>
          <p:nvPr/>
        </p:nvSpPr>
        <p:spPr bwMode="auto">
          <a:xfrm>
            <a:off x="3455988"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0249" name="Rectangle 11">
            <a:extLst>
              <a:ext uri="{FF2B5EF4-FFF2-40B4-BE49-F238E27FC236}">
                <a16:creationId xmlns:a16="http://schemas.microsoft.com/office/drawing/2014/main" id="{628DE806-A011-D55D-0576-900C3F8BA388}"/>
              </a:ext>
            </a:extLst>
          </p:cNvPr>
          <p:cNvSpPr>
            <a:spLocks noChangeArrowheads="1"/>
          </p:cNvSpPr>
          <p:nvPr/>
        </p:nvSpPr>
        <p:spPr bwMode="auto">
          <a:xfrm>
            <a:off x="2884488"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0250" name="Rectangle 13">
            <a:extLst>
              <a:ext uri="{FF2B5EF4-FFF2-40B4-BE49-F238E27FC236}">
                <a16:creationId xmlns:a16="http://schemas.microsoft.com/office/drawing/2014/main" id="{F3ADC848-A01A-5C3A-090D-B2F770428B3C}"/>
              </a:ext>
            </a:extLst>
          </p:cNvPr>
          <p:cNvSpPr>
            <a:spLocks noChangeArrowheads="1"/>
          </p:cNvSpPr>
          <p:nvPr/>
        </p:nvSpPr>
        <p:spPr bwMode="auto">
          <a:xfrm>
            <a:off x="0" y="2220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10251" name="Picture 12">
            <a:extLst>
              <a:ext uri="{FF2B5EF4-FFF2-40B4-BE49-F238E27FC236}">
                <a16:creationId xmlns:a16="http://schemas.microsoft.com/office/drawing/2014/main" id="{7DFF9CA7-8782-ACA2-B708-6DE683756221}"/>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6225" y="1447800"/>
            <a:ext cx="859155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63F6141B-0B3E-D46C-C709-EC736E2AA0BA}"/>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84C42AFC-BF56-4080-ACD4-53EACFD78AED}" type="slidenum">
              <a:rPr altLang="en-US" lang="en-US" sz="1400"/>
              <a:pPr>
                <a:spcBef>
                  <a:spcPct val="0"/>
                </a:spcBef>
                <a:buClrTx/>
                <a:buSzTx/>
                <a:buFontTx/>
                <a:buNone/>
              </a:pPr>
              <a:t>9</a:t>
            </a:fld>
            <a:endParaRPr altLang="en-US" lang="en-US" sz="1400"/>
          </a:p>
        </p:txBody>
      </p:sp>
      <p:sp>
        <p:nvSpPr>
          <p:cNvPr id="11267" name="Rectangle 2">
            <a:extLst>
              <a:ext uri="{FF2B5EF4-FFF2-40B4-BE49-F238E27FC236}">
                <a16:creationId xmlns:a16="http://schemas.microsoft.com/office/drawing/2014/main" id="{2308F5B9-B7EF-8B14-347E-5417CDCC369A}"/>
              </a:ext>
            </a:extLst>
          </p:cNvPr>
          <p:cNvSpPr>
            <a:spLocks noChangeArrowheads="1" noGrp="1"/>
          </p:cNvSpPr>
          <p:nvPr>
            <p:ph type="title"/>
          </p:nvPr>
        </p:nvSpPr>
        <p:spPr>
          <a:xfrm>
            <a:off x="685800" y="228600"/>
            <a:ext cx="7924800" cy="914400"/>
          </a:xfrm>
          <a:noFill/>
        </p:spPr>
        <p:txBody>
          <a:bodyPr/>
          <a:lstStyle/>
          <a:p>
            <a:r>
              <a:rPr altLang="en-US" lang="en-US">
                <a:cs charset="0" panose="02020603050405020304" pitchFamily="18" typeface="Times New Roman"/>
              </a:rPr>
              <a:t>ArrayList and LinkedList</a:t>
            </a:r>
          </a:p>
        </p:txBody>
      </p:sp>
      <p:sp>
        <p:nvSpPr>
          <p:cNvPr id="11268" name="Rectangle 3">
            <a:extLst>
              <a:ext uri="{FF2B5EF4-FFF2-40B4-BE49-F238E27FC236}">
                <a16:creationId xmlns:a16="http://schemas.microsoft.com/office/drawing/2014/main" id="{BEE380CA-ACAC-AE85-9940-88FF475F573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1269" name="Rectangle 4">
            <a:extLst>
              <a:ext uri="{FF2B5EF4-FFF2-40B4-BE49-F238E27FC236}">
                <a16:creationId xmlns:a16="http://schemas.microsoft.com/office/drawing/2014/main" id="{43CA66BB-8CE1-39BC-1AF0-1D0E9675CAE2}"/>
              </a:ext>
            </a:extLst>
          </p:cNvPr>
          <p:cNvSpPr>
            <a:spLocks noChangeArrowheads="1" noGrp="1"/>
          </p:cNvSpPr>
          <p:nvPr>
            <p:ph idx="1" type="body"/>
          </p:nvPr>
        </p:nvSpPr>
        <p:spPr>
          <a:xfrm>
            <a:off x="381000" y="1219200"/>
            <a:ext cx="8458200" cy="4800600"/>
          </a:xfrm>
        </p:spPr>
        <p:txBody>
          <a:bodyPr/>
          <a:lstStyle/>
          <a:p>
            <a:pPr indent="0" marL="0">
              <a:lnSpc>
                <a:spcPct val="90000"/>
              </a:lnSpc>
              <a:buFont typeface="Monotype Sorts"/>
              <a:buNone/>
            </a:pPr>
            <a:r>
              <a:rPr altLang="en-US" lang="en-US" sz="2800">
                <a:cs charset="0" panose="02020603050405020304" pitchFamily="18" typeface="Times New Roman"/>
              </a:rPr>
              <a:t>The ArrayList class and the LinkedList class are concrete implementations of the List interface. Which of the two classes you use depends on your specific needs. If you need to support random access through an index without inserting or removing elements from any place other than the end, ArrayList offers the most efficient collection. If, however, your application requires the insertion or deletion of elements from any place in the list, you should choose LinkedList. A list can grow or shrink dynamically. An array is fixed once it is created. If your application does not require insertion or deletion of elements, the most efficient data structure is the array.</a:t>
            </a:r>
          </a:p>
        </p:txBody>
      </p:sp>
      <p:sp>
        <p:nvSpPr>
          <p:cNvPr id="11270" name="Rectangle 5">
            <a:extLst>
              <a:ext uri="{FF2B5EF4-FFF2-40B4-BE49-F238E27FC236}">
                <a16:creationId xmlns:a16="http://schemas.microsoft.com/office/drawing/2014/main" id="{9F66459C-7598-7361-FA3F-DA723C1C4D7E}"/>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1271" name="Rectangle 6">
            <a:extLst>
              <a:ext uri="{FF2B5EF4-FFF2-40B4-BE49-F238E27FC236}">
                <a16:creationId xmlns:a16="http://schemas.microsoft.com/office/drawing/2014/main" id="{CE95389A-EBE2-2D88-3858-425EFE288CD1}"/>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664E994F-FA6F-352A-E90C-D09EA6CE0B4D}"/>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A317BB7A-7727-446B-BB00-4D46080B0AC2}" type="slidenum">
              <a:rPr altLang="en-US" lang="en-US" sz="1400"/>
              <a:pPr>
                <a:spcBef>
                  <a:spcPct val="0"/>
                </a:spcBef>
                <a:buClrTx/>
                <a:buSzTx/>
                <a:buFontTx/>
                <a:buNone/>
              </a:pPr>
              <a:t>10</a:t>
            </a:fld>
            <a:endParaRPr altLang="en-US" lang="en-US" sz="1400"/>
          </a:p>
        </p:txBody>
      </p:sp>
      <p:sp>
        <p:nvSpPr>
          <p:cNvPr id="12291" name="Rectangle 2">
            <a:extLst>
              <a:ext uri="{FF2B5EF4-FFF2-40B4-BE49-F238E27FC236}">
                <a16:creationId xmlns:a16="http://schemas.microsoft.com/office/drawing/2014/main" id="{FA441EC1-30F4-13F9-3E0A-477B1939306E}"/>
              </a:ext>
            </a:extLst>
          </p:cNvPr>
          <p:cNvSpPr>
            <a:spLocks noChangeArrowheads="1" noGrp="1"/>
          </p:cNvSpPr>
          <p:nvPr>
            <p:ph type="title"/>
          </p:nvPr>
        </p:nvSpPr>
        <p:spPr>
          <a:xfrm>
            <a:off x="685800" y="228600"/>
            <a:ext cx="7924800" cy="914400"/>
          </a:xfrm>
          <a:noFill/>
        </p:spPr>
        <p:txBody>
          <a:bodyPr/>
          <a:lstStyle/>
          <a:p>
            <a:r>
              <a:rPr altLang="en-US" lang="en-US">
                <a:cs charset="0" panose="02020603050405020304" pitchFamily="18" typeface="Times New Roman"/>
              </a:rPr>
              <a:t>java.util.ArrayList</a:t>
            </a:r>
          </a:p>
        </p:txBody>
      </p:sp>
      <p:sp>
        <p:nvSpPr>
          <p:cNvPr id="12292" name="Rectangle 3">
            <a:extLst>
              <a:ext uri="{FF2B5EF4-FFF2-40B4-BE49-F238E27FC236}">
                <a16:creationId xmlns:a16="http://schemas.microsoft.com/office/drawing/2014/main" id="{A43E26A7-DF6D-F9B0-BDA8-C46A825B82A9}"/>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2293" name="Rectangle 5">
            <a:extLst>
              <a:ext uri="{FF2B5EF4-FFF2-40B4-BE49-F238E27FC236}">
                <a16:creationId xmlns:a16="http://schemas.microsoft.com/office/drawing/2014/main" id="{46A2F63B-D2FE-30EF-BD5D-00019C527980}"/>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2294" name="Rectangle 6">
            <a:extLst>
              <a:ext uri="{FF2B5EF4-FFF2-40B4-BE49-F238E27FC236}">
                <a16:creationId xmlns:a16="http://schemas.microsoft.com/office/drawing/2014/main" id="{B228D60C-41EB-4F61-428A-33772C6B8A02}"/>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2295" name="Rectangle 9">
            <a:extLst>
              <a:ext uri="{FF2B5EF4-FFF2-40B4-BE49-F238E27FC236}">
                <a16:creationId xmlns:a16="http://schemas.microsoft.com/office/drawing/2014/main" id="{E025D9D6-636B-136F-A130-C6DD4D3259F2}"/>
              </a:ext>
            </a:extLst>
          </p:cNvPr>
          <p:cNvSpPr>
            <a:spLocks noChangeArrowheads="1"/>
          </p:cNvSpPr>
          <p:nvPr/>
        </p:nvSpPr>
        <p:spPr bwMode="auto">
          <a:xfrm>
            <a:off x="285750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2296" name="Rectangle 11">
            <a:extLst>
              <a:ext uri="{FF2B5EF4-FFF2-40B4-BE49-F238E27FC236}">
                <a16:creationId xmlns:a16="http://schemas.microsoft.com/office/drawing/2014/main" id="{59448571-0DF6-44A8-08E5-6D0B420A98FC}"/>
              </a:ext>
            </a:extLst>
          </p:cNvPr>
          <p:cNvSpPr>
            <a:spLocks noChangeArrowheads="1"/>
          </p:cNvSpPr>
          <p:nvPr/>
        </p:nvSpPr>
        <p:spPr bwMode="auto">
          <a:xfrm>
            <a:off x="0" y="2278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graphicFrame>
        <p:nvGraphicFramePr>
          <p:cNvPr id="12297" name="Object 10">
            <a:extLst>
              <a:ext uri="{FF2B5EF4-FFF2-40B4-BE49-F238E27FC236}">
                <a16:creationId xmlns:a16="http://schemas.microsoft.com/office/drawing/2014/main" id="{A9AA7B1D-8927-DEE5-B469-E6DA4FCD2DCA}"/>
              </a:ext>
            </a:extLst>
          </p:cNvPr>
          <p:cNvGraphicFramePr>
            <a:graphicFrameLocks noChangeAspect="1"/>
          </p:cNvGraphicFramePr>
          <p:nvPr/>
        </p:nvGraphicFramePr>
        <p:xfrm>
          <a:off x="228600" y="1447800"/>
          <a:ext cx="8686800" cy="4833938"/>
        </p:xfrm>
        <a:graphic>
          <a:graphicData uri="http://schemas.openxmlformats.org/presentationml/2006/ole">
            <mc:AlternateContent xmlns:mc="http://schemas.openxmlformats.org/markup-compatibility/2006">
              <mc:Choice xmlns:v="urn:schemas-microsoft-com:vml" Requires="v">
                <p:oleObj imgH="2297411" imgW="4136861" name="Picture" progId="Word.Picture.8" r:id="rId2">
                  <p:embed/>
                </p:oleObj>
              </mc:Choice>
              <mc:Fallback>
                <p:oleObj imgH="2297411" imgW="4136861" name="Picture" progId="Word.Picture.8" r:id="rId2">
                  <p:embed/>
                  <p:pic>
                    <p:nvPicPr>
                      <p:cNvPr id="0" name="Object 10"/>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47800"/>
                        <a:ext cx="8686800" cy="483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09767076-E212-6493-7BA2-66112F37ED83}"/>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BD547926-F80A-4147-9CFB-63753E0305EE}" type="slidenum">
              <a:rPr altLang="en-US" lang="en-US" sz="1400"/>
              <a:pPr>
                <a:spcBef>
                  <a:spcPct val="0"/>
                </a:spcBef>
                <a:buClrTx/>
                <a:buSzTx/>
                <a:buFontTx/>
                <a:buNone/>
              </a:pPr>
              <a:t>11</a:t>
            </a:fld>
            <a:endParaRPr altLang="en-US" lang="en-US" sz="1400"/>
          </a:p>
        </p:txBody>
      </p:sp>
      <p:sp>
        <p:nvSpPr>
          <p:cNvPr id="13315" name="Rectangle 2">
            <a:extLst>
              <a:ext uri="{FF2B5EF4-FFF2-40B4-BE49-F238E27FC236}">
                <a16:creationId xmlns:a16="http://schemas.microsoft.com/office/drawing/2014/main" id="{14965455-5FB9-4696-BBD4-8A167141FE5F}"/>
              </a:ext>
            </a:extLst>
          </p:cNvPr>
          <p:cNvSpPr>
            <a:spLocks noChangeArrowheads="1" noGrp="1"/>
          </p:cNvSpPr>
          <p:nvPr>
            <p:ph type="title"/>
          </p:nvPr>
        </p:nvSpPr>
        <p:spPr>
          <a:xfrm>
            <a:off x="685800" y="228600"/>
            <a:ext cx="7924800" cy="533400"/>
          </a:xfrm>
          <a:noFill/>
        </p:spPr>
        <p:txBody>
          <a:bodyPr/>
          <a:lstStyle/>
          <a:p>
            <a:r>
              <a:rPr altLang="en-US" lang="en-US" sz="4000">
                <a:cs charset="0" panose="02020603050405020304" pitchFamily="18" typeface="Times New Roman"/>
              </a:rPr>
              <a:t>java.util.LinkedList</a:t>
            </a:r>
          </a:p>
        </p:txBody>
      </p:sp>
      <p:sp>
        <p:nvSpPr>
          <p:cNvPr id="13316" name="Rectangle 3">
            <a:extLst>
              <a:ext uri="{FF2B5EF4-FFF2-40B4-BE49-F238E27FC236}">
                <a16:creationId xmlns:a16="http://schemas.microsoft.com/office/drawing/2014/main" id="{02B5E9DE-9CC1-7AC0-FE1B-13DD1BA2842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3317" name="Rectangle 4">
            <a:extLst>
              <a:ext uri="{FF2B5EF4-FFF2-40B4-BE49-F238E27FC236}">
                <a16:creationId xmlns:a16="http://schemas.microsoft.com/office/drawing/2014/main" id="{5B825DA0-0C56-8FD6-239F-FB58A733B308}"/>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3318" name="Rectangle 5">
            <a:extLst>
              <a:ext uri="{FF2B5EF4-FFF2-40B4-BE49-F238E27FC236}">
                <a16:creationId xmlns:a16="http://schemas.microsoft.com/office/drawing/2014/main" id="{C0B0F4AD-41BA-D900-7548-60F4205C8831}"/>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3319" name="Rectangle 6">
            <a:extLst>
              <a:ext uri="{FF2B5EF4-FFF2-40B4-BE49-F238E27FC236}">
                <a16:creationId xmlns:a16="http://schemas.microsoft.com/office/drawing/2014/main" id="{AD43FCBA-CA67-3D19-7436-7DFE8ED1E38D}"/>
              </a:ext>
            </a:extLst>
          </p:cNvPr>
          <p:cNvSpPr>
            <a:spLocks noChangeArrowheads="1"/>
          </p:cNvSpPr>
          <p:nvPr/>
        </p:nvSpPr>
        <p:spPr bwMode="auto">
          <a:xfrm>
            <a:off x="2857500"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3320" name="Rectangle 9">
            <a:extLst>
              <a:ext uri="{FF2B5EF4-FFF2-40B4-BE49-F238E27FC236}">
                <a16:creationId xmlns:a16="http://schemas.microsoft.com/office/drawing/2014/main" id="{6EF51957-F224-1DD2-34D1-0012311E4E0D}"/>
              </a:ext>
            </a:extLst>
          </p:cNvPr>
          <p:cNvSpPr>
            <a:spLocks noChangeArrowheads="1"/>
          </p:cNvSpPr>
          <p:nvPr/>
        </p:nvSpPr>
        <p:spPr bwMode="auto">
          <a:xfrm>
            <a:off x="0" y="2027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graphicFrame>
        <p:nvGraphicFramePr>
          <p:cNvPr id="13321" name="Object 8">
            <a:extLst>
              <a:ext uri="{FF2B5EF4-FFF2-40B4-BE49-F238E27FC236}">
                <a16:creationId xmlns:a16="http://schemas.microsoft.com/office/drawing/2014/main" id="{23B3E127-6F70-6F6D-E27A-C72BFBC48191}"/>
              </a:ext>
            </a:extLst>
          </p:cNvPr>
          <p:cNvGraphicFramePr>
            <a:graphicFrameLocks noChangeAspect="1"/>
          </p:cNvGraphicFramePr>
          <p:nvPr/>
        </p:nvGraphicFramePr>
        <p:xfrm>
          <a:off x="762000" y="914400"/>
          <a:ext cx="7772400" cy="5395913"/>
        </p:xfrm>
        <a:graphic>
          <a:graphicData uri="http://schemas.openxmlformats.org/presentationml/2006/ole">
            <mc:AlternateContent xmlns:mc="http://schemas.openxmlformats.org/markup-compatibility/2006">
              <mc:Choice xmlns:v="urn:schemas-microsoft-com:vml" Requires="v">
                <p:oleObj imgH="2805580" imgW="4034923" name="Picture" progId="Word.Picture.8" r:id="rId2">
                  <p:embed/>
                </p:oleObj>
              </mc:Choice>
              <mc:Fallback>
                <p:oleObj imgH="2805580" imgW="4034923" name="Picture" progId="Word.Picture.8" r:id="rId2">
                  <p:embed/>
                  <p:pic>
                    <p:nvPicPr>
                      <p:cNvPr id="0" name="Object 8"/>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14400"/>
                        <a:ext cx="7772400" cy="539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AA9B1A5A-EC4D-A08E-7792-10BDE2FDF908}"/>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A74836D9-160C-4195-BD41-B487C699FEDD}" type="slidenum">
              <a:rPr altLang="en-US" lang="en-US" sz="1400"/>
              <a:pPr>
                <a:spcBef>
                  <a:spcPct val="0"/>
                </a:spcBef>
                <a:buClrTx/>
                <a:buSzTx/>
                <a:buFontTx/>
                <a:buNone/>
              </a:pPr>
              <a:t>12</a:t>
            </a:fld>
            <a:endParaRPr altLang="en-US" lang="en-US" sz="1400"/>
          </a:p>
        </p:txBody>
      </p:sp>
      <p:sp>
        <p:nvSpPr>
          <p:cNvPr id="14339" name="Rectangle 2">
            <a:extLst>
              <a:ext uri="{FF2B5EF4-FFF2-40B4-BE49-F238E27FC236}">
                <a16:creationId xmlns:a16="http://schemas.microsoft.com/office/drawing/2014/main" id="{D7916B4D-615B-E38F-2F7E-581206E28A9E}"/>
              </a:ext>
            </a:extLst>
          </p:cNvPr>
          <p:cNvSpPr>
            <a:spLocks noChangeArrowheads="1" noGrp="1"/>
          </p:cNvSpPr>
          <p:nvPr>
            <p:ph type="title"/>
          </p:nvPr>
        </p:nvSpPr>
        <p:spPr>
          <a:xfrm>
            <a:off x="685800" y="228600"/>
            <a:ext cx="7924800" cy="1143000"/>
          </a:xfrm>
          <a:noFill/>
        </p:spPr>
        <p:txBody>
          <a:bodyPr/>
          <a:lstStyle/>
          <a:p>
            <a:r>
              <a:rPr altLang="en-US" lang="en-US">
                <a:cs charset="0" panose="02020603050405020304" pitchFamily="18" typeface="Times New Roman"/>
              </a:rPr>
              <a:t>Example: Using ArrayList and LinkedList</a:t>
            </a:r>
          </a:p>
        </p:txBody>
      </p:sp>
      <p:sp>
        <p:nvSpPr>
          <p:cNvPr id="14340" name="Rectangle 3">
            <a:extLst>
              <a:ext uri="{FF2B5EF4-FFF2-40B4-BE49-F238E27FC236}">
                <a16:creationId xmlns:a16="http://schemas.microsoft.com/office/drawing/2014/main" id="{4ED24337-0AFD-5D02-EC1C-E78696D7E70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4341" name="Rectangle 4">
            <a:extLst>
              <a:ext uri="{FF2B5EF4-FFF2-40B4-BE49-F238E27FC236}">
                <a16:creationId xmlns:a16="http://schemas.microsoft.com/office/drawing/2014/main" id="{AEF11561-420F-EA84-A7DE-B472598160EE}"/>
              </a:ext>
            </a:extLst>
          </p:cNvPr>
          <p:cNvSpPr>
            <a:spLocks noChangeArrowheads="1" noGrp="1"/>
          </p:cNvSpPr>
          <p:nvPr>
            <p:ph idx="1" type="body"/>
          </p:nvPr>
        </p:nvSpPr>
        <p:spPr>
          <a:xfrm>
            <a:off x="381000" y="1752600"/>
            <a:ext cx="8229600" cy="3581400"/>
          </a:xfrm>
          <a:noFill/>
        </p:spPr>
        <p:txBody>
          <a:bodyPr/>
          <a:lstStyle/>
          <a:p>
            <a:pPr indent="0" marL="0">
              <a:lnSpc>
                <a:spcPct val="90000"/>
              </a:lnSpc>
              <a:buFont typeface="Monotype Sorts"/>
              <a:buNone/>
            </a:pPr>
            <a:r>
              <a:rPr altLang="en-US" lang="en-US" sz="3600">
                <a:cs charset="0" panose="02020603050405020304" pitchFamily="18" typeface="Times New Roman"/>
              </a:rPr>
              <a:t>This example creates an array list filled with numbers, and inserts new elements into the specified location in the list. The example also creates a linked list from the array list, inserts and removes the elements from the list. Finally, the example traverses the list forward and backward.</a:t>
            </a:r>
            <a:r>
              <a:rPr altLang="en-US" lang="en-US" sz="3600">
                <a:latin charset="0" typeface="Courier"/>
                <a:cs charset="0" panose="02020603050405020304" pitchFamily="18" typeface="Times New Roman"/>
              </a:rPr>
              <a:t> </a:t>
            </a:r>
          </a:p>
        </p:txBody>
      </p:sp>
      <p:sp>
        <p:nvSpPr>
          <p:cNvPr id="14342" name="Rectangle 5">
            <a:extLst>
              <a:ext uri="{FF2B5EF4-FFF2-40B4-BE49-F238E27FC236}">
                <a16:creationId xmlns:a16="http://schemas.microsoft.com/office/drawing/2014/main" id="{C3D6957A-82D4-6AF0-4F71-E3C1A72C7F45}"/>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4343" name="Rectangle 6">
            <a:extLst>
              <a:ext uri="{FF2B5EF4-FFF2-40B4-BE49-F238E27FC236}">
                <a16:creationId xmlns:a16="http://schemas.microsoft.com/office/drawing/2014/main" id="{CCCADDFF-2CB4-BB66-4447-518667FDCE16}"/>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4344" name="AutoShape 8">
            <a:hlinkClick action="ppaction://program" highlightClick="1" r:id="rId2"/>
            <a:extLst>
              <a:ext uri="{FF2B5EF4-FFF2-40B4-BE49-F238E27FC236}">
                <a16:creationId xmlns:a16="http://schemas.microsoft.com/office/drawing/2014/main" id="{59BEED6F-2825-E66B-6BFA-95477C68F1DF}"/>
              </a:ext>
            </a:extLst>
          </p:cNvPr>
          <p:cNvSpPr>
            <a:spLocks noChangeArrowheads="1"/>
          </p:cNvSpPr>
          <p:nvPr/>
        </p:nvSpPr>
        <p:spPr bwMode="auto">
          <a:xfrm>
            <a:off x="5715000" y="5486400"/>
            <a:ext cx="1828800" cy="533400"/>
          </a:xfrm>
          <a:prstGeom prst="actionButtonBlank">
            <a:avLst/>
          </a:prstGeom>
          <a:solidFill>
            <a:srgbClr val="38A1BA"/>
          </a:solidFill>
          <a:ln>
            <a:noFill/>
          </a:ln>
          <a:effectLst>
            <a:prstShdw dir="2700000" dist="17961" prst="shdw17">
              <a:srgbClr val="226170"/>
            </a:prstShdw>
          </a:effectLst>
          <a:extLst>
            <a:ext uri="{91240B29-F687-4F45-9708-019B960494DF}">
              <a14:hiddenLine xmlns:a14="http://schemas.microsoft.com/office/drawing/2010/main" w="19050">
                <a:solidFill>
                  <a:schemeClr val="tx1"/>
                </a:solidFill>
                <a:miter lim="800000"/>
                <a:headEnd len="sm" type="none" w="sm"/>
                <a:tailEnd len="sm" type="none" w="sm"/>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lgn="ctr">
              <a:spcBef>
                <a:spcPct val="0"/>
              </a:spcBef>
              <a:buClrTx/>
              <a:buSzTx/>
              <a:buFontTx/>
              <a:buNone/>
            </a:pPr>
            <a:r>
              <a:rPr altLang="en-US" lang="en-US" sz="2400">
                <a:latin charset="0" panose="02040602050305030304" pitchFamily="18" typeface="Book Antiqua"/>
              </a:rPr>
              <a:t>Run</a:t>
            </a:r>
            <a:endParaRPr altLang="en-US" lang="en-US" sz="2400"/>
          </a:p>
        </p:txBody>
      </p:sp>
      <p:sp>
        <p:nvSpPr>
          <p:cNvPr id="302089" name="AutoShape 9">
            <a:hlinkClick action="ppaction://noaction" highlightClick="1" r:id=""/>
            <a:extLst>
              <a:ext uri="{FF2B5EF4-FFF2-40B4-BE49-F238E27FC236}">
                <a16:creationId xmlns:a16="http://schemas.microsoft.com/office/drawing/2014/main" id="{C52BD1F9-C92C-C458-0934-CEFFDA51806B}"/>
              </a:ext>
            </a:extLst>
          </p:cNvPr>
          <p:cNvSpPr>
            <a:spLocks noChangeArrowheads="1"/>
          </p:cNvSpPr>
          <p:nvPr/>
        </p:nvSpPr>
        <p:spPr bwMode="auto">
          <a:xfrm>
            <a:off x="1905000" y="5486400"/>
            <a:ext cx="3657600" cy="533400"/>
          </a:xfrm>
          <a:prstGeom prst="actionButtonBlank">
            <a:avLst/>
          </a:prstGeom>
          <a:solidFill>
            <a:srgbClr val="00B050"/>
          </a:solidFill>
          <a:ln>
            <a:noFill/>
          </a:ln>
          <a:effectLst>
            <a:prstShdw dir="2700000" dist="17961" prst="shdw17">
              <a:schemeClr val="tx1">
                <a:gamma/>
                <a:shade val="60000"/>
                <a:invGamma/>
              </a:schemeClr>
            </a:prstShdw>
          </a:effectLst>
        </p:spPr>
        <p:txBody>
          <a:bodyPr anchor="ctr" wrap="none"/>
          <a:lstStyle/>
          <a:p>
            <a:pPr algn="ctr">
              <a:defRPr/>
            </a:pPr>
            <a:r>
              <a:rPr lang="en-US">
                <a:latin charset="0" pitchFamily="18" typeface="Book Antiqua"/>
                <a:hlinkClick action="ppaction://program" r:id="rId3"/>
              </a:rPr>
              <a:t>TestArrayAndLinkedList</a:t>
            </a:r>
            <a:endParaRPr lang="en-US">
              <a:solidFill>
                <a:schemeClr val="accent1"/>
              </a:solidFill>
            </a:endParaRPr>
          </a:p>
        </p:txBody>
      </p:sp>
      <p:sp>
        <p:nvSpPr>
          <p:cNvPr id="14346" name="AutoShape 10">
            <a:hlinkClick highlightClick="1" r:id="rId4"/>
            <a:extLst>
              <a:ext uri="{FF2B5EF4-FFF2-40B4-BE49-F238E27FC236}">
                <a16:creationId xmlns:a16="http://schemas.microsoft.com/office/drawing/2014/main" id="{07F1127E-DBEC-3409-4792-F64088C95E73}"/>
              </a:ext>
            </a:extLst>
          </p:cNvPr>
          <p:cNvSpPr>
            <a:spLocks noChangeArrowheads="1"/>
          </p:cNvSpPr>
          <p:nvPr/>
        </p:nvSpPr>
        <p:spPr bwMode="auto">
          <a:xfrm>
            <a:off x="1219200" y="5486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87FAF934-2EAF-1973-9663-A503D072AC29}"/>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C6A24894-F593-415F-AD77-14BD30BADA45}" type="slidenum">
              <a:rPr altLang="en-US" lang="en-US" sz="1400"/>
              <a:pPr>
                <a:spcBef>
                  <a:spcPct val="0"/>
                </a:spcBef>
                <a:buClrTx/>
                <a:buSzTx/>
                <a:buFontTx/>
                <a:buNone/>
              </a:pPr>
              <a:t>13</a:t>
            </a:fld>
            <a:endParaRPr altLang="en-US" lang="en-US" sz="1400"/>
          </a:p>
        </p:txBody>
      </p:sp>
      <p:sp>
        <p:nvSpPr>
          <p:cNvPr id="15363" name="Rectangle 2">
            <a:extLst>
              <a:ext uri="{FF2B5EF4-FFF2-40B4-BE49-F238E27FC236}">
                <a16:creationId xmlns:a16="http://schemas.microsoft.com/office/drawing/2014/main" id="{6FDD5D64-6368-20A2-C9E3-52703F160BB8}"/>
              </a:ext>
            </a:extLst>
          </p:cNvPr>
          <p:cNvSpPr>
            <a:spLocks noChangeArrowheads="1" noGrp="1"/>
          </p:cNvSpPr>
          <p:nvPr>
            <p:ph type="title"/>
          </p:nvPr>
        </p:nvSpPr>
        <p:spPr>
          <a:xfrm>
            <a:off x="685800" y="228600"/>
            <a:ext cx="7924800" cy="914400"/>
          </a:xfrm>
          <a:noFill/>
        </p:spPr>
        <p:txBody>
          <a:bodyPr/>
          <a:lstStyle/>
          <a:p>
            <a:r>
              <a:rPr altLang="en-US" lang="en-US">
                <a:cs charset="0" panose="02020603050405020304" pitchFamily="18" typeface="Times New Roman"/>
              </a:rPr>
              <a:t>The Comparator Interface</a:t>
            </a:r>
          </a:p>
        </p:txBody>
      </p:sp>
      <p:sp>
        <p:nvSpPr>
          <p:cNvPr id="15364" name="Rectangle 3">
            <a:extLst>
              <a:ext uri="{FF2B5EF4-FFF2-40B4-BE49-F238E27FC236}">
                <a16:creationId xmlns:a16="http://schemas.microsoft.com/office/drawing/2014/main" id="{3F02F402-A124-6DF5-E85E-5DD42DF3A7C8}"/>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5365" name="Rectangle 4">
            <a:extLst>
              <a:ext uri="{FF2B5EF4-FFF2-40B4-BE49-F238E27FC236}">
                <a16:creationId xmlns:a16="http://schemas.microsoft.com/office/drawing/2014/main" id="{DC58686C-0C29-26FE-5882-4C19CF41BD16}"/>
              </a:ext>
            </a:extLst>
          </p:cNvPr>
          <p:cNvSpPr>
            <a:spLocks noChangeArrowheads="1" noGrp="1"/>
          </p:cNvSpPr>
          <p:nvPr>
            <p:ph idx="1" type="body"/>
          </p:nvPr>
        </p:nvSpPr>
        <p:spPr>
          <a:xfrm>
            <a:off x="381000" y="1524000"/>
            <a:ext cx="8229600" cy="3581400"/>
          </a:xfrm>
        </p:spPr>
        <p:txBody>
          <a:bodyPr/>
          <a:lstStyle/>
          <a:p>
            <a:pPr indent="0" marL="0">
              <a:buFont typeface="Monotype Sorts"/>
              <a:buNone/>
            </a:pPr>
            <a:r>
              <a:rPr altLang="en-US" lang="en-US" sz="2800">
                <a:cs charset="0" panose="02020603050405020304" pitchFamily="18" typeface="Times New Roman"/>
              </a:rPr>
              <a:t>Sometimes you want to compare the elements of different types. The elements may not be instances of Comparable or are not comparable. You can define a comparator to compare these elements. To do so, define a class that implements the java.util.Comparator interface. The Comparator interface has two methods, compare and equals.</a:t>
            </a:r>
          </a:p>
        </p:txBody>
      </p:sp>
      <p:sp>
        <p:nvSpPr>
          <p:cNvPr id="15366" name="Rectangle 5">
            <a:extLst>
              <a:ext uri="{FF2B5EF4-FFF2-40B4-BE49-F238E27FC236}">
                <a16:creationId xmlns:a16="http://schemas.microsoft.com/office/drawing/2014/main" id="{61E969EC-35E8-752A-D5D3-78C5B9A2E67B}"/>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5367" name="Rectangle 6">
            <a:extLst>
              <a:ext uri="{FF2B5EF4-FFF2-40B4-BE49-F238E27FC236}">
                <a16:creationId xmlns:a16="http://schemas.microsoft.com/office/drawing/2014/main" id="{C98A5ABC-0A21-B724-183C-3C75345510CE}"/>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id="{26A2BC87-D579-1B1D-504A-F4D15646F3CD}"/>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F57BA297-1C90-4C02-9B99-45F5106EDE50}" type="slidenum">
              <a:rPr altLang="en-US" lang="en-US" sz="1400"/>
              <a:pPr>
                <a:spcBef>
                  <a:spcPct val="0"/>
                </a:spcBef>
                <a:buClrTx/>
                <a:buSzTx/>
                <a:buFontTx/>
                <a:buNone/>
              </a:pPr>
              <a:t>14</a:t>
            </a:fld>
            <a:endParaRPr altLang="en-US" lang="en-US" sz="1400"/>
          </a:p>
        </p:txBody>
      </p:sp>
      <p:sp>
        <p:nvSpPr>
          <p:cNvPr id="16387" name="Rectangle 2">
            <a:extLst>
              <a:ext uri="{FF2B5EF4-FFF2-40B4-BE49-F238E27FC236}">
                <a16:creationId xmlns:a16="http://schemas.microsoft.com/office/drawing/2014/main" id="{07FE8681-542C-94E5-80C8-E57D9BDECB27}"/>
              </a:ext>
            </a:extLst>
          </p:cNvPr>
          <p:cNvSpPr>
            <a:spLocks noChangeArrowheads="1" noGrp="1"/>
          </p:cNvSpPr>
          <p:nvPr>
            <p:ph type="title"/>
          </p:nvPr>
        </p:nvSpPr>
        <p:spPr>
          <a:xfrm>
            <a:off x="685800" y="228600"/>
            <a:ext cx="7924800" cy="838200"/>
          </a:xfrm>
          <a:noFill/>
        </p:spPr>
        <p:txBody>
          <a:bodyPr/>
          <a:lstStyle/>
          <a:p>
            <a:r>
              <a:rPr altLang="en-US" lang="en-US">
                <a:cs charset="0" panose="02020603050405020304" pitchFamily="18" typeface="Times New Roman"/>
              </a:rPr>
              <a:t>The Comparator Interface</a:t>
            </a:r>
          </a:p>
        </p:txBody>
      </p:sp>
      <p:sp>
        <p:nvSpPr>
          <p:cNvPr id="16388" name="Rectangle 3">
            <a:extLst>
              <a:ext uri="{FF2B5EF4-FFF2-40B4-BE49-F238E27FC236}">
                <a16:creationId xmlns:a16="http://schemas.microsoft.com/office/drawing/2014/main" id="{BFB0F501-72DD-2035-E0A8-A6668B43110F}"/>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6389" name="Rectangle 4">
            <a:extLst>
              <a:ext uri="{FF2B5EF4-FFF2-40B4-BE49-F238E27FC236}">
                <a16:creationId xmlns:a16="http://schemas.microsoft.com/office/drawing/2014/main" id="{06AC2021-10D9-8F6E-7682-1D9DC1942A57}"/>
              </a:ext>
            </a:extLst>
          </p:cNvPr>
          <p:cNvSpPr>
            <a:spLocks noChangeArrowheads="1" noGrp="1"/>
          </p:cNvSpPr>
          <p:nvPr>
            <p:ph idx="1" type="body"/>
          </p:nvPr>
        </p:nvSpPr>
        <p:spPr>
          <a:xfrm>
            <a:off x="381000" y="1219200"/>
            <a:ext cx="8382000" cy="3810000"/>
          </a:xfrm>
        </p:spPr>
        <p:txBody>
          <a:bodyPr/>
          <a:lstStyle/>
          <a:p>
            <a:pPr indent="0" marL="0">
              <a:lnSpc>
                <a:spcPct val="90000"/>
              </a:lnSpc>
              <a:buFont typeface="Monotype Sorts"/>
              <a:buNone/>
            </a:pPr>
            <a:r>
              <a:rPr altLang="en-US" lang="en-US" sz="2800">
                <a:cs charset="0" panose="02020603050405020304" pitchFamily="18" typeface="Times New Roman"/>
              </a:rPr>
              <a:t>public int compare(Object element1, Object element2)</a:t>
            </a:r>
          </a:p>
          <a:p>
            <a:pPr indent="0" marL="0">
              <a:lnSpc>
                <a:spcPct val="90000"/>
              </a:lnSpc>
              <a:buFont typeface="Monotype Sorts"/>
              <a:buNone/>
            </a:pPr>
            <a:r>
              <a:rPr altLang="en-US" lang="en-US" sz="2800">
                <a:cs charset="0" panose="02020603050405020304" pitchFamily="18" typeface="Times New Roman"/>
              </a:rPr>
              <a:t>Returns a negative value if element1 is less than element2, a positive value if element1 is greater than element2, and zero if they are equal. </a:t>
            </a:r>
          </a:p>
          <a:p>
            <a:pPr indent="0" marL="0">
              <a:lnSpc>
                <a:spcPct val="90000"/>
              </a:lnSpc>
              <a:buFont typeface="Monotype Sorts"/>
              <a:buNone/>
            </a:pPr>
            <a:endParaRPr altLang="en-US" lang="en-US" sz="2800">
              <a:cs charset="0" panose="02020603050405020304" pitchFamily="18" typeface="Times New Roman"/>
            </a:endParaRPr>
          </a:p>
        </p:txBody>
      </p:sp>
      <p:sp>
        <p:nvSpPr>
          <p:cNvPr id="16390" name="Rectangle 5">
            <a:extLst>
              <a:ext uri="{FF2B5EF4-FFF2-40B4-BE49-F238E27FC236}">
                <a16:creationId xmlns:a16="http://schemas.microsoft.com/office/drawing/2014/main" id="{896392B8-1833-C7B7-1CBD-242C3FE9718C}"/>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6391" name="Rectangle 6">
            <a:extLst>
              <a:ext uri="{FF2B5EF4-FFF2-40B4-BE49-F238E27FC236}">
                <a16:creationId xmlns:a16="http://schemas.microsoft.com/office/drawing/2014/main" id="{DC89AD7E-33DA-13A1-7D69-56E13EB74590}"/>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321543" name="AutoShape 7">
            <a:hlinkClick action="ppaction://noaction" highlightClick="1" r:id=""/>
            <a:extLst>
              <a:ext uri="{FF2B5EF4-FFF2-40B4-BE49-F238E27FC236}">
                <a16:creationId xmlns:a16="http://schemas.microsoft.com/office/drawing/2014/main" id="{B6AF20CF-627A-C041-7DCB-378B58999277}"/>
              </a:ext>
            </a:extLst>
          </p:cNvPr>
          <p:cNvSpPr>
            <a:spLocks noChangeArrowheads="1"/>
          </p:cNvSpPr>
          <p:nvPr/>
        </p:nvSpPr>
        <p:spPr bwMode="auto">
          <a:xfrm>
            <a:off x="152400" y="5181600"/>
            <a:ext cx="4343400" cy="457200"/>
          </a:xfrm>
          <a:prstGeom prst="actionButtonBlank">
            <a:avLst/>
          </a:prstGeom>
          <a:solidFill>
            <a:srgbClr val="00B050"/>
          </a:solidFill>
          <a:ln>
            <a:noFill/>
          </a:ln>
          <a:effectLst>
            <a:prstShdw dir="2700000" dist="17961" prst="shdw17">
              <a:schemeClr val="tx1">
                <a:gamma/>
                <a:shade val="60000"/>
                <a:invGamma/>
              </a:schemeClr>
            </a:prstShdw>
          </a:effectLst>
        </p:spPr>
        <p:txBody>
          <a:bodyPr anchor="ctr" wrap="none"/>
          <a:lstStyle/>
          <a:p>
            <a:pPr algn="ctr">
              <a:defRPr/>
            </a:pPr>
            <a:r>
              <a:rPr lang="en-US">
                <a:solidFill>
                  <a:srgbClr val="000000"/>
                </a:solidFill>
                <a:latin charset="0" pitchFamily="18" typeface="Book Antiqua"/>
                <a:hlinkClick action="ppaction://program" r:id="rId2">
                  <a:extLst>
                    <a:ext uri="{A12FA001-AC4F-418D-AE19-62706E023703}">
                      <ahyp:hlinkClr xmlns:ahyp="http://schemas.microsoft.com/office/drawing/2018/hyperlinkcolor" val="tx"/>
                    </a:ext>
                  </a:extLst>
                </a:hlinkClick>
              </a:rPr>
              <a:t>GeometricObjectComparator</a:t>
            </a:r>
            <a:endParaRPr lang="en-US"/>
          </a:p>
        </p:txBody>
      </p:sp>
      <p:sp>
        <p:nvSpPr>
          <p:cNvPr id="321544" name="AutoShape 8">
            <a:hlinkClick action="ppaction://noaction" highlightClick="1" r:id=""/>
            <a:extLst>
              <a:ext uri="{FF2B5EF4-FFF2-40B4-BE49-F238E27FC236}">
                <a16:creationId xmlns:a16="http://schemas.microsoft.com/office/drawing/2014/main" id="{1813D1FB-0538-513F-1D63-9AA4421D3260}"/>
              </a:ext>
            </a:extLst>
          </p:cNvPr>
          <p:cNvSpPr>
            <a:spLocks noChangeArrowheads="1"/>
          </p:cNvSpPr>
          <p:nvPr/>
        </p:nvSpPr>
        <p:spPr bwMode="auto">
          <a:xfrm>
            <a:off x="152400" y="5791200"/>
            <a:ext cx="4343400" cy="457200"/>
          </a:xfrm>
          <a:prstGeom prst="actionButtonBlank">
            <a:avLst/>
          </a:prstGeom>
          <a:solidFill>
            <a:srgbClr val="00B050"/>
          </a:solidFill>
          <a:ln>
            <a:noFill/>
          </a:ln>
          <a:effectLst>
            <a:prstShdw dir="2700000" dist="17961" prst="shdw17">
              <a:schemeClr val="tx1">
                <a:gamma/>
                <a:shade val="60000"/>
                <a:invGamma/>
              </a:schemeClr>
            </a:prstShdw>
          </a:effectLst>
        </p:spPr>
        <p:txBody>
          <a:bodyPr anchor="ctr" wrap="none"/>
          <a:lstStyle/>
          <a:p>
            <a:pPr algn="ctr">
              <a:defRPr/>
            </a:pPr>
            <a:r>
              <a:rPr lang="en-US">
                <a:solidFill>
                  <a:srgbClr val="000000"/>
                </a:solidFill>
                <a:latin charset="0" pitchFamily="18" typeface="Book Antiqua"/>
                <a:hlinkClick action="ppaction://program" r:id="rId3">
                  <a:extLst>
                    <a:ext uri="{A12FA001-AC4F-418D-AE19-62706E023703}">
                      <ahyp:hlinkClr xmlns:ahyp="http://schemas.microsoft.com/office/drawing/2018/hyperlinkcolor" val="tx"/>
                    </a:ext>
                  </a:extLst>
                </a:hlinkClick>
              </a:rPr>
              <a:t>TestComparator </a:t>
            </a:r>
            <a:endParaRPr lang="en-US"/>
          </a:p>
        </p:txBody>
      </p:sp>
      <p:sp>
        <p:nvSpPr>
          <p:cNvPr id="16394" name="AutoShape 9">
            <a:hlinkClick action="ppaction://program" highlightClick="1" r:id="rId4"/>
            <a:extLst>
              <a:ext uri="{FF2B5EF4-FFF2-40B4-BE49-F238E27FC236}">
                <a16:creationId xmlns:a16="http://schemas.microsoft.com/office/drawing/2014/main" id="{1201C7B5-DA22-D6C0-771E-B03E5F1E5BB9}"/>
              </a:ext>
            </a:extLst>
          </p:cNvPr>
          <p:cNvSpPr>
            <a:spLocks noChangeArrowheads="1"/>
          </p:cNvSpPr>
          <p:nvPr/>
        </p:nvSpPr>
        <p:spPr bwMode="auto">
          <a:xfrm>
            <a:off x="4800600" y="5105400"/>
            <a:ext cx="1828800" cy="533400"/>
          </a:xfrm>
          <a:prstGeom prst="actionButtonBlank">
            <a:avLst/>
          </a:prstGeom>
          <a:solidFill>
            <a:srgbClr val="38A1BA"/>
          </a:solidFill>
          <a:ln>
            <a:noFill/>
          </a:ln>
          <a:effectLst>
            <a:prstShdw dir="2700000" dist="17961" prst="shdw17">
              <a:srgbClr val="226170"/>
            </a:prstShdw>
          </a:effectLst>
          <a:extLst>
            <a:ext uri="{91240B29-F687-4F45-9708-019B960494DF}">
              <a14:hiddenLine xmlns:a14="http://schemas.microsoft.com/office/drawing/2010/main" w="19050">
                <a:solidFill>
                  <a:schemeClr val="tx1"/>
                </a:solidFill>
                <a:miter lim="800000"/>
                <a:headEnd len="sm" type="none" w="sm"/>
                <a:tailEnd len="sm" type="none" w="sm"/>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lgn="ctr">
              <a:spcBef>
                <a:spcPct val="0"/>
              </a:spcBef>
              <a:buClrTx/>
              <a:buSzTx/>
              <a:buFontTx/>
              <a:buNone/>
            </a:pPr>
            <a:r>
              <a:rPr altLang="en-US" lang="en-US" sz="2400">
                <a:latin charset="0" panose="02040602050305030304" pitchFamily="18" typeface="Book Antiqua"/>
              </a:rPr>
              <a:t>Run</a:t>
            </a:r>
            <a:endParaRPr altLang="en-US" lang="en-US" sz="2400"/>
          </a:p>
        </p:txBody>
      </p:sp>
      <p:sp>
        <p:nvSpPr>
          <p:cNvPr id="16395" name="AutoShape 10">
            <a:hlinkClick highlightClick="1" r:id="rId5"/>
            <a:extLst>
              <a:ext uri="{FF2B5EF4-FFF2-40B4-BE49-F238E27FC236}">
                <a16:creationId xmlns:a16="http://schemas.microsoft.com/office/drawing/2014/main" id="{8FFBEC3F-DD74-8EEB-330E-F27BBFA30B73}"/>
              </a:ext>
            </a:extLst>
          </p:cNvPr>
          <p:cNvSpPr>
            <a:spLocks noChangeArrowheads="1"/>
          </p:cNvSpPr>
          <p:nvPr/>
        </p:nvSpPr>
        <p:spPr bwMode="auto">
          <a:xfrm>
            <a:off x="152400" y="4724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6396" name="AutoShape 11">
            <a:hlinkClick highlightClick="1" r:id="rId6"/>
            <a:extLst>
              <a:ext uri="{FF2B5EF4-FFF2-40B4-BE49-F238E27FC236}">
                <a16:creationId xmlns:a16="http://schemas.microsoft.com/office/drawing/2014/main" id="{8F1C732D-2B5D-69BA-1400-E4E09297F188}"/>
              </a:ext>
            </a:extLst>
          </p:cNvPr>
          <p:cNvSpPr>
            <a:spLocks noChangeArrowheads="1"/>
          </p:cNvSpPr>
          <p:nvPr/>
        </p:nvSpPr>
        <p:spPr bwMode="auto">
          <a:xfrm>
            <a:off x="152400" y="57912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410" name="Slide Number Placeholder 4">
            <a:extLst>
              <a:ext uri="{FF2B5EF4-FFF2-40B4-BE49-F238E27FC236}">
                <a16:creationId xmlns:a16="http://schemas.microsoft.com/office/drawing/2014/main" id="{1A489C5F-BFA1-9FDD-31E1-91C3469429BB}"/>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93954522-4908-4F75-B994-95A2AEC68B4A}" type="slidenum">
              <a:rPr altLang="en-US" lang="en-US" sz="1400"/>
              <a:pPr>
                <a:spcBef>
                  <a:spcPct val="0"/>
                </a:spcBef>
                <a:buClrTx/>
                <a:buSzTx/>
                <a:buFontTx/>
                <a:buNone/>
              </a:pPr>
              <a:t>15</a:t>
            </a:fld>
            <a:endParaRPr altLang="en-US" lang="en-US" sz="1400"/>
          </a:p>
        </p:txBody>
      </p:sp>
      <p:sp>
        <p:nvSpPr>
          <p:cNvPr id="17411" name="Rectangle 2">
            <a:extLst>
              <a:ext uri="{FF2B5EF4-FFF2-40B4-BE49-F238E27FC236}">
                <a16:creationId xmlns:a16="http://schemas.microsoft.com/office/drawing/2014/main" id="{6315EE37-11AF-907F-AC20-7CB2F9DB18A5}"/>
              </a:ext>
            </a:extLst>
          </p:cNvPr>
          <p:cNvSpPr>
            <a:spLocks noChangeArrowheads="1" noGrp="1"/>
          </p:cNvSpPr>
          <p:nvPr>
            <p:ph type="title"/>
          </p:nvPr>
        </p:nvSpPr>
        <p:spPr>
          <a:xfrm>
            <a:off x="304800" y="228600"/>
            <a:ext cx="8839200" cy="685800"/>
          </a:xfrm>
          <a:noFill/>
        </p:spPr>
        <p:txBody>
          <a:bodyPr/>
          <a:lstStyle/>
          <a:p>
            <a:r>
              <a:rPr altLang="en-US" lang="en-US">
                <a:cs charset="0" panose="02020603050405020304" pitchFamily="18" typeface="Times New Roman"/>
              </a:rPr>
              <a:t>The Collections Class</a:t>
            </a:r>
          </a:p>
        </p:txBody>
      </p:sp>
      <p:sp>
        <p:nvSpPr>
          <p:cNvPr id="17412" name="Rectangle 3">
            <a:extLst>
              <a:ext uri="{FF2B5EF4-FFF2-40B4-BE49-F238E27FC236}">
                <a16:creationId xmlns:a16="http://schemas.microsoft.com/office/drawing/2014/main" id="{9212DDA4-FC8B-541E-158D-E1EFE89B6EDB}"/>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7413" name="Rectangle 5">
            <a:extLst>
              <a:ext uri="{FF2B5EF4-FFF2-40B4-BE49-F238E27FC236}">
                <a16:creationId xmlns:a16="http://schemas.microsoft.com/office/drawing/2014/main" id="{80C5C404-71DA-013C-30E0-F9EA72CF0EC3}"/>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7414" name="Rectangle 6">
            <a:extLst>
              <a:ext uri="{FF2B5EF4-FFF2-40B4-BE49-F238E27FC236}">
                <a16:creationId xmlns:a16="http://schemas.microsoft.com/office/drawing/2014/main" id="{99EA743C-0B68-CAEB-CAC4-2DE47638D54F}"/>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7415" name="Rectangle 7">
            <a:extLst>
              <a:ext uri="{FF2B5EF4-FFF2-40B4-BE49-F238E27FC236}">
                <a16:creationId xmlns:a16="http://schemas.microsoft.com/office/drawing/2014/main" id="{35FB9C46-B83E-9D2A-5CE5-81F86E62763F}"/>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7416" name="Rectangle 12">
            <a:extLst>
              <a:ext uri="{FF2B5EF4-FFF2-40B4-BE49-F238E27FC236}">
                <a16:creationId xmlns:a16="http://schemas.microsoft.com/office/drawing/2014/main" id="{985E5DBA-5D20-86FF-E130-E841B05379DA}"/>
              </a:ext>
            </a:extLst>
          </p:cNvPr>
          <p:cNvSpPr>
            <a:spLocks noChangeArrowheads="1"/>
          </p:cNvSpPr>
          <p:nvPr/>
        </p:nvSpPr>
        <p:spPr bwMode="auto">
          <a:xfrm>
            <a:off x="2941638" y="1257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7417" name="Rectangle 14">
            <a:extLst>
              <a:ext uri="{FF2B5EF4-FFF2-40B4-BE49-F238E27FC236}">
                <a16:creationId xmlns:a16="http://schemas.microsoft.com/office/drawing/2014/main" id="{93A5F2A7-A8D6-07AC-67C8-CF675466D567}"/>
              </a:ext>
            </a:extLst>
          </p:cNvPr>
          <p:cNvSpPr>
            <a:spLocks noChangeArrowheads="1"/>
          </p:cNvSpPr>
          <p:nvPr/>
        </p:nvSpPr>
        <p:spPr bwMode="auto">
          <a:xfrm>
            <a:off x="3028950" y="1257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7418" name="Text Box 15">
            <a:extLst>
              <a:ext uri="{FF2B5EF4-FFF2-40B4-BE49-F238E27FC236}">
                <a16:creationId xmlns:a16="http://schemas.microsoft.com/office/drawing/2014/main" id="{CBA77128-47D8-52E4-96D2-6E26AEB598E8}"/>
              </a:ext>
            </a:extLst>
          </p:cNvPr>
          <p:cNvSpPr txBox="1">
            <a:spLocks noChangeArrowheads="1"/>
          </p:cNvSpPr>
          <p:nvPr/>
        </p:nvSpPr>
        <p:spPr bwMode="auto">
          <a:xfrm>
            <a:off x="457200" y="1143000"/>
            <a:ext cx="8458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50000"/>
              </a:spcBef>
              <a:buClrTx/>
              <a:buSzTx/>
              <a:buFontTx/>
              <a:buNone/>
            </a:pPr>
            <a:r>
              <a:rPr altLang="en-US" lang="en-US" sz="2800">
                <a:cs charset="0" panose="02020603050405020304" pitchFamily="18" typeface="Times New Roman"/>
              </a:rPr>
              <a:t>The Collections class contains various static methods for operating on collections and maps, for creating synchronized collection classes, and for creating read-only collection classes.</a:t>
            </a:r>
            <a:endParaRPr altLang="en-US" lang="en-US" sz="28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7E0833A5-0EB7-84B7-870A-82E20D92F875}"/>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C32B8303-08DF-4C49-B50C-1DCC633B0C80}" type="slidenum">
              <a:rPr altLang="en-US" lang="en-US" sz="1400"/>
              <a:pPr>
                <a:spcBef>
                  <a:spcPct val="0"/>
                </a:spcBef>
                <a:buClrTx/>
                <a:buSzTx/>
                <a:buFontTx/>
                <a:buNone/>
              </a:pPr>
              <a:t>16</a:t>
            </a:fld>
            <a:endParaRPr altLang="en-US" lang="en-US" sz="1400"/>
          </a:p>
        </p:txBody>
      </p:sp>
      <p:sp>
        <p:nvSpPr>
          <p:cNvPr id="18435" name="Rectangle 2">
            <a:extLst>
              <a:ext uri="{FF2B5EF4-FFF2-40B4-BE49-F238E27FC236}">
                <a16:creationId xmlns:a16="http://schemas.microsoft.com/office/drawing/2014/main" id="{63F6F954-DA2B-846D-A5BA-740841D2D2AF}"/>
              </a:ext>
            </a:extLst>
          </p:cNvPr>
          <p:cNvSpPr>
            <a:spLocks noChangeArrowheads="1" noGrp="1"/>
          </p:cNvSpPr>
          <p:nvPr>
            <p:ph type="title"/>
          </p:nvPr>
        </p:nvSpPr>
        <p:spPr>
          <a:xfrm>
            <a:off x="457200" y="228600"/>
            <a:ext cx="8153400" cy="685800"/>
          </a:xfrm>
          <a:noFill/>
        </p:spPr>
        <p:txBody>
          <a:bodyPr/>
          <a:lstStyle/>
          <a:p>
            <a:r>
              <a:rPr altLang="en-US" lang="en-US" sz="4000">
                <a:cs charset="0" panose="02020603050405020304" pitchFamily="18" typeface="Times New Roman"/>
              </a:rPr>
              <a:t>The Collections Class UML Diagram</a:t>
            </a:r>
          </a:p>
        </p:txBody>
      </p:sp>
      <p:sp>
        <p:nvSpPr>
          <p:cNvPr id="18436" name="Rectangle 3">
            <a:extLst>
              <a:ext uri="{FF2B5EF4-FFF2-40B4-BE49-F238E27FC236}">
                <a16:creationId xmlns:a16="http://schemas.microsoft.com/office/drawing/2014/main" id="{B2A89D99-E7E8-55DD-226F-C29FF3C3C14D}"/>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8437" name="Rectangle 4">
            <a:extLst>
              <a:ext uri="{FF2B5EF4-FFF2-40B4-BE49-F238E27FC236}">
                <a16:creationId xmlns:a16="http://schemas.microsoft.com/office/drawing/2014/main" id="{A8DBAC9F-0811-6F91-57D5-EB569169E915}"/>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8438" name="Rectangle 5">
            <a:extLst>
              <a:ext uri="{FF2B5EF4-FFF2-40B4-BE49-F238E27FC236}">
                <a16:creationId xmlns:a16="http://schemas.microsoft.com/office/drawing/2014/main" id="{E43EBDF8-1FFE-EBF5-16CE-5160E8A7690B}"/>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8439" name="Rectangle 6">
            <a:extLst>
              <a:ext uri="{FF2B5EF4-FFF2-40B4-BE49-F238E27FC236}">
                <a16:creationId xmlns:a16="http://schemas.microsoft.com/office/drawing/2014/main" id="{23E64506-DE29-0547-8297-C84CE4AC5A0D}"/>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8440" name="Rectangle 7">
            <a:extLst>
              <a:ext uri="{FF2B5EF4-FFF2-40B4-BE49-F238E27FC236}">
                <a16:creationId xmlns:a16="http://schemas.microsoft.com/office/drawing/2014/main" id="{379E8646-579A-8269-6D5D-CCAB46E07088}"/>
              </a:ext>
            </a:extLst>
          </p:cNvPr>
          <p:cNvSpPr>
            <a:spLocks noChangeArrowheads="1"/>
          </p:cNvSpPr>
          <p:nvPr/>
        </p:nvSpPr>
        <p:spPr bwMode="auto">
          <a:xfrm>
            <a:off x="2941638" y="1257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8441" name="Rectangle 8">
            <a:extLst>
              <a:ext uri="{FF2B5EF4-FFF2-40B4-BE49-F238E27FC236}">
                <a16:creationId xmlns:a16="http://schemas.microsoft.com/office/drawing/2014/main" id="{F34B740C-05A6-67B8-DDA4-B7D29F6444BA}"/>
              </a:ext>
            </a:extLst>
          </p:cNvPr>
          <p:cNvSpPr>
            <a:spLocks noChangeArrowheads="1"/>
          </p:cNvSpPr>
          <p:nvPr/>
        </p:nvSpPr>
        <p:spPr bwMode="auto">
          <a:xfrm>
            <a:off x="3028950" y="1257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8442" name="Rectangle 12">
            <a:extLst>
              <a:ext uri="{FF2B5EF4-FFF2-40B4-BE49-F238E27FC236}">
                <a16:creationId xmlns:a16="http://schemas.microsoft.com/office/drawing/2014/main" id="{D03F1E6C-1844-9862-F275-7C4C3F4D0305}"/>
              </a:ext>
            </a:extLst>
          </p:cNvPr>
          <p:cNvSpPr>
            <a:spLocks noChangeArrowheads="1"/>
          </p:cNvSpPr>
          <p:nvPr/>
        </p:nvSpPr>
        <p:spPr bwMode="auto">
          <a:xfrm>
            <a:off x="2286000" y="685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8443" name="Rectangle 14">
            <a:extLst>
              <a:ext uri="{FF2B5EF4-FFF2-40B4-BE49-F238E27FC236}">
                <a16:creationId xmlns:a16="http://schemas.microsoft.com/office/drawing/2014/main" id="{7960E7A1-7CB4-E9CC-4931-F2DF7FF8C02C}"/>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8444" name="Rectangle 16">
            <a:extLst>
              <a:ext uri="{FF2B5EF4-FFF2-40B4-BE49-F238E27FC236}">
                <a16:creationId xmlns:a16="http://schemas.microsoft.com/office/drawing/2014/main" id="{C4DBDC25-21B6-279E-D448-06DE6DC95E78}"/>
              </a:ext>
            </a:extLst>
          </p:cNvPr>
          <p:cNvSpPr>
            <a:spLocks noChangeArrowheads="1"/>
          </p:cNvSpPr>
          <p:nvPr/>
        </p:nvSpPr>
        <p:spPr bwMode="auto">
          <a:xfrm>
            <a:off x="0" y="1752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18445" name="Picture 14">
            <a:extLst>
              <a:ext uri="{FF2B5EF4-FFF2-40B4-BE49-F238E27FC236}">
                <a16:creationId xmlns:a16="http://schemas.microsoft.com/office/drawing/2014/main" id="{9A94DA0E-6059-000C-55A8-81C772DD16E6}"/>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0975" y="1019175"/>
            <a:ext cx="8782050" cy="481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027D3701-A2A8-8D6A-53FB-368010CD0C35}"/>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67DDE5A5-4B1D-4A3E-A291-F098C9A9426F}" type="slidenum">
              <a:rPr altLang="en-US" lang="en-US" sz="1400"/>
              <a:pPr>
                <a:spcBef>
                  <a:spcPct val="0"/>
                </a:spcBef>
                <a:buClrTx/>
                <a:buSzTx/>
                <a:buFontTx/>
                <a:buNone/>
              </a:pPr>
              <a:t>17</a:t>
            </a:fld>
            <a:endParaRPr altLang="en-US" lang="en-US" sz="1400"/>
          </a:p>
        </p:txBody>
      </p:sp>
      <p:sp>
        <p:nvSpPr>
          <p:cNvPr id="19459" name="Rectangle 2">
            <a:extLst>
              <a:ext uri="{FF2B5EF4-FFF2-40B4-BE49-F238E27FC236}">
                <a16:creationId xmlns:a16="http://schemas.microsoft.com/office/drawing/2014/main" id="{842C1FCA-6524-3418-6E26-588B4AFCA9A9}"/>
              </a:ext>
            </a:extLst>
          </p:cNvPr>
          <p:cNvSpPr>
            <a:spLocks noChangeArrowheads="1" noGrp="1"/>
          </p:cNvSpPr>
          <p:nvPr>
            <p:ph type="title"/>
          </p:nvPr>
        </p:nvSpPr>
        <p:spPr>
          <a:xfrm>
            <a:off x="533400" y="228600"/>
            <a:ext cx="7924800" cy="762000"/>
          </a:xfrm>
          <a:noFill/>
        </p:spPr>
        <p:txBody>
          <a:bodyPr/>
          <a:lstStyle/>
          <a:p>
            <a:r>
              <a:rPr altLang="en-US" lang="en-US" sz="4000">
                <a:cs charset="0" panose="02020603050405020304" pitchFamily="18" typeface="Times New Roman"/>
              </a:rPr>
              <a:t>Case Study: Multiple Bouncing Balls</a:t>
            </a:r>
          </a:p>
        </p:txBody>
      </p:sp>
      <p:sp>
        <p:nvSpPr>
          <p:cNvPr id="19460" name="Rectangle 3">
            <a:extLst>
              <a:ext uri="{FF2B5EF4-FFF2-40B4-BE49-F238E27FC236}">
                <a16:creationId xmlns:a16="http://schemas.microsoft.com/office/drawing/2014/main" id="{D2C512C6-C5B5-C47A-764B-CBE30FDAF241}"/>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9461" name="Rectangle 5">
            <a:extLst>
              <a:ext uri="{FF2B5EF4-FFF2-40B4-BE49-F238E27FC236}">
                <a16:creationId xmlns:a16="http://schemas.microsoft.com/office/drawing/2014/main" id="{305306CE-5E4E-0BCE-A840-BC46C4E543A1}"/>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9462" name="Rectangle 6">
            <a:extLst>
              <a:ext uri="{FF2B5EF4-FFF2-40B4-BE49-F238E27FC236}">
                <a16:creationId xmlns:a16="http://schemas.microsoft.com/office/drawing/2014/main" id="{9F642B3C-A246-17B4-4D76-F3A5956B9BDC}"/>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9463" name="Rectangle 7">
            <a:extLst>
              <a:ext uri="{FF2B5EF4-FFF2-40B4-BE49-F238E27FC236}">
                <a16:creationId xmlns:a16="http://schemas.microsoft.com/office/drawing/2014/main" id="{FB6A4B73-72A4-30BE-2943-5F52777DA860}"/>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9464" name="Rectangle 13">
            <a:extLst>
              <a:ext uri="{FF2B5EF4-FFF2-40B4-BE49-F238E27FC236}">
                <a16:creationId xmlns:a16="http://schemas.microsoft.com/office/drawing/2014/main" id="{5380C568-D532-555D-9B36-00369643DD4F}"/>
              </a:ext>
            </a:extLst>
          </p:cNvPr>
          <p:cNvSpPr>
            <a:spLocks noChangeArrowheads="1"/>
          </p:cNvSpPr>
          <p:nvPr/>
        </p:nvSpPr>
        <p:spPr bwMode="auto">
          <a:xfrm>
            <a:off x="0" y="2486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19465" name="AutoShape 14">
            <a:hlinkClick action="ppaction://program" highlightClick="1" r:id="rId2"/>
            <a:extLst>
              <a:ext uri="{FF2B5EF4-FFF2-40B4-BE49-F238E27FC236}">
                <a16:creationId xmlns:a16="http://schemas.microsoft.com/office/drawing/2014/main" id="{1F0C971F-2D69-C79C-F548-143207BAB414}"/>
              </a:ext>
            </a:extLst>
          </p:cNvPr>
          <p:cNvSpPr>
            <a:spLocks noChangeArrowheads="1"/>
          </p:cNvSpPr>
          <p:nvPr/>
        </p:nvSpPr>
        <p:spPr bwMode="auto">
          <a:xfrm>
            <a:off x="7620000" y="5791200"/>
            <a:ext cx="1371600" cy="381000"/>
          </a:xfrm>
          <a:prstGeom prst="actionButtonBlank">
            <a:avLst/>
          </a:prstGeom>
          <a:solidFill>
            <a:srgbClr val="38A1BA"/>
          </a:solidFill>
          <a:ln>
            <a:noFill/>
          </a:ln>
          <a:effectLst>
            <a:prstShdw dir="2700000" dist="17961" prst="shdw17">
              <a:srgbClr val="226170"/>
            </a:prstShdw>
          </a:effectLst>
          <a:extLst>
            <a:ext uri="{91240B29-F687-4F45-9708-019B960494DF}">
              <a14:hiddenLine xmlns:a14="http://schemas.microsoft.com/office/drawing/2010/main" w="19050">
                <a:solidFill>
                  <a:schemeClr val="tx1"/>
                </a:solidFill>
                <a:miter lim="800000"/>
                <a:headEnd len="sm" type="none" w="sm"/>
                <a:tailEnd len="sm" type="none" w="sm"/>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lgn="ctr">
              <a:spcBef>
                <a:spcPct val="0"/>
              </a:spcBef>
              <a:buClrTx/>
              <a:buSzTx/>
              <a:buFontTx/>
              <a:buNone/>
            </a:pPr>
            <a:r>
              <a:rPr altLang="en-US" lang="en-US" sz="2400"/>
              <a:t>Run</a:t>
            </a:r>
          </a:p>
        </p:txBody>
      </p:sp>
      <p:sp>
        <p:nvSpPr>
          <p:cNvPr id="310287" name="AutoShape 15">
            <a:hlinkClick action="ppaction://noaction" highlightClick="1" r:id=""/>
            <a:extLst>
              <a:ext uri="{FF2B5EF4-FFF2-40B4-BE49-F238E27FC236}">
                <a16:creationId xmlns:a16="http://schemas.microsoft.com/office/drawing/2014/main" id="{F53A8149-0D39-7563-84A1-14C34F8CADB0}"/>
              </a:ext>
            </a:extLst>
          </p:cNvPr>
          <p:cNvSpPr>
            <a:spLocks noChangeArrowheads="1"/>
          </p:cNvSpPr>
          <p:nvPr/>
        </p:nvSpPr>
        <p:spPr bwMode="auto">
          <a:xfrm>
            <a:off x="4800600" y="5791200"/>
            <a:ext cx="2743200" cy="457200"/>
          </a:xfrm>
          <a:prstGeom prst="actionButtonBlank">
            <a:avLst/>
          </a:prstGeom>
          <a:solidFill>
            <a:srgbClr val="00B050"/>
          </a:solidFill>
          <a:ln>
            <a:noFill/>
          </a:ln>
          <a:effectLst>
            <a:prstShdw dir="2700000" dist="17961" prst="shdw17">
              <a:schemeClr val="tx1">
                <a:gamma/>
                <a:shade val="60000"/>
                <a:invGamma/>
              </a:schemeClr>
            </a:prstShdw>
          </a:effectLst>
        </p:spPr>
        <p:txBody>
          <a:bodyPr anchor="ctr" wrap="none"/>
          <a:lstStyle/>
          <a:p>
            <a:pPr algn="ctr">
              <a:defRPr/>
            </a:pPr>
            <a:r>
              <a:rPr dirty="0" err="1" lang="en-US">
                <a:solidFill>
                  <a:srgbClr val="000000"/>
                </a:solidFill>
                <a:latin charset="0" pitchFamily="18" typeface="Book Antiqua"/>
                <a:cs charset="0" pitchFamily="18" typeface="Times New Roman"/>
                <a:hlinkClick action="ppaction://program" r:id="rId3"/>
              </a:rPr>
              <a:t>MultipleBounceBall</a:t>
            </a:r>
            <a:endParaRPr dirty="0" lang="en-US">
              <a:solidFill>
                <a:srgbClr val="000000"/>
              </a:solidFill>
              <a:latin charset="0" pitchFamily="18" typeface="Book Antiqua"/>
              <a:cs charset="0" pitchFamily="18" typeface="Times New Roman"/>
            </a:endParaRPr>
          </a:p>
        </p:txBody>
      </p:sp>
      <p:sp>
        <p:nvSpPr>
          <p:cNvPr id="19467" name="AutoShape 16">
            <a:hlinkClick highlightClick="1" r:id="rId4"/>
            <a:extLst>
              <a:ext uri="{FF2B5EF4-FFF2-40B4-BE49-F238E27FC236}">
                <a16:creationId xmlns:a16="http://schemas.microsoft.com/office/drawing/2014/main" id="{F97FC96B-0293-BD0B-2200-FE0545D3E641}"/>
              </a:ext>
            </a:extLst>
          </p:cNvPr>
          <p:cNvSpPr>
            <a:spLocks noChangeArrowheads="1"/>
          </p:cNvSpPr>
          <p:nvPr/>
        </p:nvSpPr>
        <p:spPr bwMode="auto">
          <a:xfrm>
            <a:off x="4191000" y="5715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 name="Rectangle 14">
            <a:extLst>
              <a:ext uri="{FF2B5EF4-FFF2-40B4-BE49-F238E27FC236}">
                <a16:creationId xmlns:a16="http://schemas.microsoft.com/office/drawing/2014/main" id="{35D99EA0-C53E-0C1F-020C-D515EEB717F9}"/>
              </a:ext>
            </a:extLst>
          </p:cNvPr>
          <p:cNvSpPr>
            <a:spLocks noChangeArrowheads="1"/>
          </p:cNvSpPr>
          <p:nvPr/>
        </p:nvSpPr>
        <p:spPr bwMode="auto">
          <a:xfrm>
            <a:off x="0" y="0"/>
            <a:ext cx="9144000" cy="0"/>
          </a:xfrm>
          <a:prstGeom prst="rect">
            <a:avLst/>
          </a:prstGeom>
          <a:noFill/>
          <a:ln>
            <a:noFill/>
          </a:ln>
          <a:effectLst>
            <a:prstShdw dir="2700000" dist="17961" prst="shdw17">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cap="flat" cmpd="sng" w="12700">
                <a:solidFill>
                  <a:schemeClr val="tx1"/>
                </a:solidFill>
                <a:prstDash val="solid"/>
                <a:miter lim="800000"/>
                <a:headEnd len="sm" type="none" w="sm"/>
                <a:tailEnd len="sm" type="none" w="sm"/>
              </a14:hiddenLine>
            </a:ext>
          </a:extLst>
        </p:spPr>
        <p:txBody>
          <a:bodyPr anchor="ctr" wrap="none">
            <a:spAutoFit/>
          </a:bodyPr>
          <a:lstStyle/>
          <a:p>
            <a:pPr>
              <a:defRPr/>
            </a:pPr>
            <a:endParaRPr lang="en-US"/>
          </a:p>
        </p:txBody>
      </p:sp>
      <p:pic>
        <p:nvPicPr>
          <p:cNvPr id="19469" name="Picture 14">
            <a:extLst>
              <a:ext uri="{FF2B5EF4-FFF2-40B4-BE49-F238E27FC236}">
                <a16:creationId xmlns:a16="http://schemas.microsoft.com/office/drawing/2014/main" id="{7D432066-6CB7-9A68-4FBC-21FEF6946579}"/>
              </a:ext>
              <a:ext uri="{C183D7F6-B498-43B3-948B-1728B52AA6E4}">
                <adec:decorative xmlns:adec="http://schemas.microsoft.com/office/drawing/2017/decorative" val="1"/>
              </a:ext>
            </a:extLst>
          </p:cNvPr>
          <p:cNvPicPr>
            <a:picLocks noChangeArrowheads="1"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8125" y="1739900"/>
            <a:ext cx="8667750" cy="337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0482" name="Slide Number Placeholder 4">
            <a:extLst>
              <a:ext uri="{FF2B5EF4-FFF2-40B4-BE49-F238E27FC236}">
                <a16:creationId xmlns:a16="http://schemas.microsoft.com/office/drawing/2014/main" id="{6B3DF2C0-CB8F-C6D7-4BCC-1A8CF3DC6BCE}"/>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A60F93D0-D058-4CEA-93E4-CE328A96F557}" type="slidenum">
              <a:rPr altLang="en-US" lang="en-US" sz="1400"/>
              <a:pPr>
                <a:spcBef>
                  <a:spcPct val="0"/>
                </a:spcBef>
                <a:buClrTx/>
                <a:buSzTx/>
                <a:buFontTx/>
                <a:buNone/>
              </a:pPr>
              <a:t>18</a:t>
            </a:fld>
            <a:endParaRPr altLang="en-US" lang="en-US" sz="1400"/>
          </a:p>
        </p:txBody>
      </p:sp>
      <p:sp>
        <p:nvSpPr>
          <p:cNvPr id="20483" name="Rectangle 2">
            <a:extLst>
              <a:ext uri="{FF2B5EF4-FFF2-40B4-BE49-F238E27FC236}">
                <a16:creationId xmlns:a16="http://schemas.microsoft.com/office/drawing/2014/main" id="{E13E5D2C-4FE5-C2EA-3996-673B8950A696}"/>
              </a:ext>
            </a:extLst>
          </p:cNvPr>
          <p:cNvSpPr>
            <a:spLocks noChangeArrowheads="1" noGrp="1"/>
          </p:cNvSpPr>
          <p:nvPr>
            <p:ph type="title"/>
          </p:nvPr>
        </p:nvSpPr>
        <p:spPr>
          <a:xfrm>
            <a:off x="533400" y="228600"/>
            <a:ext cx="7924800" cy="1143000"/>
          </a:xfrm>
          <a:noFill/>
        </p:spPr>
        <p:txBody>
          <a:bodyPr/>
          <a:lstStyle/>
          <a:p>
            <a:r>
              <a:rPr altLang="en-US" lang="en-US">
                <a:cs charset="0" panose="02020603050405020304" pitchFamily="18" typeface="Times New Roman"/>
              </a:rPr>
              <a:t>The Vector and Stack Classes</a:t>
            </a:r>
          </a:p>
        </p:txBody>
      </p:sp>
      <p:sp>
        <p:nvSpPr>
          <p:cNvPr id="20484" name="Rectangle 3">
            <a:extLst>
              <a:ext uri="{FF2B5EF4-FFF2-40B4-BE49-F238E27FC236}">
                <a16:creationId xmlns:a16="http://schemas.microsoft.com/office/drawing/2014/main" id="{4AE4B05D-C287-B27A-3378-7099393A35BB}"/>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0485" name="Rectangle 4">
            <a:extLst>
              <a:ext uri="{FF2B5EF4-FFF2-40B4-BE49-F238E27FC236}">
                <a16:creationId xmlns:a16="http://schemas.microsoft.com/office/drawing/2014/main" id="{DB67277D-ADFD-7AC3-4433-4A550CBD6EFB}"/>
              </a:ext>
            </a:extLst>
          </p:cNvPr>
          <p:cNvSpPr>
            <a:spLocks noChangeArrowheads="1" noGrp="1"/>
          </p:cNvSpPr>
          <p:nvPr>
            <p:ph idx="1" type="body"/>
          </p:nvPr>
        </p:nvSpPr>
        <p:spPr>
          <a:xfrm>
            <a:off x="533400" y="1752600"/>
            <a:ext cx="8229600" cy="3886200"/>
          </a:xfrm>
          <a:noFill/>
        </p:spPr>
        <p:txBody>
          <a:bodyPr/>
          <a:lstStyle/>
          <a:p>
            <a:pPr indent="0" marL="0">
              <a:lnSpc>
                <a:spcPct val="90000"/>
              </a:lnSpc>
              <a:buFont typeface="Monotype Sorts"/>
              <a:buNone/>
            </a:pPr>
            <a:r>
              <a:rPr altLang="en-US" lang="en-US">
                <a:cs charset="0" panose="02020603050405020304" pitchFamily="18" typeface="Times New Roman"/>
              </a:rPr>
              <a:t>The Java Collections Framework was introduced with Java 2. Several data structures were supported prior to Java 2. Among them are the Vector class and the Stack class. These classes were redesigned to fit into the Java Collections Framework, but their old-style methods are retained for compatibility. This section introduces the Vector class and the Stack class.</a:t>
            </a:r>
            <a:r>
              <a:rPr altLang="en-US" lang="en-US">
                <a:latin charset="0" typeface="Courier"/>
                <a:cs charset="0" panose="02020603050405020304" pitchFamily="18" typeface="Times New Roman"/>
              </a:rPr>
              <a:t> </a:t>
            </a:r>
          </a:p>
        </p:txBody>
      </p:sp>
      <p:sp>
        <p:nvSpPr>
          <p:cNvPr id="20486" name="Rectangle 5">
            <a:extLst>
              <a:ext uri="{FF2B5EF4-FFF2-40B4-BE49-F238E27FC236}">
                <a16:creationId xmlns:a16="http://schemas.microsoft.com/office/drawing/2014/main" id="{BF983B3A-B124-2C70-2933-388684510387}"/>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0487" name="Rectangle 6">
            <a:extLst>
              <a:ext uri="{FF2B5EF4-FFF2-40B4-BE49-F238E27FC236}">
                <a16:creationId xmlns:a16="http://schemas.microsoft.com/office/drawing/2014/main" id="{215F3CE6-01F0-9FD3-31EB-096E9BEA93C3}"/>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D78A945B-9DA1-B033-56E2-BD8E59B0D324}"/>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9E4656E9-A307-44B5-A3F3-12BF0CB9A1FC}" type="slidenum">
              <a:rPr altLang="en-US" lang="en-US" sz="1400"/>
              <a:pPr>
                <a:spcBef>
                  <a:spcPct val="0"/>
                </a:spcBef>
                <a:buClrTx/>
                <a:buSzTx/>
                <a:buFontTx/>
                <a:buNone/>
              </a:pPr>
              <a:t>19</a:t>
            </a:fld>
            <a:endParaRPr altLang="en-US" lang="en-US" sz="1400"/>
          </a:p>
        </p:txBody>
      </p:sp>
      <p:sp>
        <p:nvSpPr>
          <p:cNvPr id="21507" name="Rectangle 2">
            <a:extLst>
              <a:ext uri="{FF2B5EF4-FFF2-40B4-BE49-F238E27FC236}">
                <a16:creationId xmlns:a16="http://schemas.microsoft.com/office/drawing/2014/main" id="{AC73DF7F-8D17-AD21-0C8B-B2064353EA22}"/>
              </a:ext>
            </a:extLst>
          </p:cNvPr>
          <p:cNvSpPr>
            <a:spLocks noChangeArrowheads="1" noGrp="1"/>
          </p:cNvSpPr>
          <p:nvPr>
            <p:ph type="title"/>
          </p:nvPr>
        </p:nvSpPr>
        <p:spPr>
          <a:xfrm>
            <a:off x="533400" y="228600"/>
            <a:ext cx="7924800" cy="1143000"/>
          </a:xfrm>
          <a:noFill/>
        </p:spPr>
        <p:txBody>
          <a:bodyPr/>
          <a:lstStyle/>
          <a:p>
            <a:r>
              <a:rPr altLang="en-US" lang="en-US">
                <a:cs charset="0" panose="02020603050405020304" pitchFamily="18" typeface="Times New Roman"/>
              </a:rPr>
              <a:t>The Vector Class</a:t>
            </a:r>
          </a:p>
        </p:txBody>
      </p:sp>
      <p:sp>
        <p:nvSpPr>
          <p:cNvPr id="21508" name="Rectangle 3">
            <a:extLst>
              <a:ext uri="{FF2B5EF4-FFF2-40B4-BE49-F238E27FC236}">
                <a16:creationId xmlns:a16="http://schemas.microsoft.com/office/drawing/2014/main" id="{26CB6F0B-EED6-6027-B3B3-136BD559DD0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1509" name="Rectangle 4">
            <a:extLst>
              <a:ext uri="{FF2B5EF4-FFF2-40B4-BE49-F238E27FC236}">
                <a16:creationId xmlns:a16="http://schemas.microsoft.com/office/drawing/2014/main" id="{BB35F364-4281-181D-81B1-0236739DFC2E}"/>
              </a:ext>
            </a:extLst>
          </p:cNvPr>
          <p:cNvSpPr>
            <a:spLocks noChangeArrowheads="1" noGrp="1"/>
          </p:cNvSpPr>
          <p:nvPr>
            <p:ph idx="1" type="body"/>
          </p:nvPr>
        </p:nvSpPr>
        <p:spPr>
          <a:xfrm>
            <a:off x="533400" y="1752600"/>
            <a:ext cx="8229600" cy="4114800"/>
          </a:xfrm>
          <a:noFill/>
        </p:spPr>
        <p:txBody>
          <a:bodyPr/>
          <a:lstStyle/>
          <a:p>
            <a:pPr indent="0" marL="0">
              <a:lnSpc>
                <a:spcPct val="90000"/>
              </a:lnSpc>
              <a:buFont typeface="Monotype Sorts"/>
              <a:buNone/>
            </a:pPr>
            <a:r>
              <a:rPr altLang="en-US" lang="en-US">
                <a:cs charset="0" panose="02020603050405020304" pitchFamily="18" typeface="Times New Roman"/>
              </a:rPr>
              <a:t>In Java 2, Vector is the same as ArrayList, except that Vector contains the synchronized methods for accessing and modifying the vector. None of the new collection data structures introduced so far are synchronized. If synchronization is required, you can use the synchronized versions of the collection classes. These classes are introduced later in the section, “The Collections Class.”</a:t>
            </a:r>
          </a:p>
        </p:txBody>
      </p:sp>
      <p:sp>
        <p:nvSpPr>
          <p:cNvPr id="21510" name="Rectangle 5">
            <a:extLst>
              <a:ext uri="{FF2B5EF4-FFF2-40B4-BE49-F238E27FC236}">
                <a16:creationId xmlns:a16="http://schemas.microsoft.com/office/drawing/2014/main" id="{64EFE6C9-B4E0-7A8B-BFC1-886FDA4AB177}"/>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1511" name="Rectangle 6">
            <a:extLst>
              <a:ext uri="{FF2B5EF4-FFF2-40B4-BE49-F238E27FC236}">
                <a16:creationId xmlns:a16="http://schemas.microsoft.com/office/drawing/2014/main" id="{EE16D62B-ABC8-F826-EA97-8710EDEE9BF9}"/>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FD5169A9-7FFB-46A8-E598-47C86E624F45}"/>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D0D76F80-DFD0-451E-9966-483F002CCD42}" type="slidenum">
              <a:rPr altLang="en-US" lang="en-US" sz="1400"/>
              <a:pPr>
                <a:spcBef>
                  <a:spcPct val="0"/>
                </a:spcBef>
                <a:buClrTx/>
                <a:buSzTx/>
                <a:buFontTx/>
                <a:buNone/>
              </a:pPr>
              <a:t>20</a:t>
            </a:fld>
            <a:endParaRPr altLang="en-US" lang="en-US" sz="1400"/>
          </a:p>
        </p:txBody>
      </p:sp>
      <p:sp>
        <p:nvSpPr>
          <p:cNvPr id="22531" name="Rectangle 2">
            <a:extLst>
              <a:ext uri="{FF2B5EF4-FFF2-40B4-BE49-F238E27FC236}">
                <a16:creationId xmlns:a16="http://schemas.microsoft.com/office/drawing/2014/main" id="{B9BAE29C-485C-29B3-7B78-1ADAD07DFF4D}"/>
              </a:ext>
            </a:extLst>
          </p:cNvPr>
          <p:cNvSpPr>
            <a:spLocks noChangeArrowheads="1" noGrp="1"/>
          </p:cNvSpPr>
          <p:nvPr>
            <p:ph type="title"/>
          </p:nvPr>
        </p:nvSpPr>
        <p:spPr>
          <a:xfrm>
            <a:off x="533400" y="228600"/>
            <a:ext cx="7924800" cy="457200"/>
          </a:xfrm>
          <a:noFill/>
        </p:spPr>
        <p:txBody>
          <a:bodyPr/>
          <a:lstStyle/>
          <a:p>
            <a:r>
              <a:rPr altLang="en-US" lang="en-US" sz="4000">
                <a:cs charset="0" panose="02020603050405020304" pitchFamily="18" typeface="Times New Roman"/>
              </a:rPr>
              <a:t>The Vector Class, cont.</a:t>
            </a:r>
          </a:p>
        </p:txBody>
      </p:sp>
      <p:sp>
        <p:nvSpPr>
          <p:cNvPr id="22532" name="Rectangle 3">
            <a:extLst>
              <a:ext uri="{FF2B5EF4-FFF2-40B4-BE49-F238E27FC236}">
                <a16:creationId xmlns:a16="http://schemas.microsoft.com/office/drawing/2014/main" id="{B7FF1C7B-2AAA-6402-2DA8-1B115D8B5FB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2533" name="Rectangle 5">
            <a:extLst>
              <a:ext uri="{FF2B5EF4-FFF2-40B4-BE49-F238E27FC236}">
                <a16:creationId xmlns:a16="http://schemas.microsoft.com/office/drawing/2014/main" id="{89227DC1-317C-D562-11E6-70ED07C3931C}"/>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2534" name="Rectangle 6">
            <a:extLst>
              <a:ext uri="{FF2B5EF4-FFF2-40B4-BE49-F238E27FC236}">
                <a16:creationId xmlns:a16="http://schemas.microsoft.com/office/drawing/2014/main" id="{3BC8872C-B824-FFC2-F7CB-18F7345AC6A4}"/>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2535" name="Rectangle 9">
            <a:extLst>
              <a:ext uri="{FF2B5EF4-FFF2-40B4-BE49-F238E27FC236}">
                <a16:creationId xmlns:a16="http://schemas.microsoft.com/office/drawing/2014/main" id="{4FF9AAD1-67A5-7397-6C2C-0F41066E5E6D}"/>
              </a:ext>
            </a:extLst>
          </p:cNvPr>
          <p:cNvSpPr>
            <a:spLocks noChangeArrowheads="1"/>
          </p:cNvSpPr>
          <p:nvPr/>
        </p:nvSpPr>
        <p:spPr bwMode="auto">
          <a:xfrm>
            <a:off x="3227388" y="1855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2536" name="Rectangle 11">
            <a:extLst>
              <a:ext uri="{FF2B5EF4-FFF2-40B4-BE49-F238E27FC236}">
                <a16:creationId xmlns:a16="http://schemas.microsoft.com/office/drawing/2014/main" id="{DA45A8AC-1C5E-2E45-3412-DEF4D255F1E4}"/>
              </a:ext>
            </a:extLst>
          </p:cNvPr>
          <p:cNvSpPr>
            <a:spLocks noChangeArrowheads="1"/>
          </p:cNvSpPr>
          <p:nvPr/>
        </p:nvSpPr>
        <p:spPr bwMode="auto">
          <a:xfrm>
            <a:off x="2484438" y="1828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2537" name="Rectangle 13">
            <a:extLst>
              <a:ext uri="{FF2B5EF4-FFF2-40B4-BE49-F238E27FC236}">
                <a16:creationId xmlns:a16="http://schemas.microsoft.com/office/drawing/2014/main" id="{3847F137-69ED-4E10-018F-EE062863ABA8}"/>
              </a:ext>
            </a:extLst>
          </p:cNvPr>
          <p:cNvSpPr>
            <a:spLocks noChangeArrowheads="1"/>
          </p:cNvSpPr>
          <p:nvPr/>
        </p:nvSpPr>
        <p:spPr bwMode="auto">
          <a:xfrm>
            <a:off x="0" y="1455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22538" name="Picture 11">
            <a:extLst>
              <a:ext uri="{FF2B5EF4-FFF2-40B4-BE49-F238E27FC236}">
                <a16:creationId xmlns:a16="http://schemas.microsoft.com/office/drawing/2014/main" id="{58C0CE50-0612-437F-2C39-D59B4CB0D8B8}"/>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5425" y="914400"/>
            <a:ext cx="8693150" cy="5314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BDD63A89-50D7-372C-5837-72729BD01FCB}"/>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F05BC5ED-40F6-483E-ADD7-E9E655873AC2}" type="slidenum">
              <a:rPr altLang="en-US" lang="en-US" sz="1400"/>
              <a:pPr>
                <a:spcBef>
                  <a:spcPct val="0"/>
                </a:spcBef>
                <a:buClrTx/>
                <a:buSzTx/>
                <a:buFontTx/>
                <a:buNone/>
              </a:pPr>
              <a:t>21</a:t>
            </a:fld>
            <a:endParaRPr altLang="en-US" lang="en-US" sz="1400"/>
          </a:p>
        </p:txBody>
      </p:sp>
      <p:sp>
        <p:nvSpPr>
          <p:cNvPr id="23555" name="Rectangle 2">
            <a:extLst>
              <a:ext uri="{FF2B5EF4-FFF2-40B4-BE49-F238E27FC236}">
                <a16:creationId xmlns:a16="http://schemas.microsoft.com/office/drawing/2014/main" id="{D1B08C1B-5743-A430-DFB2-04C2B897F988}"/>
              </a:ext>
            </a:extLst>
          </p:cNvPr>
          <p:cNvSpPr>
            <a:spLocks noChangeArrowheads="1" noGrp="1"/>
          </p:cNvSpPr>
          <p:nvPr>
            <p:ph type="title"/>
          </p:nvPr>
        </p:nvSpPr>
        <p:spPr>
          <a:xfrm>
            <a:off x="533400" y="228600"/>
            <a:ext cx="7924800" cy="1143000"/>
          </a:xfrm>
          <a:noFill/>
        </p:spPr>
        <p:txBody>
          <a:bodyPr/>
          <a:lstStyle/>
          <a:p>
            <a:r>
              <a:rPr altLang="en-US" lang="en-US">
                <a:cs charset="0" panose="02020603050405020304" pitchFamily="18" typeface="Times New Roman"/>
              </a:rPr>
              <a:t>The Stack Class</a:t>
            </a:r>
          </a:p>
        </p:txBody>
      </p:sp>
      <p:sp>
        <p:nvSpPr>
          <p:cNvPr id="23556" name="Rectangle 3">
            <a:extLst>
              <a:ext uri="{FF2B5EF4-FFF2-40B4-BE49-F238E27FC236}">
                <a16:creationId xmlns:a16="http://schemas.microsoft.com/office/drawing/2014/main" id="{8D513602-9AA9-40C2-F91E-8FC36634936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3557" name="Rectangle 4">
            <a:extLst>
              <a:ext uri="{FF2B5EF4-FFF2-40B4-BE49-F238E27FC236}">
                <a16:creationId xmlns:a16="http://schemas.microsoft.com/office/drawing/2014/main" id="{7AC38314-C423-CF1F-E3B5-4815F3092B22}"/>
              </a:ext>
            </a:extLst>
          </p:cNvPr>
          <p:cNvSpPr>
            <a:spLocks noChangeArrowheads="1" noGrp="1"/>
          </p:cNvSpPr>
          <p:nvPr>
            <p:ph idx="1" type="body"/>
          </p:nvPr>
        </p:nvSpPr>
        <p:spPr>
          <a:xfrm>
            <a:off x="2819400" y="1447800"/>
            <a:ext cx="6096000" cy="2286000"/>
          </a:xfrm>
          <a:noFill/>
        </p:spPr>
        <p:txBody>
          <a:bodyPr/>
          <a:lstStyle/>
          <a:p>
            <a:pPr indent="0" marL="0">
              <a:buFont typeface="Monotype Sorts"/>
              <a:buNone/>
            </a:pPr>
            <a:r>
              <a:rPr altLang="en-US" lang="en-US" sz="2800">
                <a:cs charset="0" panose="02020603050405020304" pitchFamily="18" typeface="Times New Roman"/>
              </a:rPr>
              <a:t>The Stack class represents a last-in-first-out stack of objects. The elements are accessed only from the top of the stack. You can retrieve, insert, or remove an element from the top of the stack.</a:t>
            </a:r>
            <a:r>
              <a:rPr altLang="en-US" lang="en-US" sz="2800">
                <a:latin charset="0" typeface="Courier"/>
                <a:cs charset="0" panose="02020603050405020304" pitchFamily="18" typeface="Times New Roman"/>
              </a:rPr>
              <a:t> </a:t>
            </a:r>
          </a:p>
        </p:txBody>
      </p:sp>
      <p:sp>
        <p:nvSpPr>
          <p:cNvPr id="23558" name="Rectangle 5">
            <a:extLst>
              <a:ext uri="{FF2B5EF4-FFF2-40B4-BE49-F238E27FC236}">
                <a16:creationId xmlns:a16="http://schemas.microsoft.com/office/drawing/2014/main" id="{96F73FE3-BC67-C318-81D8-6D6AE3E8BD86}"/>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3559" name="Rectangle 6">
            <a:extLst>
              <a:ext uri="{FF2B5EF4-FFF2-40B4-BE49-F238E27FC236}">
                <a16:creationId xmlns:a16="http://schemas.microsoft.com/office/drawing/2014/main" id="{0EE76E84-E670-7467-F83D-95DB21A459A7}"/>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3560" name="Rectangle 8">
            <a:extLst>
              <a:ext uri="{FF2B5EF4-FFF2-40B4-BE49-F238E27FC236}">
                <a16:creationId xmlns:a16="http://schemas.microsoft.com/office/drawing/2014/main" id="{5E32BD6B-FC68-3C39-5714-993DE7F1D0E4}"/>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3561" name="Rectangle 10">
            <a:extLst>
              <a:ext uri="{FF2B5EF4-FFF2-40B4-BE49-F238E27FC236}">
                <a16:creationId xmlns:a16="http://schemas.microsoft.com/office/drawing/2014/main" id="{5639FCA7-56C9-AC5D-4214-361F010A214A}"/>
              </a:ext>
            </a:extLst>
          </p:cNvPr>
          <p:cNvSpPr>
            <a:spLocks noChangeArrowheads="1"/>
          </p:cNvSpPr>
          <p:nvPr/>
        </p:nvSpPr>
        <p:spPr bwMode="auto">
          <a:xfrm>
            <a:off x="2743200" y="2571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3562" name="Rectangle 12">
            <a:extLst>
              <a:ext uri="{FF2B5EF4-FFF2-40B4-BE49-F238E27FC236}">
                <a16:creationId xmlns:a16="http://schemas.microsoft.com/office/drawing/2014/main" id="{4BED6137-D8E7-3664-FD9C-034F9F941260}"/>
              </a:ext>
            </a:extLst>
          </p:cNvPr>
          <p:cNvSpPr>
            <a:spLocks noChangeArrowheads="1"/>
          </p:cNvSpPr>
          <p:nvPr/>
        </p:nvSpPr>
        <p:spPr bwMode="auto">
          <a:xfrm>
            <a:off x="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graphicFrame>
        <p:nvGraphicFramePr>
          <p:cNvPr id="23563" name="Object 11">
            <a:extLst>
              <a:ext uri="{FF2B5EF4-FFF2-40B4-BE49-F238E27FC236}">
                <a16:creationId xmlns:a16="http://schemas.microsoft.com/office/drawing/2014/main" id="{31E271A8-ED88-A369-3A67-C896D547640D}"/>
              </a:ext>
            </a:extLst>
          </p:cNvPr>
          <p:cNvGraphicFramePr>
            <a:graphicFrameLocks noChangeAspect="1"/>
          </p:cNvGraphicFramePr>
          <p:nvPr/>
        </p:nvGraphicFramePr>
        <p:xfrm>
          <a:off x="0" y="2362200"/>
          <a:ext cx="7620000" cy="3732213"/>
        </p:xfrm>
        <a:graphic>
          <a:graphicData uri="http://schemas.openxmlformats.org/presentationml/2006/ole">
            <mc:AlternateContent xmlns:mc="http://schemas.openxmlformats.org/markup-compatibility/2006">
              <mc:Choice xmlns:v="urn:schemas-microsoft-com:vml" Requires="v">
                <p:oleObj imgH="1827276" imgW="3736848" name="Picture" progId="Word.Picture.8" r:id="rId2">
                  <p:embed/>
                </p:oleObj>
              </mc:Choice>
              <mc:Fallback>
                <p:oleObj imgH="1827276" imgW="3736848" name="Picture" progId="Word.Picture.8" r:id="rId2">
                  <p:embed/>
                  <p:pic>
                    <p:nvPicPr>
                      <p:cNvPr id="0" name="Object 11"/>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2362200"/>
                        <a:ext cx="7620000" cy="373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4578" name="Slide Number Placeholder 4">
            <a:extLst>
              <a:ext uri="{FF2B5EF4-FFF2-40B4-BE49-F238E27FC236}">
                <a16:creationId xmlns:a16="http://schemas.microsoft.com/office/drawing/2014/main" id="{E858F130-71A1-9906-C895-0241967494B8}"/>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D1DB5526-1889-42AF-9019-BD30C42C8103}" type="slidenum">
              <a:rPr altLang="en-US" lang="en-US" sz="1400"/>
              <a:pPr>
                <a:spcBef>
                  <a:spcPct val="0"/>
                </a:spcBef>
                <a:buClrTx/>
                <a:buSzTx/>
                <a:buFontTx/>
                <a:buNone/>
              </a:pPr>
              <a:t>22</a:t>
            </a:fld>
            <a:endParaRPr altLang="en-US" lang="en-US" sz="1400"/>
          </a:p>
        </p:txBody>
      </p:sp>
      <p:sp>
        <p:nvSpPr>
          <p:cNvPr id="24579" name="Rectangle 2">
            <a:extLst>
              <a:ext uri="{FF2B5EF4-FFF2-40B4-BE49-F238E27FC236}">
                <a16:creationId xmlns:a16="http://schemas.microsoft.com/office/drawing/2014/main" id="{F603BF2E-DC6F-108B-BB3C-5ACD281DB22E}"/>
              </a:ext>
            </a:extLst>
          </p:cNvPr>
          <p:cNvSpPr>
            <a:spLocks noChangeArrowheads="1" noGrp="1"/>
          </p:cNvSpPr>
          <p:nvPr>
            <p:ph type="title"/>
          </p:nvPr>
        </p:nvSpPr>
        <p:spPr>
          <a:xfrm>
            <a:off x="533400" y="228600"/>
            <a:ext cx="7924800" cy="762000"/>
          </a:xfrm>
          <a:noFill/>
        </p:spPr>
        <p:txBody>
          <a:bodyPr/>
          <a:lstStyle/>
          <a:p>
            <a:r>
              <a:rPr altLang="en-US" lang="en-US">
                <a:cs charset="0" panose="02020603050405020304" pitchFamily="18" typeface="Times New Roman"/>
              </a:rPr>
              <a:t>Queues and Priority Queues</a:t>
            </a:r>
          </a:p>
        </p:txBody>
      </p:sp>
      <p:sp>
        <p:nvSpPr>
          <p:cNvPr id="24580" name="Rectangle 3">
            <a:extLst>
              <a:ext uri="{FF2B5EF4-FFF2-40B4-BE49-F238E27FC236}">
                <a16:creationId xmlns:a16="http://schemas.microsoft.com/office/drawing/2014/main" id="{C3C89DBB-9E40-5B69-F883-73D57F5AD62A}"/>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4581" name="Rectangle 4">
            <a:extLst>
              <a:ext uri="{FF2B5EF4-FFF2-40B4-BE49-F238E27FC236}">
                <a16:creationId xmlns:a16="http://schemas.microsoft.com/office/drawing/2014/main" id="{C7EDA421-8C6C-8CB8-D809-9DA5C095A503}"/>
              </a:ext>
            </a:extLst>
          </p:cNvPr>
          <p:cNvSpPr>
            <a:spLocks noChangeArrowheads="1" noGrp="1"/>
          </p:cNvSpPr>
          <p:nvPr>
            <p:ph idx="1" type="body"/>
          </p:nvPr>
        </p:nvSpPr>
        <p:spPr>
          <a:xfrm>
            <a:off x="228600" y="1219200"/>
            <a:ext cx="8686800" cy="3886200"/>
          </a:xfrm>
          <a:noFill/>
        </p:spPr>
        <p:txBody>
          <a:bodyPr/>
          <a:lstStyle/>
          <a:p>
            <a:pPr indent="0" marL="0">
              <a:buFont typeface="Monotype Sorts"/>
              <a:buNone/>
            </a:pPr>
            <a:r>
              <a:rPr altLang="en-US" lang="en-US"/>
              <a:t>A queue is a first-in/first-out data structure. Elements are appended to the end of the queue and are removed from the beginning of the queue. In a priority queue, elements are assigned priorities. When accessing elements, the element with the highest priority is removed first. </a:t>
            </a:r>
          </a:p>
        </p:txBody>
      </p:sp>
      <p:sp>
        <p:nvSpPr>
          <p:cNvPr id="24582" name="Rectangle 5">
            <a:extLst>
              <a:ext uri="{FF2B5EF4-FFF2-40B4-BE49-F238E27FC236}">
                <a16:creationId xmlns:a16="http://schemas.microsoft.com/office/drawing/2014/main" id="{ACE49AE4-0340-0B41-B13C-8BB0474FA4F2}"/>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4583" name="Rectangle 6">
            <a:extLst>
              <a:ext uri="{FF2B5EF4-FFF2-40B4-BE49-F238E27FC236}">
                <a16:creationId xmlns:a16="http://schemas.microsoft.com/office/drawing/2014/main" id="{55522458-B577-3A9F-9A8D-F7F8B2DA422B}"/>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4584" name="Rectangle 7">
            <a:extLst>
              <a:ext uri="{FF2B5EF4-FFF2-40B4-BE49-F238E27FC236}">
                <a16:creationId xmlns:a16="http://schemas.microsoft.com/office/drawing/2014/main" id="{C39CB2D0-7A45-37C9-3126-AC4FA74895AB}"/>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B494D584-6202-8E28-CDA0-4DFFF0EABB14}"/>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5A5D42A3-9FCF-4897-922C-F2B20EDE0694}" type="slidenum">
              <a:rPr altLang="en-US" lang="en-US" sz="1400"/>
              <a:pPr>
                <a:spcBef>
                  <a:spcPct val="0"/>
                </a:spcBef>
                <a:buClrTx/>
                <a:buSzTx/>
                <a:buFontTx/>
                <a:buNone/>
              </a:pPr>
              <a:t>23</a:t>
            </a:fld>
            <a:endParaRPr altLang="en-US" lang="en-US" sz="1400"/>
          </a:p>
        </p:txBody>
      </p:sp>
      <p:sp>
        <p:nvSpPr>
          <p:cNvPr id="25603" name="Rectangle 2">
            <a:extLst>
              <a:ext uri="{FF2B5EF4-FFF2-40B4-BE49-F238E27FC236}">
                <a16:creationId xmlns:a16="http://schemas.microsoft.com/office/drawing/2014/main" id="{5C66C6C8-59CF-A06A-768C-CC38BE965FC5}"/>
              </a:ext>
            </a:extLst>
          </p:cNvPr>
          <p:cNvSpPr>
            <a:spLocks noChangeArrowheads="1" noGrp="1"/>
          </p:cNvSpPr>
          <p:nvPr>
            <p:ph type="title"/>
          </p:nvPr>
        </p:nvSpPr>
        <p:spPr>
          <a:xfrm>
            <a:off x="533400" y="228600"/>
            <a:ext cx="7924800" cy="762000"/>
          </a:xfrm>
          <a:noFill/>
        </p:spPr>
        <p:txBody>
          <a:bodyPr/>
          <a:lstStyle/>
          <a:p>
            <a:r>
              <a:rPr altLang="en-US" lang="en-US">
                <a:cs charset="0" panose="02020603050405020304" pitchFamily="18" typeface="Times New Roman"/>
              </a:rPr>
              <a:t>The Queue Interface</a:t>
            </a:r>
          </a:p>
        </p:txBody>
      </p:sp>
      <p:sp>
        <p:nvSpPr>
          <p:cNvPr id="25604" name="Rectangle 3">
            <a:extLst>
              <a:ext uri="{FF2B5EF4-FFF2-40B4-BE49-F238E27FC236}">
                <a16:creationId xmlns:a16="http://schemas.microsoft.com/office/drawing/2014/main" id="{4503AF70-1CB8-16ED-B457-285F8A4A38E9}"/>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5605" name="Rectangle 5">
            <a:extLst>
              <a:ext uri="{FF2B5EF4-FFF2-40B4-BE49-F238E27FC236}">
                <a16:creationId xmlns:a16="http://schemas.microsoft.com/office/drawing/2014/main" id="{35768119-D244-4CC8-7807-A46CBDFFBB67}"/>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5606" name="Rectangle 6">
            <a:extLst>
              <a:ext uri="{FF2B5EF4-FFF2-40B4-BE49-F238E27FC236}">
                <a16:creationId xmlns:a16="http://schemas.microsoft.com/office/drawing/2014/main" id="{9B55E2E7-B88D-B5A0-AA2A-139E4A91BC30}"/>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5607" name="Rectangle 7">
            <a:extLst>
              <a:ext uri="{FF2B5EF4-FFF2-40B4-BE49-F238E27FC236}">
                <a16:creationId xmlns:a16="http://schemas.microsoft.com/office/drawing/2014/main" id="{63AE49B8-08E5-83AD-66EF-7E5DA9715CA6}"/>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5608" name="Rectangle 10">
            <a:extLst>
              <a:ext uri="{FF2B5EF4-FFF2-40B4-BE49-F238E27FC236}">
                <a16:creationId xmlns:a16="http://schemas.microsoft.com/office/drawing/2014/main" id="{C4EF244C-2AEA-444E-22BE-9D6F74A957A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25609" name="Picture 12">
            <a:extLst>
              <a:ext uri="{FF2B5EF4-FFF2-40B4-BE49-F238E27FC236}">
                <a16:creationId xmlns:a16="http://schemas.microsoft.com/office/drawing/2014/main" id="{4CEBFCD3-57DF-777D-4FCD-6228679668C4}"/>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8024813" cy="4141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E51287D0-CC39-4F42-E10F-3BEA7F381EB3}"/>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EAE191AF-EEC1-4B23-B539-1A8EC70407EF}" type="slidenum">
              <a:rPr altLang="en-US" lang="en-US" sz="1400"/>
              <a:pPr>
                <a:spcBef>
                  <a:spcPct val="0"/>
                </a:spcBef>
                <a:buClrTx/>
                <a:buSzTx/>
                <a:buFontTx/>
                <a:buNone/>
              </a:pPr>
              <a:t>24</a:t>
            </a:fld>
            <a:endParaRPr altLang="en-US" lang="en-US" sz="1400"/>
          </a:p>
        </p:txBody>
      </p:sp>
      <p:sp>
        <p:nvSpPr>
          <p:cNvPr id="26627" name="Rectangle 2">
            <a:extLst>
              <a:ext uri="{FF2B5EF4-FFF2-40B4-BE49-F238E27FC236}">
                <a16:creationId xmlns:a16="http://schemas.microsoft.com/office/drawing/2014/main" id="{6386A60A-782A-067D-045D-A23A2D126C9F}"/>
              </a:ext>
            </a:extLst>
          </p:cNvPr>
          <p:cNvSpPr>
            <a:spLocks noChangeArrowheads="1" noGrp="1"/>
          </p:cNvSpPr>
          <p:nvPr>
            <p:ph type="title"/>
          </p:nvPr>
        </p:nvSpPr>
        <p:spPr>
          <a:xfrm>
            <a:off x="533400" y="228600"/>
            <a:ext cx="7924800" cy="762000"/>
          </a:xfrm>
          <a:noFill/>
        </p:spPr>
        <p:txBody>
          <a:bodyPr/>
          <a:lstStyle/>
          <a:p>
            <a:r>
              <a:rPr altLang="en-US" lang="en-US">
                <a:cs charset="0" panose="02020603050405020304" pitchFamily="18" typeface="Times New Roman"/>
              </a:rPr>
              <a:t>Using LinkedList for Queue</a:t>
            </a:r>
          </a:p>
        </p:txBody>
      </p:sp>
      <p:sp>
        <p:nvSpPr>
          <p:cNvPr id="26628" name="Rectangle 3">
            <a:extLst>
              <a:ext uri="{FF2B5EF4-FFF2-40B4-BE49-F238E27FC236}">
                <a16:creationId xmlns:a16="http://schemas.microsoft.com/office/drawing/2014/main" id="{C04EDCA8-4358-7077-F666-BA6645519A0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6629" name="Rectangle 5">
            <a:extLst>
              <a:ext uri="{FF2B5EF4-FFF2-40B4-BE49-F238E27FC236}">
                <a16:creationId xmlns:a16="http://schemas.microsoft.com/office/drawing/2014/main" id="{6247C9CE-2DCB-D94C-2251-CD49713A7053}"/>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6630" name="Rectangle 6">
            <a:extLst>
              <a:ext uri="{FF2B5EF4-FFF2-40B4-BE49-F238E27FC236}">
                <a16:creationId xmlns:a16="http://schemas.microsoft.com/office/drawing/2014/main" id="{85AD2C25-FE71-FEA2-AE32-9DF61D9CCD6C}"/>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6631" name="Rectangle 7">
            <a:extLst>
              <a:ext uri="{FF2B5EF4-FFF2-40B4-BE49-F238E27FC236}">
                <a16:creationId xmlns:a16="http://schemas.microsoft.com/office/drawing/2014/main" id="{94229BC3-FFF2-D191-2AB0-5573531984C7}"/>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6632" name="Rectangle 10">
            <a:extLst>
              <a:ext uri="{FF2B5EF4-FFF2-40B4-BE49-F238E27FC236}">
                <a16:creationId xmlns:a16="http://schemas.microsoft.com/office/drawing/2014/main" id="{63A1A0CA-C8F9-4383-06FC-808598B8447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26633" name="Picture 3">
            <a:extLst>
              <a:ext uri="{FF2B5EF4-FFF2-40B4-BE49-F238E27FC236}">
                <a16:creationId xmlns:a16="http://schemas.microsoft.com/office/drawing/2014/main" id="{2819F738-B6A4-F8FE-3118-ECF4FEBA73CC}"/>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 y="1524000"/>
            <a:ext cx="7696200" cy="4565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15200392-C4EA-469A-09B3-F46926933AB0}"/>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3D541E85-974D-4519-B93E-FC024F70EA3E}" type="slidenum">
              <a:rPr altLang="en-US" lang="en-US" sz="1400"/>
              <a:pPr>
                <a:spcBef>
                  <a:spcPct val="0"/>
                </a:spcBef>
                <a:buClrTx/>
                <a:buSzTx/>
                <a:buFontTx/>
                <a:buNone/>
              </a:pPr>
              <a:t>25</a:t>
            </a:fld>
            <a:endParaRPr altLang="en-US" lang="en-US" sz="1400"/>
          </a:p>
        </p:txBody>
      </p:sp>
      <p:sp>
        <p:nvSpPr>
          <p:cNvPr id="27651" name="Rectangle 2">
            <a:extLst>
              <a:ext uri="{FF2B5EF4-FFF2-40B4-BE49-F238E27FC236}">
                <a16:creationId xmlns:a16="http://schemas.microsoft.com/office/drawing/2014/main" id="{1DB65502-0A06-219F-D05E-77CE00723ACA}"/>
              </a:ext>
            </a:extLst>
          </p:cNvPr>
          <p:cNvSpPr>
            <a:spLocks noChangeArrowheads="1" noGrp="1"/>
          </p:cNvSpPr>
          <p:nvPr>
            <p:ph type="title"/>
          </p:nvPr>
        </p:nvSpPr>
        <p:spPr>
          <a:xfrm>
            <a:off x="533400" y="228600"/>
            <a:ext cx="7924800" cy="762000"/>
          </a:xfrm>
          <a:noFill/>
        </p:spPr>
        <p:txBody>
          <a:bodyPr/>
          <a:lstStyle/>
          <a:p>
            <a:r>
              <a:rPr altLang="en-US" lang="en-US">
                <a:cs charset="0" panose="02020603050405020304" pitchFamily="18" typeface="Times New Roman"/>
              </a:rPr>
              <a:t>The PriorityQueue Class</a:t>
            </a:r>
          </a:p>
        </p:txBody>
      </p:sp>
      <p:sp>
        <p:nvSpPr>
          <p:cNvPr id="27652" name="Rectangle 3">
            <a:extLst>
              <a:ext uri="{FF2B5EF4-FFF2-40B4-BE49-F238E27FC236}">
                <a16:creationId xmlns:a16="http://schemas.microsoft.com/office/drawing/2014/main" id="{293C4B15-B682-7022-295F-C2DA25CBCBAB}"/>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7653" name="Rectangle 4">
            <a:extLst>
              <a:ext uri="{FF2B5EF4-FFF2-40B4-BE49-F238E27FC236}">
                <a16:creationId xmlns:a16="http://schemas.microsoft.com/office/drawing/2014/main" id="{087FA91B-68B8-4E6F-DC50-42EA45DD4FBD}"/>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7654" name="Rectangle 5">
            <a:extLst>
              <a:ext uri="{FF2B5EF4-FFF2-40B4-BE49-F238E27FC236}">
                <a16:creationId xmlns:a16="http://schemas.microsoft.com/office/drawing/2014/main" id="{425DBFB5-D3F9-458F-27F1-6CDF50EF2662}"/>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7655" name="Rectangle 6">
            <a:extLst>
              <a:ext uri="{FF2B5EF4-FFF2-40B4-BE49-F238E27FC236}">
                <a16:creationId xmlns:a16="http://schemas.microsoft.com/office/drawing/2014/main" id="{E2BEB774-9D22-1DDC-E62F-05ED26B6F890}"/>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7656" name="Rectangle 8">
            <a:extLst>
              <a:ext uri="{FF2B5EF4-FFF2-40B4-BE49-F238E27FC236}">
                <a16:creationId xmlns:a16="http://schemas.microsoft.com/office/drawing/2014/main" id="{A37875B7-9FD1-4FB9-7AD5-001A7073781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7657" name="Rectangle 11">
            <a:extLst>
              <a:ext uri="{FF2B5EF4-FFF2-40B4-BE49-F238E27FC236}">
                <a16:creationId xmlns:a16="http://schemas.microsoft.com/office/drawing/2014/main" id="{0B836BE1-446D-B37E-522F-92F6757DE6DA}"/>
              </a:ext>
            </a:extLst>
          </p:cNvPr>
          <p:cNvSpPr>
            <a:spLocks noChangeArrowheads="1"/>
          </p:cNvSpPr>
          <p:nvPr/>
        </p:nvSpPr>
        <p:spPr bwMode="auto">
          <a:xfrm>
            <a:off x="0"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7658" name="AutoShape 12">
            <a:hlinkClick action="ppaction://program" highlightClick="1" r:id="rId2"/>
            <a:extLst>
              <a:ext uri="{FF2B5EF4-FFF2-40B4-BE49-F238E27FC236}">
                <a16:creationId xmlns:a16="http://schemas.microsoft.com/office/drawing/2014/main" id="{98F8D154-347E-7826-A53B-531162BC0076}"/>
              </a:ext>
            </a:extLst>
          </p:cNvPr>
          <p:cNvSpPr>
            <a:spLocks noChangeArrowheads="1"/>
          </p:cNvSpPr>
          <p:nvPr/>
        </p:nvSpPr>
        <p:spPr bwMode="auto">
          <a:xfrm>
            <a:off x="5715000" y="5486400"/>
            <a:ext cx="1828800" cy="533400"/>
          </a:xfrm>
          <a:prstGeom prst="actionButtonBlank">
            <a:avLst/>
          </a:prstGeom>
          <a:solidFill>
            <a:srgbClr val="38A1BA"/>
          </a:solidFill>
          <a:ln>
            <a:noFill/>
          </a:ln>
          <a:effectLst>
            <a:prstShdw dir="2700000" dist="17961" prst="shdw17">
              <a:srgbClr val="226170"/>
            </a:prstShdw>
          </a:effectLst>
          <a:extLst>
            <a:ext uri="{91240B29-F687-4F45-9708-019B960494DF}">
              <a14:hiddenLine xmlns:a14="http://schemas.microsoft.com/office/drawing/2010/main" w="19050">
                <a:solidFill>
                  <a:schemeClr val="tx1"/>
                </a:solidFill>
                <a:miter lim="800000"/>
                <a:headEnd len="sm" type="none" w="sm"/>
                <a:tailEnd len="sm" type="none" w="sm"/>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lgn="ctr">
              <a:spcBef>
                <a:spcPct val="0"/>
              </a:spcBef>
              <a:buClrTx/>
              <a:buSzTx/>
              <a:buFontTx/>
              <a:buNone/>
            </a:pPr>
            <a:r>
              <a:rPr altLang="en-US" lang="en-US" sz="2400">
                <a:latin charset="0" panose="02040602050305030304" pitchFamily="18" typeface="Book Antiqua"/>
              </a:rPr>
              <a:t>Run</a:t>
            </a:r>
            <a:endParaRPr altLang="en-US" lang="en-US" sz="2400"/>
          </a:p>
        </p:txBody>
      </p:sp>
      <p:sp>
        <p:nvSpPr>
          <p:cNvPr id="342029" name="AutoShape 13">
            <a:hlinkClick action="ppaction://noaction" highlightClick="1" r:id=""/>
            <a:extLst>
              <a:ext uri="{FF2B5EF4-FFF2-40B4-BE49-F238E27FC236}">
                <a16:creationId xmlns:a16="http://schemas.microsoft.com/office/drawing/2014/main" id="{08C5F4D2-5244-25F9-0467-636C63A990CF}"/>
              </a:ext>
            </a:extLst>
          </p:cNvPr>
          <p:cNvSpPr>
            <a:spLocks noChangeArrowheads="1"/>
          </p:cNvSpPr>
          <p:nvPr/>
        </p:nvSpPr>
        <p:spPr bwMode="auto">
          <a:xfrm>
            <a:off x="1600200" y="5486400"/>
            <a:ext cx="3657600" cy="533400"/>
          </a:xfrm>
          <a:prstGeom prst="actionButtonBlank">
            <a:avLst/>
          </a:prstGeom>
          <a:solidFill>
            <a:srgbClr val="00B050"/>
          </a:solidFill>
          <a:ln>
            <a:noFill/>
          </a:ln>
          <a:effectLst>
            <a:prstShdw dir="2700000" dist="17961" prst="shdw17">
              <a:schemeClr val="tx1">
                <a:gamma/>
                <a:shade val="60000"/>
                <a:invGamma/>
              </a:schemeClr>
            </a:prstShdw>
          </a:effectLst>
        </p:spPr>
        <p:txBody>
          <a:bodyPr anchor="ctr" wrap="none"/>
          <a:lstStyle/>
          <a:p>
            <a:pPr algn="ctr">
              <a:defRPr/>
            </a:pPr>
            <a:r>
              <a:rPr lang="en-US">
                <a:latin charset="0" pitchFamily="18" typeface="Book Antiqua"/>
                <a:hlinkClick action="ppaction://program" r:id="rId3"/>
              </a:rPr>
              <a:t>PriorityQueueDemo</a:t>
            </a:r>
            <a:endParaRPr lang="en-US">
              <a:solidFill>
                <a:schemeClr val="accent1"/>
              </a:solidFill>
            </a:endParaRPr>
          </a:p>
        </p:txBody>
      </p:sp>
      <p:sp>
        <p:nvSpPr>
          <p:cNvPr id="27660" name="AutoShape 14">
            <a:hlinkClick highlightClick="1" r:id="rId4"/>
            <a:extLst>
              <a:ext uri="{FF2B5EF4-FFF2-40B4-BE49-F238E27FC236}">
                <a16:creationId xmlns:a16="http://schemas.microsoft.com/office/drawing/2014/main" id="{7ADF1DD4-45EF-0CAC-F51D-DF7B7DC0B771}"/>
              </a:ext>
            </a:extLst>
          </p:cNvPr>
          <p:cNvSpPr>
            <a:spLocks noChangeArrowheads="1"/>
          </p:cNvSpPr>
          <p:nvPr/>
        </p:nvSpPr>
        <p:spPr bwMode="auto">
          <a:xfrm>
            <a:off x="990600" y="5486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27661" name="Picture 15">
            <a:extLst>
              <a:ext uri="{FF2B5EF4-FFF2-40B4-BE49-F238E27FC236}">
                <a16:creationId xmlns:a16="http://schemas.microsoft.com/office/drawing/2014/main" id="{8251CA54-A248-FA41-4B8D-0E5532524039}"/>
              </a:ext>
              <a:ext uri="{C183D7F6-B498-43B3-948B-1728B52AA6E4}">
                <adec:decorative xmlns:adec="http://schemas.microsoft.com/office/drawing/2017/decorative" val="1"/>
              </a:ext>
            </a:extLst>
          </p:cNvPr>
          <p:cNvPicPr>
            <a:picLocks noChangeArrowheads="1"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6200" y="1371600"/>
            <a:ext cx="8991600" cy="3297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479C9669-4728-EED7-1C76-F1AB00C3D6AF}"/>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E0035C8A-1950-482B-AE5B-CAEE02767E88}" type="slidenum">
              <a:rPr altLang="en-US" lang="en-US" sz="1400"/>
              <a:pPr>
                <a:spcBef>
                  <a:spcPct val="0"/>
                </a:spcBef>
                <a:buClrTx/>
                <a:buSzTx/>
                <a:buFontTx/>
                <a:buNone/>
              </a:pPr>
              <a:t>26</a:t>
            </a:fld>
            <a:endParaRPr altLang="en-US" lang="en-US" sz="1400"/>
          </a:p>
        </p:txBody>
      </p:sp>
      <p:sp>
        <p:nvSpPr>
          <p:cNvPr id="28675" name="Rectangle 2">
            <a:extLst>
              <a:ext uri="{FF2B5EF4-FFF2-40B4-BE49-F238E27FC236}">
                <a16:creationId xmlns:a16="http://schemas.microsoft.com/office/drawing/2014/main" id="{124E91D3-F6EA-B171-8A02-B52967E7F6A8}"/>
              </a:ext>
            </a:extLst>
          </p:cNvPr>
          <p:cNvSpPr>
            <a:spLocks noChangeArrowheads="1" noGrp="1"/>
          </p:cNvSpPr>
          <p:nvPr>
            <p:ph type="title"/>
          </p:nvPr>
        </p:nvSpPr>
        <p:spPr>
          <a:xfrm>
            <a:off x="533400" y="228600"/>
            <a:ext cx="7924800" cy="762000"/>
          </a:xfrm>
          <a:noFill/>
        </p:spPr>
        <p:txBody>
          <a:bodyPr/>
          <a:lstStyle/>
          <a:p>
            <a:r>
              <a:rPr altLang="en-US" lang="en-US" sz="4000">
                <a:cs charset="0" panose="02020603050405020304" pitchFamily="18" typeface="Times New Roman"/>
              </a:rPr>
              <a:t>Case Study: Evaluating Expressions</a:t>
            </a:r>
          </a:p>
        </p:txBody>
      </p:sp>
      <p:sp>
        <p:nvSpPr>
          <p:cNvPr id="28676" name="Rectangle 3">
            <a:extLst>
              <a:ext uri="{FF2B5EF4-FFF2-40B4-BE49-F238E27FC236}">
                <a16:creationId xmlns:a16="http://schemas.microsoft.com/office/drawing/2014/main" id="{5B231746-ADC7-8222-4D77-21FE7FB942DF}"/>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8677" name="Rectangle 4">
            <a:extLst>
              <a:ext uri="{FF2B5EF4-FFF2-40B4-BE49-F238E27FC236}">
                <a16:creationId xmlns:a16="http://schemas.microsoft.com/office/drawing/2014/main" id="{BE108DED-EA83-4B97-28E8-83FA90351314}"/>
              </a:ext>
            </a:extLst>
          </p:cNvPr>
          <p:cNvSpPr>
            <a:spLocks noChangeArrowheads="1" noGrp="1"/>
          </p:cNvSpPr>
          <p:nvPr>
            <p:ph idx="1" type="body"/>
          </p:nvPr>
        </p:nvSpPr>
        <p:spPr>
          <a:xfrm>
            <a:off x="228600" y="990600"/>
            <a:ext cx="8686800" cy="457200"/>
          </a:xfrm>
          <a:noFill/>
        </p:spPr>
        <p:txBody>
          <a:bodyPr/>
          <a:lstStyle/>
          <a:p>
            <a:pPr indent="0" marL="0">
              <a:lnSpc>
                <a:spcPct val="80000"/>
              </a:lnSpc>
              <a:buFont typeface="Monotype Sorts"/>
              <a:buNone/>
            </a:pPr>
            <a:r>
              <a:rPr altLang="en-US" lang="en-US" sz="2800"/>
              <a:t>Stacks can be used to evaluate expressions.</a:t>
            </a:r>
          </a:p>
        </p:txBody>
      </p:sp>
      <p:sp>
        <p:nvSpPr>
          <p:cNvPr id="28678" name="Rectangle 5">
            <a:extLst>
              <a:ext uri="{FF2B5EF4-FFF2-40B4-BE49-F238E27FC236}">
                <a16:creationId xmlns:a16="http://schemas.microsoft.com/office/drawing/2014/main" id="{E7EE45B3-146E-2746-A643-C89895170883}"/>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8679" name="Rectangle 6">
            <a:extLst>
              <a:ext uri="{FF2B5EF4-FFF2-40B4-BE49-F238E27FC236}">
                <a16:creationId xmlns:a16="http://schemas.microsoft.com/office/drawing/2014/main" id="{8BDEC723-46ED-491F-7ECA-60CFAFFE15A4}"/>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8680" name="Rectangle 7">
            <a:extLst>
              <a:ext uri="{FF2B5EF4-FFF2-40B4-BE49-F238E27FC236}">
                <a16:creationId xmlns:a16="http://schemas.microsoft.com/office/drawing/2014/main" id="{D40854C2-C13D-6A68-4F1F-E1C4AE7F217A}"/>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28681" name="Picture 8">
            <a:extLst>
              <a:ext uri="{FF2B5EF4-FFF2-40B4-BE49-F238E27FC236}">
                <a16:creationId xmlns:a16="http://schemas.microsoft.com/office/drawing/2014/main" id="{1BF9512A-4F86-32F8-74D3-9DF3B25D0F76}"/>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200"/>
            <a:ext cx="4953000" cy="296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147" name="AutoShape 11">
            <a:hlinkClick action="ppaction://noaction" highlightClick="1" r:id=""/>
            <a:extLst>
              <a:ext uri="{FF2B5EF4-FFF2-40B4-BE49-F238E27FC236}">
                <a16:creationId xmlns:a16="http://schemas.microsoft.com/office/drawing/2014/main" id="{47473A2C-AF96-9A76-BCAD-5E3FB0AE4EE0}"/>
              </a:ext>
            </a:extLst>
          </p:cNvPr>
          <p:cNvSpPr>
            <a:spLocks noChangeArrowheads="1"/>
          </p:cNvSpPr>
          <p:nvPr/>
        </p:nvSpPr>
        <p:spPr bwMode="auto">
          <a:xfrm>
            <a:off x="5562600" y="4648200"/>
            <a:ext cx="3276600" cy="533400"/>
          </a:xfrm>
          <a:prstGeom prst="actionButtonBlank">
            <a:avLst/>
          </a:prstGeom>
          <a:solidFill>
            <a:srgbClr val="00B050"/>
          </a:solidFill>
          <a:ln>
            <a:noFill/>
          </a:ln>
          <a:effectLst>
            <a:prstShdw dir="2700000" dist="17961" prst="shdw17">
              <a:schemeClr val="tx1">
                <a:gamma/>
                <a:shade val="60000"/>
                <a:invGamma/>
              </a:schemeClr>
            </a:prstShdw>
          </a:effectLst>
        </p:spPr>
        <p:txBody>
          <a:bodyPr anchor="ctr" wrap="none"/>
          <a:lstStyle/>
          <a:p>
            <a:pPr algn="ctr">
              <a:defRPr/>
            </a:pPr>
            <a:r>
              <a:rPr lang="en-US">
                <a:solidFill>
                  <a:srgbClr val="000000"/>
                </a:solidFill>
                <a:latin charset="0" pitchFamily="18" typeface="Book Antiqua"/>
                <a:hlinkClick action="ppaction://program" r:id="rId3">
                  <a:extLst>
                    <a:ext uri="{A12FA001-AC4F-418D-AE19-62706E023703}">
                      <ahyp:hlinkClr xmlns:ahyp="http://schemas.microsoft.com/office/drawing/2018/hyperlinkcolor" val="tx"/>
                    </a:ext>
                  </a:extLst>
                </a:hlinkClick>
              </a:rPr>
              <a:t>Evaluate Expression</a:t>
            </a:r>
            <a:endParaRPr lang="en-US"/>
          </a:p>
        </p:txBody>
      </p:sp>
      <p:sp>
        <p:nvSpPr>
          <p:cNvPr id="28683" name="AutoShape 12">
            <a:hlinkClick highlightClick="1" r:id="rId4"/>
            <a:extLst>
              <a:ext uri="{FF2B5EF4-FFF2-40B4-BE49-F238E27FC236}">
                <a16:creationId xmlns:a16="http://schemas.microsoft.com/office/drawing/2014/main" id="{15BD95B8-9C24-5924-B9CB-D1E11A7C3680}"/>
              </a:ext>
            </a:extLst>
          </p:cNvPr>
          <p:cNvSpPr>
            <a:spLocks noChangeArrowheads="1"/>
          </p:cNvSpPr>
          <p:nvPr/>
        </p:nvSpPr>
        <p:spPr bwMode="auto">
          <a:xfrm>
            <a:off x="5562600" y="4038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wrap="none"/>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pic>
        <p:nvPicPr>
          <p:cNvPr id="28684" name="Picture 1">
            <a:extLst>
              <a:ext uri="{FF2B5EF4-FFF2-40B4-BE49-F238E27FC236}">
                <a16:creationId xmlns:a16="http://schemas.microsoft.com/office/drawing/2014/main" id="{3DADEA41-2425-7100-59A2-50A6EF47B7C5}"/>
              </a:ext>
              <a:ext uri="{C183D7F6-B498-43B3-948B-1728B52AA6E4}">
                <adec:decorative xmlns:adec="http://schemas.microsoft.com/office/drawing/2017/decorative" val="1"/>
              </a:ext>
            </a:extLst>
          </p:cNvPr>
          <p:cNvPicPr>
            <a:picLocks noChangeArrowheads="1"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28600" y="4724400"/>
            <a:ext cx="4511675"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EE9A1082-0C6E-BC2C-B1FB-080EDF64E437}"/>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27ACD212-F47C-475A-A673-BC5D2228830C}" type="slidenum">
              <a:rPr altLang="en-US" lang="en-US" sz="1400"/>
              <a:pPr>
                <a:spcBef>
                  <a:spcPct val="0"/>
                </a:spcBef>
                <a:buClrTx/>
                <a:buSzTx/>
                <a:buFontTx/>
                <a:buNone/>
              </a:pPr>
              <a:t>27</a:t>
            </a:fld>
            <a:endParaRPr altLang="en-US" lang="en-US" sz="1400"/>
          </a:p>
        </p:txBody>
      </p:sp>
      <p:sp>
        <p:nvSpPr>
          <p:cNvPr id="29699" name="Rectangle 2">
            <a:extLst>
              <a:ext uri="{FF2B5EF4-FFF2-40B4-BE49-F238E27FC236}">
                <a16:creationId xmlns:a16="http://schemas.microsoft.com/office/drawing/2014/main" id="{4A61EE0B-A15C-1E5B-E4C6-777B76979809}"/>
              </a:ext>
            </a:extLst>
          </p:cNvPr>
          <p:cNvSpPr>
            <a:spLocks noChangeArrowheads="1" noGrp="1"/>
          </p:cNvSpPr>
          <p:nvPr>
            <p:ph type="title"/>
          </p:nvPr>
        </p:nvSpPr>
        <p:spPr>
          <a:xfrm>
            <a:off x="533400" y="228600"/>
            <a:ext cx="7924800" cy="762000"/>
          </a:xfrm>
          <a:noFill/>
        </p:spPr>
        <p:txBody>
          <a:bodyPr/>
          <a:lstStyle/>
          <a:p>
            <a:r>
              <a:rPr altLang="en-US" lang="en-US" sz="4000">
                <a:cs charset="0" panose="02020603050405020304" pitchFamily="18" typeface="Times New Roman"/>
              </a:rPr>
              <a:t>Algorithm</a:t>
            </a:r>
          </a:p>
        </p:txBody>
      </p:sp>
      <p:sp>
        <p:nvSpPr>
          <p:cNvPr id="29700" name="Rectangle 3">
            <a:extLst>
              <a:ext uri="{FF2B5EF4-FFF2-40B4-BE49-F238E27FC236}">
                <a16:creationId xmlns:a16="http://schemas.microsoft.com/office/drawing/2014/main" id="{640D4066-8720-FF80-0442-3BE5A601246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9701" name="Rectangle 5">
            <a:extLst>
              <a:ext uri="{FF2B5EF4-FFF2-40B4-BE49-F238E27FC236}">
                <a16:creationId xmlns:a16="http://schemas.microsoft.com/office/drawing/2014/main" id="{1CBE8604-0243-E093-2A71-25C790B58745}"/>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9702" name="Rectangle 6">
            <a:extLst>
              <a:ext uri="{FF2B5EF4-FFF2-40B4-BE49-F238E27FC236}">
                <a16:creationId xmlns:a16="http://schemas.microsoft.com/office/drawing/2014/main" id="{822F8962-CF9C-4976-9471-D6F44EEDAC90}"/>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9703" name="Rectangle 7">
            <a:extLst>
              <a:ext uri="{FF2B5EF4-FFF2-40B4-BE49-F238E27FC236}">
                <a16:creationId xmlns:a16="http://schemas.microsoft.com/office/drawing/2014/main" id="{5F68A881-084F-6034-5D72-EA0FA47C2E7E}"/>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2" name="Content Placeholder 1">
            <a:extLst>
              <a:ext uri="{FF2B5EF4-FFF2-40B4-BE49-F238E27FC236}">
                <a16:creationId xmlns:a16="http://schemas.microsoft.com/office/drawing/2014/main" id="{2D1465F1-8B1E-A29E-0A4B-3C10300F6079}"/>
              </a:ext>
            </a:extLst>
          </p:cNvPr>
          <p:cNvSpPr>
            <a:spLocks noGrp="1"/>
          </p:cNvSpPr>
          <p:nvPr>
            <p:ph idx="1"/>
          </p:nvPr>
        </p:nvSpPr>
        <p:spPr>
          <a:xfrm>
            <a:off x="381000" y="914400"/>
            <a:ext cx="8534400" cy="5334000"/>
          </a:xfrm>
        </p:spPr>
        <p:txBody>
          <a:bodyPr/>
          <a:lstStyle/>
          <a:p>
            <a:pPr indent="0" marL="0">
              <a:buFont charset="2" pitchFamily="2" typeface="Monotype Sorts"/>
              <a:buNone/>
              <a:defRPr/>
            </a:pPr>
            <a:r>
              <a:rPr b="1" dirty="0" lang="en-US" sz="2000"/>
              <a:t>Phase 1: Scanning the expression</a:t>
            </a:r>
            <a:endParaRPr dirty="0" lang="en-US" sz="2000"/>
          </a:p>
          <a:p>
            <a:pPr indent="0" marL="0">
              <a:buFont charset="2" pitchFamily="2" typeface="Monotype Sorts"/>
              <a:buNone/>
              <a:defRPr/>
            </a:pPr>
            <a:r>
              <a:rPr dirty="0" lang="en-US" sz="2000"/>
              <a:t>The program scans the expression from left to right to extract operands, operators, and the parentheses.</a:t>
            </a:r>
          </a:p>
          <a:p>
            <a:pPr indent="0" marL="0">
              <a:buFont charset="2" pitchFamily="2" typeface="Monotype Sorts"/>
              <a:buNone/>
              <a:defRPr/>
            </a:pPr>
            <a:r>
              <a:rPr dirty="0" lang="en-US" sz="2000"/>
              <a:t>1.1.	If the extracted item is an operand, push it to </a:t>
            </a:r>
            <a:r>
              <a:rPr b="1" dirty="0" err="1" lang="en-US" sz="2000"/>
              <a:t>operandStack</a:t>
            </a:r>
            <a:r>
              <a:rPr dirty="0" lang="en-US" sz="2000"/>
              <a:t>.</a:t>
            </a:r>
          </a:p>
          <a:p>
            <a:pPr indent="0" marL="0">
              <a:buFont charset="2" pitchFamily="2" typeface="Monotype Sorts"/>
              <a:buNone/>
              <a:defRPr/>
            </a:pPr>
            <a:r>
              <a:rPr dirty="0" lang="en-US" sz="2000"/>
              <a:t>1.2.	If the extracted item is a </a:t>
            </a:r>
            <a:r>
              <a:rPr b="1" dirty="0" lang="en-US" sz="2000"/>
              <a:t>+</a:t>
            </a:r>
            <a:r>
              <a:rPr dirty="0" lang="en-US" sz="2000"/>
              <a:t> or </a:t>
            </a:r>
            <a:r>
              <a:rPr b="1" dirty="0" lang="en-US" sz="2000"/>
              <a:t>-</a:t>
            </a:r>
            <a:r>
              <a:rPr dirty="0" lang="en-US" sz="2000"/>
              <a:t> operator, process all the operators at the top of </a:t>
            </a:r>
            <a:r>
              <a:rPr b="1" dirty="0" err="1" lang="en-US" sz="2000"/>
              <a:t>operatorStack</a:t>
            </a:r>
            <a:r>
              <a:rPr dirty="0" lang="en-US" sz="2000"/>
              <a:t> and push the extracted operator to </a:t>
            </a:r>
            <a:r>
              <a:rPr b="1" dirty="0" err="1" lang="en-US" sz="2000"/>
              <a:t>operatorStack</a:t>
            </a:r>
            <a:r>
              <a:rPr dirty="0" lang="en-US" sz="2000"/>
              <a:t>.</a:t>
            </a:r>
          </a:p>
          <a:p>
            <a:pPr indent="0" marL="0">
              <a:buFont charset="2" pitchFamily="2" typeface="Monotype Sorts"/>
              <a:buNone/>
              <a:defRPr/>
            </a:pPr>
            <a:r>
              <a:rPr dirty="0" lang="en-US" sz="2000"/>
              <a:t>1.3.	If the extracted item is a </a:t>
            </a:r>
            <a:r>
              <a:rPr b="1" dirty="0" lang="en-US" sz="2000"/>
              <a:t>*</a:t>
            </a:r>
            <a:r>
              <a:rPr dirty="0" lang="en-US" sz="2000"/>
              <a:t> or </a:t>
            </a:r>
            <a:r>
              <a:rPr b="1" dirty="0" lang="en-US" sz="2000"/>
              <a:t>/</a:t>
            </a:r>
            <a:r>
              <a:rPr dirty="0" lang="en-US" sz="2000"/>
              <a:t> operator, process the </a:t>
            </a:r>
            <a:r>
              <a:rPr b="1" dirty="0" lang="en-US" sz="2000"/>
              <a:t>*</a:t>
            </a:r>
            <a:r>
              <a:rPr dirty="0" lang="en-US" sz="2000"/>
              <a:t> or </a:t>
            </a:r>
            <a:r>
              <a:rPr b="1" dirty="0" lang="en-US" sz="2000"/>
              <a:t>/</a:t>
            </a:r>
            <a:r>
              <a:rPr dirty="0" lang="en-US" sz="2000"/>
              <a:t> operators at the top of </a:t>
            </a:r>
            <a:r>
              <a:rPr b="1" dirty="0" err="1" lang="en-US" sz="2000"/>
              <a:t>operatorStack</a:t>
            </a:r>
            <a:r>
              <a:rPr dirty="0" lang="en-US" sz="2000"/>
              <a:t> and push the extracted operator to </a:t>
            </a:r>
            <a:r>
              <a:rPr b="1" dirty="0" err="1" lang="en-US" sz="2000"/>
              <a:t>operatorStack</a:t>
            </a:r>
            <a:r>
              <a:rPr dirty="0" lang="en-US" sz="2000"/>
              <a:t>.</a:t>
            </a:r>
          </a:p>
          <a:p>
            <a:pPr indent="0" marL="0">
              <a:buFont charset="2" pitchFamily="2" typeface="Monotype Sorts"/>
              <a:buNone/>
              <a:defRPr/>
            </a:pPr>
            <a:r>
              <a:rPr dirty="0" lang="en-US" sz="2000"/>
              <a:t>1.4.	If the extracted item is a </a:t>
            </a:r>
            <a:r>
              <a:rPr b="1" dirty="0" lang="en-US" sz="2000"/>
              <a:t>(</a:t>
            </a:r>
            <a:r>
              <a:rPr dirty="0" lang="en-US" sz="2000"/>
              <a:t> symbol, push it to </a:t>
            </a:r>
            <a:r>
              <a:rPr b="1" dirty="0" err="1" lang="en-US" sz="2000"/>
              <a:t>operatorStack</a:t>
            </a:r>
            <a:r>
              <a:rPr dirty="0" lang="en-US" sz="2000"/>
              <a:t>.</a:t>
            </a:r>
          </a:p>
          <a:p>
            <a:pPr indent="0" marL="0">
              <a:buFont charset="2" pitchFamily="2" typeface="Monotype Sorts"/>
              <a:buNone/>
              <a:defRPr/>
            </a:pPr>
            <a:r>
              <a:rPr dirty="0" lang="en-US" sz="2000"/>
              <a:t>1.5.	If the extracted item is a </a:t>
            </a:r>
            <a:r>
              <a:rPr b="1" dirty="0" lang="en-US" sz="2000"/>
              <a:t>)</a:t>
            </a:r>
            <a:r>
              <a:rPr dirty="0" lang="en-US" sz="2000"/>
              <a:t> symbol, repeatedly process the operators from the top of </a:t>
            </a:r>
            <a:r>
              <a:rPr b="1" dirty="0" err="1" lang="en-US" sz="2000"/>
              <a:t>operatorStack</a:t>
            </a:r>
            <a:r>
              <a:rPr dirty="0" lang="en-US" sz="2000"/>
              <a:t> until seeing the </a:t>
            </a:r>
            <a:r>
              <a:rPr b="1" dirty="0" lang="en-US" sz="2000"/>
              <a:t>(</a:t>
            </a:r>
            <a:r>
              <a:rPr dirty="0" lang="en-US" sz="2000"/>
              <a:t> symbol on the stack.</a:t>
            </a:r>
          </a:p>
          <a:p>
            <a:pPr indent="0" marL="0">
              <a:buFont charset="2" pitchFamily="2" typeface="Monotype Sorts"/>
              <a:buNone/>
              <a:defRPr/>
            </a:pPr>
            <a:endParaRPr b="1" dirty="0" lang="en-US" sz="2000"/>
          </a:p>
          <a:p>
            <a:pPr indent="0" marL="0">
              <a:buFont charset="2" pitchFamily="2" typeface="Monotype Sorts"/>
              <a:buNone/>
              <a:defRPr/>
            </a:pPr>
            <a:r>
              <a:rPr b="1" dirty="0" lang="en-US" sz="2000"/>
              <a:t>Phase 2: Clearing the stack</a:t>
            </a:r>
            <a:endParaRPr dirty="0" lang="en-US" sz="2000"/>
          </a:p>
          <a:p>
            <a:pPr indent="0" marL="0">
              <a:buFont charset="2" pitchFamily="2" typeface="Monotype Sorts"/>
              <a:buNone/>
              <a:defRPr/>
            </a:pPr>
            <a:r>
              <a:rPr dirty="0" lang="en-US" sz="2000"/>
              <a:t>Repeatedly process the operators from the top of </a:t>
            </a:r>
            <a:r>
              <a:rPr b="1" dirty="0" err="1" lang="en-US" sz="2000"/>
              <a:t>operatorStack</a:t>
            </a:r>
            <a:r>
              <a:rPr dirty="0" lang="en-US" sz="2000"/>
              <a:t> until </a:t>
            </a:r>
            <a:r>
              <a:rPr b="1" dirty="0" err="1" lang="en-US" sz="2000"/>
              <a:t>operatorStack</a:t>
            </a:r>
            <a:r>
              <a:rPr dirty="0" lang="en-US" sz="2000"/>
              <a:t> is empty.</a:t>
            </a:r>
          </a:p>
          <a:p>
            <a:pPr>
              <a:buFont charset="2" pitchFamily="2" typeface="Monotype Sorts"/>
              <a:buChar char="F"/>
              <a:defRPr/>
            </a:pPr>
            <a:endParaRPr dirty="0" lang="en-US" sz="1800"/>
          </a:p>
        </p:txBody>
      </p:sp>
      <p:sp>
        <p:nvSpPr>
          <p:cNvPr id="3" name="Rectangle 2">
            <a:extLst>
              <a:ext uri="{FF2B5EF4-FFF2-40B4-BE49-F238E27FC236}">
                <a16:creationId xmlns:a16="http://schemas.microsoft.com/office/drawing/2014/main" id="{302903A6-2A3F-9F35-3066-98812EA90E23}"/>
              </a:ext>
            </a:extLst>
          </p:cNvPr>
          <p:cNvSpPr>
            <a:spLocks noChangeArrowheads="1"/>
          </p:cNvSpPr>
          <p:nvPr/>
        </p:nvSpPr>
        <p:spPr bwMode="auto">
          <a:xfrm>
            <a:off x="0" y="0"/>
            <a:ext cx="9144000" cy="457200"/>
          </a:xfrm>
          <a:prstGeom prst="rect">
            <a:avLst/>
          </a:prstGeom>
          <a:noFill/>
          <a:ln>
            <a:noFill/>
          </a:ln>
          <a:effectLst>
            <a:prstShdw dir="2700000" dist="17961" prst="shdw17">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cap="flat" cmpd="sng" w="12700">
                <a:solidFill>
                  <a:schemeClr val="tx1"/>
                </a:solidFill>
                <a:prstDash val="solid"/>
                <a:miter lim="800000"/>
                <a:headEnd len="sm" type="none" w="sm"/>
                <a:tailEnd len="sm" type="none" w="sm"/>
              </a14:hiddenLine>
            </a:ext>
          </a:extLst>
        </p:spPr>
        <p:txBody>
          <a:bodyPr anchor="ctr" wrap="none">
            <a:spAutoFit/>
          </a:bodyPr>
          <a:lstStyle/>
          <a:p>
            <a:pPr algn="ctr">
              <a:defRPr/>
            </a:pPr>
            <a:endParaRPr lang="en-US" sz="4400">
              <a:solidFill>
                <a:schemeClr val="tx2"/>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B19FD069-E3CD-3659-7D18-6B187DC206FD}"/>
              </a:ext>
            </a:extLst>
          </p:cNvPr>
          <p:cNvSpPr>
            <a:spLocks noGrp="1"/>
          </p:cNvSpPr>
          <p:nvPr>
            <p:ph idx="11" sz="quarter" type="sldNum"/>
          </p:nvPr>
        </p:nvSpPr>
        <p:spPr>
          <a:noFill/>
        </p:spPr>
        <p:txBody>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fld id="{4BD80A38-094F-4350-B662-6AFD1E3D8B8E}" type="slidenum">
              <a:rPr altLang="en-US" lang="en-US" sz="1400"/>
              <a:pPr>
                <a:spcBef>
                  <a:spcPct val="0"/>
                </a:spcBef>
                <a:buClrTx/>
                <a:buSzTx/>
                <a:buFontTx/>
                <a:buNone/>
              </a:pPr>
              <a:t>28</a:t>
            </a:fld>
            <a:endParaRPr altLang="en-US" lang="en-US" sz="1400"/>
          </a:p>
        </p:txBody>
      </p:sp>
      <p:sp>
        <p:nvSpPr>
          <p:cNvPr id="30723" name="Rectangle 2">
            <a:extLst>
              <a:ext uri="{FF2B5EF4-FFF2-40B4-BE49-F238E27FC236}">
                <a16:creationId xmlns:a16="http://schemas.microsoft.com/office/drawing/2014/main" id="{0202691E-5541-A723-A604-3AB0365EF5CA}"/>
              </a:ext>
            </a:extLst>
          </p:cNvPr>
          <p:cNvSpPr>
            <a:spLocks noChangeArrowheads="1" noGrp="1"/>
          </p:cNvSpPr>
          <p:nvPr>
            <p:ph type="title"/>
          </p:nvPr>
        </p:nvSpPr>
        <p:spPr>
          <a:xfrm>
            <a:off x="533400" y="228600"/>
            <a:ext cx="7924800" cy="609600"/>
          </a:xfrm>
          <a:noFill/>
        </p:spPr>
        <p:txBody>
          <a:bodyPr/>
          <a:lstStyle/>
          <a:p>
            <a:r>
              <a:rPr altLang="en-US" lang="en-US" sz="4000">
                <a:cs charset="0" panose="02020603050405020304" pitchFamily="18" typeface="Times New Roman"/>
              </a:rPr>
              <a:t>Example</a:t>
            </a:r>
          </a:p>
        </p:txBody>
      </p:sp>
      <p:sp>
        <p:nvSpPr>
          <p:cNvPr id="30724" name="Rectangle 3">
            <a:extLst>
              <a:ext uri="{FF2B5EF4-FFF2-40B4-BE49-F238E27FC236}">
                <a16:creationId xmlns:a16="http://schemas.microsoft.com/office/drawing/2014/main" id="{EC9EE2E6-001B-69C3-75A9-E70CE1264A42}"/>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30725" name="Rectangle 5">
            <a:extLst>
              <a:ext uri="{FF2B5EF4-FFF2-40B4-BE49-F238E27FC236}">
                <a16:creationId xmlns:a16="http://schemas.microsoft.com/office/drawing/2014/main" id="{881CCC49-C9A2-C100-1C63-4B526F4A97DF}"/>
              </a:ext>
            </a:extLst>
          </p:cNvPr>
          <p:cNvSpPr>
            <a:spLocks noChangeArrowheads="1"/>
          </p:cNvSpPr>
          <p:nvPr/>
        </p:nvSpPr>
        <p:spPr bwMode="auto">
          <a:xfrm>
            <a:off x="3227388" y="2713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30726" name="Rectangle 6">
            <a:extLst>
              <a:ext uri="{FF2B5EF4-FFF2-40B4-BE49-F238E27FC236}">
                <a16:creationId xmlns:a16="http://schemas.microsoft.com/office/drawing/2014/main" id="{B7F01ACB-382D-B150-C012-3CB53B66764E}"/>
              </a:ext>
            </a:extLst>
          </p:cNvPr>
          <p:cNvSpPr>
            <a:spLocks noChangeArrowheads="1"/>
          </p:cNvSpPr>
          <p:nvPr/>
        </p:nvSpPr>
        <p:spPr bwMode="auto">
          <a:xfrm>
            <a:off x="3371850"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30727" name="Rectangle 7">
            <a:extLst>
              <a:ext uri="{FF2B5EF4-FFF2-40B4-BE49-F238E27FC236}">
                <a16:creationId xmlns:a16="http://schemas.microsoft.com/office/drawing/2014/main" id="{98B99552-DD59-E3A1-5D28-882CEE149A0F}"/>
              </a:ext>
            </a:extLst>
          </p:cNvPr>
          <p:cNvSpPr>
            <a:spLocks noChangeArrowheads="1"/>
          </p:cNvSpPr>
          <p:nvPr/>
        </p:nvSpPr>
        <p:spPr bwMode="auto">
          <a:xfrm>
            <a:off x="3627438" y="2484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charset="0" panose="02020603050405020304" pitchFamily="18" typeface="Times New Roman"/>
              </a:defRPr>
            </a:lvl1pPr>
            <a:lvl2pPr indent="-285750" marL="742950">
              <a:spcBef>
                <a:spcPct val="20000"/>
              </a:spcBef>
              <a:buClr>
                <a:schemeClr val="tx1"/>
              </a:buClr>
              <a:buChar char="–"/>
              <a:defRPr sz="2800">
                <a:solidFill>
                  <a:schemeClr val="tx1"/>
                </a:solidFill>
                <a:latin charset="0" panose="02020603050405020304" pitchFamily="18" typeface="Times New Roman"/>
              </a:defRPr>
            </a:lvl2pPr>
            <a:lvl3pPr indent="-228600" marL="1143000">
              <a:spcBef>
                <a:spcPct val="20000"/>
              </a:spcBef>
              <a:buClr>
                <a:schemeClr val="accent2"/>
              </a:buClr>
              <a:buSzPct val="65000"/>
              <a:buFont typeface="Monotype Sorts"/>
              <a:buChar char="u"/>
              <a:defRPr sz="2400">
                <a:solidFill>
                  <a:schemeClr val="tx1"/>
                </a:solidFill>
                <a:latin charset="0" panose="02020603050405020304" pitchFamily="18" typeface="Times New Roman"/>
              </a:defRPr>
            </a:lvl3pPr>
            <a:lvl4pPr indent="-228600" marL="1600200">
              <a:spcBef>
                <a:spcPct val="20000"/>
              </a:spcBef>
              <a:buClr>
                <a:schemeClr val="tx1"/>
              </a:buClr>
              <a:buChar char="–"/>
              <a:defRPr sz="2000">
                <a:solidFill>
                  <a:schemeClr val="tx1"/>
                </a:solidFill>
                <a:latin charset="0" panose="02020603050405020304" pitchFamily="18" typeface="Times New Roman"/>
              </a:defRPr>
            </a:lvl4pPr>
            <a:lvl5pPr indent="-228600" marL="2057400">
              <a:spcBef>
                <a:spcPct val="20000"/>
              </a:spcBef>
              <a:buClr>
                <a:schemeClr val="tx2"/>
              </a:buClr>
              <a:buChar char="•"/>
              <a:defRPr sz="2000">
                <a:solidFill>
                  <a:schemeClr val="tx1"/>
                </a:solidFill>
                <a:latin charset="0" panose="02020603050405020304" pitchFamily="18" typeface="Times New Roman"/>
              </a:defRPr>
            </a:lvl5pPr>
            <a:lvl6pPr eaLnBrk="0" fontAlgn="base" hangingPunct="0" indent="-228600" marL="2514600">
              <a:spcBef>
                <a:spcPct val="20000"/>
              </a:spcBef>
              <a:spcAft>
                <a:spcPct val="0"/>
              </a:spcAft>
              <a:buClr>
                <a:schemeClr val="tx2"/>
              </a:buClr>
              <a:buChar char="•"/>
              <a:defRPr sz="2000">
                <a:solidFill>
                  <a:schemeClr val="tx1"/>
                </a:solidFill>
                <a:latin charset="0" panose="02020603050405020304" pitchFamily="18" typeface="Times New Roman"/>
              </a:defRPr>
            </a:lvl6pPr>
            <a:lvl7pPr eaLnBrk="0" fontAlgn="base" hangingPunct="0" indent="-228600" marL="2971800">
              <a:spcBef>
                <a:spcPct val="20000"/>
              </a:spcBef>
              <a:spcAft>
                <a:spcPct val="0"/>
              </a:spcAft>
              <a:buClr>
                <a:schemeClr val="tx2"/>
              </a:buClr>
              <a:buChar char="•"/>
              <a:defRPr sz="2000">
                <a:solidFill>
                  <a:schemeClr val="tx1"/>
                </a:solidFill>
                <a:latin charset="0" panose="02020603050405020304" pitchFamily="18" typeface="Times New Roman"/>
              </a:defRPr>
            </a:lvl7pPr>
            <a:lvl8pPr eaLnBrk="0" fontAlgn="base" hangingPunct="0" indent="-228600" marL="3429000">
              <a:spcBef>
                <a:spcPct val="20000"/>
              </a:spcBef>
              <a:spcAft>
                <a:spcPct val="0"/>
              </a:spcAft>
              <a:buClr>
                <a:schemeClr val="tx2"/>
              </a:buClr>
              <a:buChar char="•"/>
              <a:defRPr sz="2000">
                <a:solidFill>
                  <a:schemeClr val="tx1"/>
                </a:solidFill>
                <a:latin charset="0" panose="02020603050405020304" pitchFamily="18" typeface="Times New Roman"/>
              </a:defRPr>
            </a:lvl8pPr>
            <a:lvl9pPr eaLnBrk="0" fontAlgn="base" hangingPunct="0" indent="-228600" marL="3886200">
              <a:spcBef>
                <a:spcPct val="20000"/>
              </a:spcBef>
              <a:spcAft>
                <a:spcPct val="0"/>
              </a:spcAft>
              <a:buClr>
                <a:schemeClr val="tx2"/>
              </a:buClr>
              <a:buChar char="•"/>
              <a:defRPr sz="2000">
                <a:solidFill>
                  <a:schemeClr val="tx1"/>
                </a:solidFill>
                <a:latin charset="0" panose="02020603050405020304" pitchFamily="18" typeface="Times New Roman"/>
              </a:defRPr>
            </a:lvl9pPr>
          </a:lstStyle>
          <a:p>
            <a:pPr>
              <a:spcBef>
                <a:spcPct val="0"/>
              </a:spcBef>
              <a:buClrTx/>
              <a:buSzTx/>
              <a:buFontTx/>
              <a:buNone/>
            </a:pPr>
            <a:endParaRPr altLang="en-US" lang="en-US" sz="2400"/>
          </a:p>
        </p:txBody>
      </p:sp>
      <p:sp>
        <p:nvSpPr>
          <p:cNvPr id="3" name="Rectangle 2">
            <a:extLst>
              <a:ext uri="{FF2B5EF4-FFF2-40B4-BE49-F238E27FC236}">
                <a16:creationId xmlns:a16="http://schemas.microsoft.com/office/drawing/2014/main" id="{24CB1EA2-B6FC-A7E5-2FF9-19AE627E89E1}"/>
              </a:ext>
            </a:extLst>
          </p:cNvPr>
          <p:cNvSpPr>
            <a:spLocks noChangeArrowheads="1"/>
          </p:cNvSpPr>
          <p:nvPr/>
        </p:nvSpPr>
        <p:spPr bwMode="auto">
          <a:xfrm>
            <a:off x="0" y="0"/>
            <a:ext cx="9144000" cy="457200"/>
          </a:xfrm>
          <a:prstGeom prst="rect">
            <a:avLst/>
          </a:prstGeom>
          <a:noFill/>
          <a:ln>
            <a:noFill/>
          </a:ln>
          <a:effectLst>
            <a:prstShdw dir="2700000" dist="17961" prst="shdw17">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cap="flat" cmpd="sng" w="12700">
                <a:solidFill>
                  <a:schemeClr val="tx1"/>
                </a:solidFill>
                <a:prstDash val="solid"/>
                <a:miter lim="800000"/>
                <a:headEnd len="sm" type="none" w="sm"/>
                <a:tailEnd len="sm" type="none" w="sm"/>
              </a14:hiddenLine>
            </a:ext>
          </a:extLst>
        </p:spPr>
        <p:txBody>
          <a:bodyPr anchor="ctr" wrap="none">
            <a:spAutoFit/>
          </a:bodyPr>
          <a:lstStyle/>
          <a:p>
            <a:pPr algn="ctr">
              <a:defRPr/>
            </a:pPr>
            <a:endParaRPr lang="en-US" sz="4400">
              <a:solidFill>
                <a:schemeClr val="tx2"/>
              </a:solidFill>
            </a:endParaRPr>
          </a:p>
        </p:txBody>
      </p:sp>
      <p:pic>
        <p:nvPicPr>
          <p:cNvPr id="30729" name="Picture 12">
            <a:extLst>
              <a:ext uri="{FF2B5EF4-FFF2-40B4-BE49-F238E27FC236}">
                <a16:creationId xmlns:a16="http://schemas.microsoft.com/office/drawing/2014/main" id="{D63F9EE9-7F00-F4AA-3A42-2DD8FBF1764F}"/>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2650" y="990600"/>
            <a:ext cx="7378700" cy="534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len="sm" type="none" w="sm"/>
                <a:tailEnd len="sm" type="none" w="sm"/>
              </a14:hiddenLine>
            </a:ext>
          </a:extLst>
        </p:spPr>
      </p:pic>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18768</TotalTime>
  <Words>1139</Words>
  <Application>Microsoft Office PowerPoint</Application>
  <PresentationFormat>On-screen Show (4:3)</PresentationFormat>
  <Paragraphs>102</Paragraphs>
  <Slides>28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6" baseType="lpstr">
      <vt:lpstr>Times New Roman</vt:lpstr>
      <vt:lpstr>Arial</vt:lpstr>
      <vt:lpstr>Monotype Sorts</vt:lpstr>
      <vt:lpstr>Wingdings</vt:lpstr>
      <vt:lpstr>Courier</vt:lpstr>
      <vt:lpstr>Book Antiqua</vt:lpstr>
      <vt:lpstr>International</vt:lpstr>
      <vt:lpstr>Microsoft Word Picture</vt:lpstr>
      <vt:lpstr>Chapter 20 Lists, Stacks, Queues, and Priority Queues</vt:lpstr>
      <vt:lpstr>Objectives</vt:lpstr>
      <vt:lpstr>Java Collection Framework hierarchy</vt:lpstr>
      <vt:lpstr>Java Collection Framework hierarchy, cont.</vt:lpstr>
      <vt:lpstr>The Collection Interface</vt:lpstr>
      <vt:lpstr>The List Interface</vt:lpstr>
      <vt:lpstr>The List Interface, cont.</vt:lpstr>
      <vt:lpstr>The List Iterator</vt:lpstr>
      <vt:lpstr>ArrayList and LinkedList</vt:lpstr>
      <vt:lpstr>java.util.ArrayList</vt:lpstr>
      <vt:lpstr>java.util.LinkedList</vt:lpstr>
      <vt:lpstr>Example: Using ArrayList and LinkedList</vt:lpstr>
      <vt:lpstr>The Comparator Interface</vt:lpstr>
      <vt:lpstr>The Comparator Interface</vt:lpstr>
      <vt:lpstr>The Collections Class</vt:lpstr>
      <vt:lpstr>The Collections Class UML Diagram</vt:lpstr>
      <vt:lpstr>Case Study: Multiple Bouncing Balls</vt:lpstr>
      <vt:lpstr>The Vector and Stack Classes</vt:lpstr>
      <vt:lpstr>The Vector Class</vt:lpstr>
      <vt:lpstr>The Vector Class, cont.</vt:lpstr>
      <vt:lpstr>The Stack Class</vt:lpstr>
      <vt:lpstr>Queues and Priority Queues</vt:lpstr>
      <vt:lpstr>The Queue Interface</vt:lpstr>
      <vt:lpstr>Using LinkedList for Queue</vt:lpstr>
      <vt:lpstr>The PriorityQueue Class</vt:lpstr>
      <vt:lpstr>Case Study: Evaluating Expressions</vt:lpstr>
      <vt:lpstr>Algorithm</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1995-06-10T17:31:50Z</dcterms:created>
  <dc:creator>Y. Daniel Liang</dc:creator>
  <cp:lastModifiedBy>opc</cp:lastModifiedBy>
  <dcterms:modified xsi:type="dcterms:W3CDTF">2026-02-23T23:57:16Z</dcterms:modified>
  <cp:revision>181</cp:revision>
  <dc:title>Chapter 19 Java Data Structures</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data-panorama-remediation-history">
    <vt:lpwstr>[{"isReadingOrderVerified":"true","pageNumber":0,"geomIndex":-1,"issueTypeId":"ReadingOrderIssue:PPTX","dismiss":false,"pageNumbers":[1],"coordinatesList":[[10.0,10.0,2.0,2.0]]},{"isReadingOrderVerified":"true","pageNumber":0,"geomIndex":-1,"issueTypeId":"ReadingOrderIssue:PPTX","dismiss":false,"pageNumbers":[2],"coordinatesList":[[10.0,10.0,2.0,2.0]]},{"isReadingOrderVerified":"true","pageNumber":0,"geomIndex":-1,"issueTypeId":"ReadingOrderIssue:PPTX","dismiss":false,"pageNumbers":[3],"coordinatesList":[[10.0,10.0,2.0,2.0]]},{"isReadingOrderVerified":"true","pageNumber":0,"geomIndex":-1,"issueTypeId":"ReadingOrderIssue:PPTX","dismiss":false,"pageNumbers":[4],"coordinatesList":[[10.0,10.0,2.0,2.0]]},{"pageNumber":0,"geomIndex":-1,"decorative":true,"imageIndex":7,"identifiers":{},"issueTypeId":"MissingAlternativeTextIssue:PPTX","dismiss":false,"pageNumbers":[4],"coordinatesList":[[26.75,493.625,666.5,301.5]]},{"isReadingOrderVerified":"true","pageNumber":0,"geomIndex":-1,"issueTypeId":"ReadingOrderIssue:PPTX","dismiss":false,"pageNumbers":[5],"coordinatesList":[[10.0,10.0,2.0,2.0]]},{"pageNumber":0,"geomIndex":-1,"decorative":true,"imageIndex":1,"identifiers":{},"issueTypeId":"MissingAlternativeTextIssue:PPTX","dismiss":false,"pageNumbers":[5],"coordinatesList":[[0.0,506.0,690.5,494.0]]},{"isReadingOrderVerified":"true","pageNumber":0,"geomIndex":-1,"issueTypeId":"ReadingOrderIssue:PPTX","dismiss":false,"pageNumbers":[6],"coordinatesList":[[10.0,10.0,2.0,2.0]]},{"isReadingOrderVerified":"true","pageNumber":0,"geomIndex":-1,"issueTypeId":"ReadingOrderIssue:PPTX","dismiss":false,"pageNumbers":[7],"coordinatesList":[[10.0,10.0,2.0,2.0]]},{"pageNumber":0,"geomIndex":-1,"decorative":true,"imageIndex":9,"identifiers":{},"issueTypeId":"MissingAlternativeTextIssue:PPTX","dismiss":false,"pageNumbers":[7],"coordinatesList":[[15.0,432.0,690.0,324.0]]},{"isReadingOrderVerified":"true","pageNumber":0,"geomIndex":-1,"issueTypeId":"ReadingOrderIssue:PPTX","dismiss":false,"pageNumbers":[8],"coordinatesList":[[10.0,10.0,2.0,2.0]]},{"pageNumber":0,"geomIndex":-1,"decorative":true,"imageIndex":10,"identifiers":{},"issueTypeId":"MissingAlternativeTextIssue:PPTX","dismiss":false,"pageNumbers":[8],"coordinatesList":[[21.75,456.0,676.5,342.0]]},{"isReadingOrderVerified":"true","pageNumber":0,"geomIndex":-1,"issueTypeId":"ReadingOrderIssue:PPTX","dismiss":false,"pageNumbers":[9],"coordinatesList":[[10.0,10.0,2.0,2.0]]},{"isReadingOrderVerified":"true","pageNumber":0,"geomIndex":-1,"issueTypeId":"ReadingOrderIssue:PPTX","dismiss":false,"pageNumbers":[10],"coordinatesList":[[10.0,10.0,2.0,2.0]]},{"isReadingOrderVerified":"true","pageNumber":0,"geomIndex":-1,"issueTypeId":"ReadingOrderIssue:PPTX","dismiss":false,"pageNumbers":[11],"coordinatesList":[[10.0,10.0,2.0,2.0]]},{"isReadingOrderVerified":"true","pageNumber":0,"geomIndex":-1,"issueTypeId":"ReadingOrderIssue:PPTX","dismiss":false,"pageNumbers":[12],"coordinatesList":[[10.0,10.0,2.0,2.0]]},{"isReadingOrderVerified":"true","pageNumber":0,"geomIndex":-1,"issueTypeId":"ReadingOrderIssue:PPTX","dismiss":false,"pageNumbers":[13],"coordinatesList":[[10.0,10.0,2.0,2.0]]},{"isReadingOrderVerified":"true","pageNumber":0,"geomIndex":-1,"issueTypeId":"ReadingOrderIssue:PPTX","dismiss":false,"pageNumbers":[14],"coordinatesList":[[10.0,10.0,2.0,2.0]]},{"pageNumber":0,"geomIndex":2976,"lastGeomIndex":3001,"textElement":"GeometricObjectComparator","tableIndex":-1,"rowIndex":-1,"cellIndex":-1,"fontColor":"#000000","identifiers":{"PARAGRAPH_ID":"51","RUN_ID":"0","SLIDE_ID":"13"},"issueDetails":{"luminance25":"0.31629855161888504","isHeader":"true","luminance75":"0.31629855161888504","textColor":"000000"},"issueTypeId":"LowContrastIssue:PPTX","dismiss":false,"pageNumbers":[14],"coordinatesList":[[28.968000411987305,434.1400146484375,308.01609992980957,12.107999801635742]]},{"pageNumber":0,"geomIndex":3001,"lastGeomIndex":3015,"textElement":"TestComparator","tableIndex":-1,"rowIndex":-1,"cellIndex":-1,"fontColor":"#000000","identifiers":{"PARAGRAPH_ID":"52","RUN_ID":"0","SLIDE_ID":"13"},"issueDetails":{"luminance25":"0.31629855161888504","isHeader":"true","luminance75":"0.31629855161888504","textColor":"000000"},"issueTypeId":"LowContrastIssue:PPTX","dismiss":false,"pageNumbers":[14],"coordinatesList":[[92.9520034790039,482.135986328125,179.87999725341797,12.107999801635742]]},{"isReadingOrderVerified":"true","pageNumber":0,"geomIndex":-1,"issueTypeId":"ReadingOrderIssue:PPTX","dismiss":false,"pageNumbers":[15],"coordinatesList":[[10.0,10.0,2.0,2.0]]},{"isReadingOrderVerified":"true","pageNumber":0,"geomIndex":-1,"issueTypeId":"ReadingOrderIssue:PPTX","dismiss":false,"pageNumbers":[16],"coordinatesList":[[10.0,10.0,2.0,2.0]]},{"pageNumber":0,"geomIndex":-1,"decorative":true,"imageIndex":12,"identifiers":{},"issueTypeId":"MissingAlternativeTextIssue:PPTX","dismiss":false,"pageNumbers":[16],"coordinatesList":[[14.25,459.75,691.5,379.5]]},{"isReadingOrderVerified":"true","pageNumber":0,"geomIndex":-1,"issueTypeId":"ReadingOrderIssue:PPTX","dismiss":false,"pageNumbers":[17],"coordinatesList":[[10.0,10.0,2.0,2.0]]},{"pageNumber":0,"geomIndex":-1,"decorative":true,"imageIndex":12,"identifiers":{},"issueTypeId":"MissingAlternativeTextIssue:PPTX","dismiss":false,"pageNumbers":[17],"coordinatesList":[[18.75,403.0,682.5,266.0]]},{"isReadingOrderVerified":"true","pageNumber":0,"geomIndex":-1,"issueTypeId":"ReadingOrderIssue:PPTX","dismiss":false,"pageNumbers":[18],"coordinatesList":[[10.0,10.0,2.0,2.0]]},{"isReadingOrderVerified":"true","pageNumber":0,"geomIndex":-1,"issueTypeId":"ReadingOrderIssue:PPTX","dismiss":false,"pageNumbers":[19],"coordinatesList":[[10.0,10.0,2.0,2.0]]},{"isReadingOrderVerified":"true","pageNumber":0,"geomIndex":-1,"issueTypeId":"ReadingOrderIssue:PPTX","dismiss":false,"pageNumbers":[20],"coordinatesList":[[10.0,10.0,2.0,2.0]]},{"pageNumber":0,"geomIndex":-1,"decorative":true,"imageIndex":9,"identifiers":{},"issueTypeId":"MissingAlternativeTextIssue:PPTX","dismiss":false,"pageNumbers":[20],"coordinatesList":[[17.75,490.5,684.5,418.5]]},{"isReadingOrderVerified":"true","pageNumber":0,"geomIndex":-1,"issueTypeId":"ReadingOrderIssue:PPTX","dismiss":false,"pageNumbers":[21],"coordinatesList":[[10.0,10.0,2.0,2.0]]},{"isReadingOrderVerified":"true","pageNumber":0,"geomIndex":-1,"issueTypeId":"ReadingOrderIssue:PPTX","dismiss":false,"pageNumbers":[22],"coordinatesList":[[10.0,10.0,2.0,2.0]]},{"isReadingOrderVerified":"true","pageNumber":0,"geomIndex":-1,"issueTypeId":"ReadingOrderIssue:PPTX","dismiss":false,"pageNumbers":[23],"coordinatesList":[[10.0,10.0,2.0,2.0]]},{"pageNumber":0,"geomIndex":-1,"decorative":true,"imageIndex":8,"identifiers":{},"issueTypeId":"MissingAlternativeTextIssue:PPTX","dismiss":false,"pageNumbers":[23],"coordinatesList":[[42.0,452.125,631.8699951171875,326.1199951171875]]},{"isReadingOrderVerified":"true","pageNumber":0,"geomIndex":-1,"issueTypeId":"ReadingOrderIssue:PPTX","dismiss":false,"pageNumbers":[24],"coordinatesList":[[10.0,10.0,2.0,2.0]]},{"pageNumber":0,"geomIndex":-1,"decorative":true,"imageIndex":8,"identifiers":{},"issueTypeId":"MissingAlternativeTextIssue:PPTX","dismiss":false,"pageNumbers":[24],"coordinatesList":[[57.0,479.5,606.0,359.5]]},{"isReadingOrderVerified":"true","pageNumber":0,"geomIndex":-1,"issueTypeId":"ReadingOrderIssue:PPTX","dismiss":false,"pageNumbers":[25],"coordinatesList":[[10.0,10.0,2.0,2.0]]},{"pageNumber":0,"geomIndex":-1,"decorative":true,"imageIndex":12,"identifiers":{},"issueTypeId":"MissingAlternativeTextIssue:PPTX","dismiss":false,"pageNumbers":[25],"coordinatesList":[[6.0,367.6199951171875,708.0,259.6199951171875]]},{"isReadingOrderVerified":"true","pageNumber":0,"geomIndex":-1,"issueTypeId":"ReadingOrderIssue:PPTX","dismiss":false,"pageNumbers":[26],"coordinatesList":[[10.0,10.0,2.0,2.0]]},{"pageNumber":0,"geomIndex":4581,"lastGeomIndex":4600,"textElement":"Evaluate Expression","tableIndex":-1,"rowIndex":-1,"cellIndex":-1,"fontColor":"#000000","identifiers":{"PARAGRAPH_ID":"88","RUN_ID":"0","SLIDE_ID":"25"},"issueDetails":{"luminance25":"0.31629855161888504","isHeader":"true","luminance75":"0.31629855161888504","textColor":"000000"},"issueTypeId":"LowContrastIssue:PPTX","dismiss":false,"pageNumbers":[26],"coordinatesList":[[459.1199951171875,395.1099853515625,215.85595703125,12.107999801635742]]},{"pageNumber":0,"geomIndex":-1,"decorative":true,"imageIndex":8,"identifiers":{},"issueTypeId":"MissingAlternativeTextIssue:PPTX","dismiss":false,"pageNumbers":[26],"coordinatesList":[[18.0,359.6199951171875,390.0,233.6199951171875]]},{"pageNumber":0,"geomIndex":-1,"decorative":true,"imageIndex":11,"identifiers":{},"issueTypeId":"MissingAlternativeTextIssue:PPTX","dismiss":false,"pageNumbers":[26],"coordinatesList":[[18.0,501.625,355.25,129.6300048828125]]},{"isReadingOrderVerified":"true","pageNumber":0,"geomIndex":-1,"issueTypeId":"ReadingOrderIssue:PPTX","dismiss":false,"pageNumbers":[27],"coordinatesList":[[10.0,10.0,2.0,2.0]]},{"isReadingOrderVerified":"true","pageNumber":0,"geomIndex":-1,"issueTypeId":"ReadingOrderIssue:PPTX","dismiss":false,"pageNumbers":[28],"coordinatesList":[[10.0,10.0,2.0,2.0]]},{"pageNumber":0,"geomIndex":-1,"decorative":true,"imageIndex":8,"identifiers":{},"issueTypeId":"MissingAlternativeTextIssue:PPTX","dismiss":false,"pageNumbers":[28],"coordinatesList":[[69.5,498.5,581.0,420.5]]}]</vt:lpwstr>
  </property>
  <property pid="3" fmtid="{D5CDD505-2E9C-101B-9397-08002B2CF9AE}" name="ReadingOrderVerifiedPages">
    <vt:lpwstr>1,2,3,4,5,6,7,8,9,10,11,12,13,14,15,16,17,18,19,20,21,22,23,24,25,26,27,28</vt:lpwstr>
  </property>
</Properties>
</file>